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7"/>
  </p:notesMasterIdLst>
  <p:sldIdLst>
    <p:sldId id="256" r:id="rId2"/>
    <p:sldId id="257" r:id="rId3"/>
    <p:sldId id="259" r:id="rId4"/>
    <p:sldId id="258" r:id="rId5"/>
    <p:sldId id="260" r:id="rId6"/>
  </p:sldIdLst>
  <p:sldSz cx="7415213" cy="632301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EF7F87"/>
        </p14:laserClr>
      </p:ext>
      <p:ext uri="{2FDB2607-1784-4EEB-B798-7EB5836EED8A}">
        <p14:showMediaCtrls xmlns:p14="http://schemas.microsoft.com/office/powerpoint/2010/main" val="1"/>
      </p:ext>
    </p:extLst>
  </p:showPr>
  <p:clrMru>
    <a:srgbClr val="B9EEDD"/>
    <a:srgbClr val="F5EDFF"/>
    <a:srgbClr val="E3CEFA"/>
    <a:srgbClr val="FFCCFF"/>
    <a:srgbClr val="FFFFFF"/>
    <a:srgbClr val="FFD3AC"/>
    <a:srgbClr val="FFE7A1"/>
    <a:srgbClr val="E3CEFA"/>
    <a:srgbClr val="F8B6BE"/>
    <a:srgbClr val="F9CDA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5078" autoAdjust="0"/>
  </p:normalViewPr>
  <p:slideViewPr>
    <p:cSldViewPr snapToGrid="0">
      <p:cViewPr varScale="1">
        <p:scale>
          <a:sx n="134" d="100"/>
          <a:sy n="134" d="100"/>
        </p:scale>
        <p:origin x="2301" y="65"/>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notesMaster" Target="notesMasters/notesMaster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1" name="PlaceHolder 1"/>
          <p:cNvSpPr>
            <a:spLocks noGrp="1" noRot="1" noChangeAspect="1"/>
          </p:cNvSpPr>
          <p:nvPr>
            <p:ph type="sldImg"/>
          </p:nvPr>
        </p:nvSpPr>
        <p:spPr>
          <a:xfrm>
            <a:off x="216000" y="812520"/>
            <a:ext cx="7127280" cy="4008960"/>
          </a:xfrm>
          <a:prstGeom prst="rect">
            <a:avLst/>
          </a:prstGeom>
          <a:noFill/>
          <a:ln w="0">
            <a:noFill/>
          </a:ln>
        </p:spPr>
        <p:txBody>
          <a:bodyPr lIns="0" tIns="0" rIns="0" bIns="0" anchor="ctr">
            <a:noAutofit/>
          </a:bodyPr>
          <a:lstStyle/>
          <a:p>
            <a:pPr defTabSz="914400">
              <a:lnSpc>
                <a:spcPct val="90000"/>
              </a:lnSpc>
              <a:tabLst>
                <a:tab pos="0" algn="l"/>
              </a:tabLst>
            </a:pPr>
            <a:r>
              <a:rPr lang="zh-CN" sz="1800" b="0" u="none" strike="noStrike">
                <a:solidFill>
                  <a:schemeClr val="dk1"/>
                </a:solidFill>
                <a:effectLst/>
                <a:uFillTx/>
                <a:latin typeface="等线"/>
              </a:rPr>
              <a:t>单击以移动幻灯片</a:t>
            </a:r>
            <a:endParaRPr lang="en-US" sz="1800" b="0" u="none" strike="noStrike">
              <a:solidFill>
                <a:schemeClr val="dk1"/>
              </a:solidFill>
              <a:effectLst/>
              <a:uFillTx/>
              <a:latin typeface="等线"/>
            </a:endParaRPr>
          </a:p>
        </p:txBody>
      </p:sp>
      <p:sp>
        <p:nvSpPr>
          <p:cNvPr id="62" name="PlaceHolder 2"/>
          <p:cNvSpPr>
            <a:spLocks noGrp="1"/>
          </p:cNvSpPr>
          <p:nvPr>
            <p:ph type="body"/>
          </p:nvPr>
        </p:nvSpPr>
        <p:spPr>
          <a:xfrm>
            <a:off x="756000" y="5078520"/>
            <a:ext cx="6047640" cy="4811040"/>
          </a:xfrm>
          <a:prstGeom prst="rect">
            <a:avLst/>
          </a:prstGeom>
          <a:noFill/>
          <a:ln w="0">
            <a:noFill/>
          </a:ln>
        </p:spPr>
        <p:txBody>
          <a:bodyPr lIns="0" tIns="0" rIns="0" bIns="0" anchor="t">
            <a:noAutofit/>
          </a:bodyPr>
          <a:lstStyle/>
          <a:p>
            <a:pPr indent="0" algn="l">
              <a:buNone/>
            </a:pPr>
            <a:r>
              <a:rPr lang="zh-CN" sz="2000" b="0" u="none" strike="noStrike">
                <a:solidFill>
                  <a:srgbClr val="000000"/>
                </a:solidFill>
                <a:effectLst/>
                <a:uFillTx/>
                <a:latin typeface="Arial"/>
              </a:rPr>
              <a:t>点击编辑备注格式</a:t>
            </a:r>
            <a:endParaRPr lang="en-US" sz="2000" b="0" u="none" strike="noStrike">
              <a:solidFill>
                <a:srgbClr val="000000"/>
              </a:solidFill>
              <a:effectLst/>
              <a:uFillTx/>
              <a:latin typeface="Arial"/>
            </a:endParaRPr>
          </a:p>
        </p:txBody>
      </p:sp>
      <p:sp>
        <p:nvSpPr>
          <p:cNvPr id="63" name="PlaceHolder 3"/>
          <p:cNvSpPr>
            <a:spLocks noGrp="1"/>
          </p:cNvSpPr>
          <p:nvPr>
            <p:ph type="hdr"/>
          </p:nvPr>
        </p:nvSpPr>
        <p:spPr>
          <a:xfrm>
            <a:off x="0" y="0"/>
            <a:ext cx="3280680" cy="534240"/>
          </a:xfrm>
          <a:prstGeom prst="rect">
            <a:avLst/>
          </a:prstGeom>
          <a:noFill/>
          <a:ln w="0">
            <a:noFill/>
          </a:ln>
        </p:spPr>
        <p:txBody>
          <a:bodyPr lIns="0" tIns="0" rIns="0" bIns="0" anchor="t">
            <a:noAutofit/>
          </a:bodyPr>
          <a:lstStyle/>
          <a:p>
            <a:pPr indent="0" algn="l">
              <a:buNone/>
            </a:pPr>
            <a:r>
              <a:rPr lang="en-US" sz="1400" b="0" u="none" strike="noStrike">
                <a:solidFill>
                  <a:srgbClr val="000000"/>
                </a:solidFill>
                <a:effectLst/>
                <a:uFillTx/>
                <a:latin typeface="Times New Roman"/>
              </a:rPr>
              <a:t>&lt;页眉&gt;</a:t>
            </a:r>
          </a:p>
        </p:txBody>
      </p:sp>
      <p:sp>
        <p:nvSpPr>
          <p:cNvPr id="64" name="PlaceHolder 4"/>
          <p:cNvSpPr>
            <a:spLocks noGrp="1"/>
          </p:cNvSpPr>
          <p:nvPr>
            <p:ph type="dt" idx="34"/>
          </p:nvPr>
        </p:nvSpPr>
        <p:spPr>
          <a:xfrm>
            <a:off x="4278960" y="0"/>
            <a:ext cx="3280680" cy="534240"/>
          </a:xfrm>
          <a:prstGeom prst="rect">
            <a:avLst/>
          </a:prstGeom>
          <a:noFill/>
          <a:ln w="0">
            <a:noFill/>
          </a:ln>
        </p:spPr>
        <p:txBody>
          <a:bodyPr lIns="0" tIns="0" rIns="0" bIns="0" anchor="t">
            <a:noAutofit/>
          </a:bodyPr>
          <a:lstStyle>
            <a:lvl1pPr indent="0" algn="r">
              <a:buNone/>
              <a:defRPr lang="en-US" sz="1400" b="0" u="none" strike="noStrike">
                <a:solidFill>
                  <a:srgbClr val="000000"/>
                </a:solidFill>
                <a:effectLst/>
                <a:uFillTx/>
                <a:latin typeface="Times New Roman"/>
              </a:defRPr>
            </a:lvl1pPr>
          </a:lstStyle>
          <a:p>
            <a:pPr indent="0" algn="r">
              <a:buNone/>
            </a:pPr>
            <a:r>
              <a:rPr lang="en-US" sz="1400" b="0" u="none" strike="noStrike">
                <a:solidFill>
                  <a:srgbClr val="000000"/>
                </a:solidFill>
                <a:effectLst/>
                <a:uFillTx/>
                <a:latin typeface="Times New Roman"/>
              </a:rPr>
              <a:t>&lt;日期/时间&gt;</a:t>
            </a:r>
          </a:p>
        </p:txBody>
      </p:sp>
      <p:sp>
        <p:nvSpPr>
          <p:cNvPr id="65" name="PlaceHolder 5"/>
          <p:cNvSpPr>
            <a:spLocks noGrp="1"/>
          </p:cNvSpPr>
          <p:nvPr>
            <p:ph type="ftr" idx="35"/>
          </p:nvPr>
        </p:nvSpPr>
        <p:spPr>
          <a:xfrm>
            <a:off x="0" y="10157400"/>
            <a:ext cx="3280680" cy="534240"/>
          </a:xfrm>
          <a:prstGeom prst="rect">
            <a:avLst/>
          </a:prstGeom>
          <a:noFill/>
          <a:ln w="0">
            <a:noFill/>
          </a:ln>
        </p:spPr>
        <p:txBody>
          <a:bodyPr lIns="0" tIns="0" rIns="0" bIns="0" anchor="b">
            <a:noAutofit/>
          </a:bodyPr>
          <a:lstStyle>
            <a:lvl1pPr indent="0" algn="l">
              <a:buNone/>
              <a:defRPr lang="en-US" sz="1400" b="0" u="none" strike="noStrike">
                <a:solidFill>
                  <a:srgbClr val="000000"/>
                </a:solidFill>
                <a:effectLst/>
                <a:uFillTx/>
                <a:latin typeface="Times New Roman"/>
              </a:defRPr>
            </a:lvl1pPr>
          </a:lstStyle>
          <a:p>
            <a:pPr indent="0" algn="l">
              <a:buNone/>
            </a:pPr>
            <a:r>
              <a:rPr lang="en-US" sz="1400" b="0" u="none" strike="noStrike">
                <a:solidFill>
                  <a:srgbClr val="000000"/>
                </a:solidFill>
                <a:effectLst/>
                <a:uFillTx/>
                <a:latin typeface="Times New Roman"/>
              </a:rPr>
              <a:t>&lt;页脚&gt;</a:t>
            </a:r>
          </a:p>
        </p:txBody>
      </p:sp>
      <p:sp>
        <p:nvSpPr>
          <p:cNvPr id="66" name="PlaceHolder 6"/>
          <p:cNvSpPr>
            <a:spLocks noGrp="1"/>
          </p:cNvSpPr>
          <p:nvPr>
            <p:ph type="sldNum" idx="36"/>
          </p:nvPr>
        </p:nvSpPr>
        <p:spPr>
          <a:xfrm>
            <a:off x="4278960" y="10157400"/>
            <a:ext cx="3280680" cy="534240"/>
          </a:xfrm>
          <a:prstGeom prst="rect">
            <a:avLst/>
          </a:prstGeom>
          <a:noFill/>
          <a:ln w="0">
            <a:noFill/>
          </a:ln>
        </p:spPr>
        <p:txBody>
          <a:bodyPr lIns="0" tIns="0" rIns="0" bIns="0" anchor="b">
            <a:noAutofit/>
          </a:bodyPr>
          <a:lstStyle>
            <a:lvl1pPr indent="0" algn="r">
              <a:buNone/>
              <a:defRPr lang="en-US" sz="1400" b="0" u="none" strike="noStrike">
                <a:solidFill>
                  <a:srgbClr val="000000"/>
                </a:solidFill>
                <a:effectLst/>
                <a:uFillTx/>
                <a:latin typeface="Times New Roman"/>
              </a:defRPr>
            </a:lvl1pPr>
          </a:lstStyle>
          <a:p>
            <a:pPr indent="0" algn="r">
              <a:buNone/>
            </a:pPr>
            <a:fld id="{70BDEB52-3EDD-49BC-9093-174427C6F9EA}" type="slidenum">
              <a:rPr lang="en-US" sz="1400" b="0" u="none" strike="noStrike">
                <a:solidFill>
                  <a:srgbClr val="000000"/>
                </a:solidFill>
                <a:effectLst/>
                <a:uFillTx/>
                <a:latin typeface="Times New Roman"/>
              </a:rPr>
              <a:t>‹#›</a:t>
            </a:fld>
            <a:endParaRPr lang="en-US" sz="1400" b="0" u="none" strike="noStrik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 name="PlaceHolder 1"/>
          <p:cNvSpPr>
            <a:spLocks noGrp="1" noRot="1" noChangeAspect="1"/>
          </p:cNvSpPr>
          <p:nvPr>
            <p:ph type="sldImg"/>
          </p:nvPr>
        </p:nvSpPr>
        <p:spPr>
          <a:xfrm>
            <a:off x="1619250" y="1143000"/>
            <a:ext cx="3617913" cy="3084513"/>
          </a:xfrm>
          <a:prstGeom prst="rect">
            <a:avLst/>
          </a:prstGeom>
          <a:ln w="0">
            <a:noFill/>
          </a:ln>
        </p:spPr>
      </p:sp>
      <p:sp>
        <p:nvSpPr>
          <p:cNvPr id="625" name="PlaceHolder 2"/>
          <p:cNvSpPr>
            <a:spLocks noGrp="1"/>
          </p:cNvSpPr>
          <p:nvPr>
            <p:ph type="body"/>
          </p:nvPr>
        </p:nvSpPr>
        <p:spPr>
          <a:xfrm>
            <a:off x="685800" y="4400640"/>
            <a:ext cx="5482440" cy="3596400"/>
          </a:xfrm>
          <a:prstGeom prst="rect">
            <a:avLst/>
          </a:prstGeom>
          <a:noFill/>
          <a:ln w="0">
            <a:noFill/>
          </a:ln>
        </p:spPr>
        <p:txBody>
          <a:bodyPr lIns="91440" tIns="45720" rIns="91440" bIns="45720" anchor="t">
            <a:noAutofit/>
          </a:bodyPr>
          <a:lstStyle/>
          <a:p>
            <a:pPr indent="0" algn="l">
              <a:lnSpc>
                <a:spcPct val="100000"/>
              </a:lnSpc>
              <a:buNone/>
              <a:tabLst>
                <a:tab pos="0" algn="l"/>
              </a:tabLst>
            </a:pPr>
            <a:r>
              <a:rPr lang="en-US" sz="2000" b="0" u="none" strike="noStrike" dirty="0">
                <a:solidFill>
                  <a:srgbClr val="000000"/>
                </a:solidFill>
                <a:effectLst/>
                <a:uFillTx/>
                <a:latin typeface="Arial"/>
              </a:rPr>
              <a:t>Overview of FALCON. Sources: Codes/configs/v22/hdq_auto_v22_imgsz1024_v2.yml; Codes/</a:t>
            </a:r>
            <a:r>
              <a:rPr lang="en-US" sz="2000" b="0" u="none" strike="noStrike" dirty="0" err="1">
                <a:solidFill>
                  <a:srgbClr val="000000"/>
                </a:solidFill>
                <a:effectLst/>
                <a:uFillTx/>
                <a:latin typeface="Arial"/>
              </a:rPr>
              <a:t>src</a:t>
            </a:r>
            <a:r>
              <a:rPr lang="en-US" sz="2000" b="0" u="none" strike="noStrike" dirty="0">
                <a:solidFill>
                  <a:srgbClr val="000000"/>
                </a:solidFill>
                <a:effectLst/>
                <a:uFillTx/>
                <a:latin typeface="Arial"/>
              </a:rPr>
              <a:t>/zoo/</a:t>
            </a:r>
            <a:r>
              <a:rPr lang="en-US" sz="2000" b="0" u="none" strike="noStrike" dirty="0" err="1">
                <a:solidFill>
                  <a:srgbClr val="000000"/>
                </a:solidFill>
                <a:effectLst/>
                <a:uFillTx/>
                <a:latin typeface="Arial"/>
              </a:rPr>
              <a:t>dfine</a:t>
            </a:r>
            <a:r>
              <a:rPr lang="en-US" sz="2000" b="0" u="none" strike="noStrike" dirty="0">
                <a:solidFill>
                  <a:srgbClr val="000000"/>
                </a:solidFill>
                <a:effectLst/>
                <a:uFillTx/>
                <a:latin typeface="Arial"/>
              </a:rPr>
              <a:t>/dfine_decoder.py:274-326,421-535,995-1030; dfine_criterion.py:167-395; dfine_utils.py:119-142; postprocessor.py:42-64; FALCON_manuscript.docx Sections 3.1-3.5. Layers 1, 2, 3 and 6 are shown, with 4-5 omitted. Every decoder reads shared encoder features and previous query content; previous decoded boxes provide attention references. Initial b0 also depends on the encoder reference. FDR Heads summarize feature and cumulative-logit residuals. Histograms schematically visualize the probabilities associated with each layer's edge logits; actual consumers perform their own </a:t>
            </a:r>
            <a:r>
              <a:rPr lang="en-US" sz="2000" b="0" u="none" strike="noStrike" dirty="0" err="1">
                <a:solidFill>
                  <a:srgbClr val="000000"/>
                </a:solidFill>
                <a:effectLst/>
                <a:uFillTx/>
                <a:latin typeface="Arial"/>
              </a:rPr>
              <a:t>softmax</a:t>
            </a:r>
            <a:r>
              <a:rPr lang="en-US" sz="2000" b="0" u="none" strike="noStrike" dirty="0">
                <a:solidFill>
                  <a:srgbClr val="000000"/>
                </a:solidFill>
                <a:effectLst/>
                <a:uFillTx/>
                <a:latin typeface="Arial"/>
              </a:rPr>
              <a:t> and temperature scaling. DDO and Integral operate at every layer in training and inference. Box Decoder uses b0, four integrated edge offsets, and the DDO scale. Class projection is implicit on the Class logits arrows. LQE takes class logits plus corner logits; shallow readout is training-only and layer 6 is also used for inference. LQE output paths and postprocessing are omitted. CLC arrows denote adjacent-pair loss inputs, not gradient direction or a forward transform; layer 3 and layer 6 are not a direct pair. FRD combines Fisher FGL at all layers with final-to-shallow FR-LSD. Matching, teacher-score/</a:t>
            </a:r>
            <a:r>
              <a:rPr lang="en-US" sz="2000" b="0" u="none" strike="noStrike" dirty="0" err="1">
                <a:solidFill>
                  <a:srgbClr val="000000"/>
                </a:solidFill>
                <a:effectLst/>
                <a:uFillTx/>
                <a:latin typeface="Arial"/>
              </a:rPr>
              <a:t>IoU</a:t>
            </a:r>
            <a:r>
              <a:rPr lang="en-US" sz="2000" b="0" u="none" strike="noStrike" dirty="0">
                <a:solidFill>
                  <a:srgbClr val="000000"/>
                </a:solidFill>
                <a:effectLst/>
                <a:uFillTx/>
                <a:latin typeface="Arial"/>
              </a:rPr>
              <a:t> weighting, gradient stops, shared memory paths, FM peak and adjacent Hellinger losses, auxiliary and denoising branches are omitted for clarity. Histograms and supplied photos are illustrative, not measured layer-specific predictions. W(n) uses the manuscript's Adaptive label by author request; this terminology is an explicit exception to code alignment. DDO connections continue to depict the current implemented decoding-scale path.</a:t>
            </a:r>
          </a:p>
          <a:p>
            <a:pPr indent="0" algn="l">
              <a:lnSpc>
                <a:spcPct val="100000"/>
              </a:lnSpc>
              <a:buNone/>
              <a:tabLst>
                <a:tab pos="0" algn="l"/>
              </a:tabLst>
            </a:pPr>
            <a:endParaRPr lang="en-US" sz="2000" b="0" u="none" strike="noStrike" dirty="0">
              <a:solidFill>
                <a:srgbClr val="000000"/>
              </a:solidFill>
              <a:effectLst/>
              <a:uFillTx/>
              <a:latin typeface="Arial"/>
            </a:endParaRPr>
          </a:p>
          <a:p>
            <a:pPr indent="0" algn="l">
              <a:lnSpc>
                <a:spcPct val="100000"/>
              </a:lnSpc>
              <a:buNone/>
              <a:tabLst>
                <a:tab pos="0" algn="l"/>
              </a:tabLst>
            </a:pPr>
            <a:endParaRPr lang="en-US" sz="2000" b="0" u="none" strike="noStrike" dirty="0">
              <a:solidFill>
                <a:srgbClr val="000000"/>
              </a:solidFill>
              <a:effectLst/>
              <a:uFillTx/>
              <a:latin typeface="Arial"/>
            </a:endParaRPr>
          </a:p>
          <a:p>
            <a:pPr indent="0" algn="l">
              <a:lnSpc>
                <a:spcPct val="100000"/>
              </a:lnSpc>
              <a:buNone/>
              <a:tabLst>
                <a:tab pos="0" algn="l"/>
              </a:tabLst>
            </a:pPr>
            <a:endParaRPr lang="en-US" sz="2000" b="0" u="none" strike="noStrike" dirty="0">
              <a:solidFill>
                <a:srgbClr val="000000"/>
              </a:solidFill>
              <a:effectLst/>
              <a:uFillTx/>
              <a:latin typeface="Arial"/>
            </a:endParaRPr>
          </a:p>
          <a:p>
            <a:r>
              <a:rPr lang="zh-CN" altLang="zh-CN" sz="2000" dirty="0"/>
              <a:t>参考来源：配置文件 </a:t>
            </a:r>
            <a:r>
              <a:rPr lang="zh-CN" altLang="zh-CN" sz="1200" kern="1200" dirty="0">
                <a:solidFill>
                  <a:schemeClr val="tx1"/>
                </a:solidFill>
                <a:latin typeface="+mn-lt"/>
                <a:ea typeface="+mn-ea"/>
                <a:cs typeface="+mn-cs"/>
              </a:rPr>
              <a:t>Codes/configs/v22/hdq_auto_v22_imgsz1024_v2.yml</a:t>
            </a:r>
            <a:r>
              <a:rPr lang="zh-CN" altLang="zh-CN" sz="2000" dirty="0"/>
              <a:t>；代码文件 </a:t>
            </a:r>
            <a:r>
              <a:rPr lang="zh-CN" altLang="zh-CN" sz="1200" kern="1200" dirty="0">
                <a:solidFill>
                  <a:schemeClr val="tx1"/>
                </a:solidFill>
                <a:latin typeface="+mn-lt"/>
                <a:ea typeface="+mn-ea"/>
                <a:cs typeface="+mn-cs"/>
              </a:rPr>
              <a:t>Codes/src/zoo/dfine/dfine_decoder.py</a:t>
            </a:r>
            <a:r>
              <a:rPr lang="zh-CN" altLang="zh-CN" sz="2000" dirty="0"/>
              <a:t> 第 274–326、421–535、995–1030 行；</a:t>
            </a:r>
            <a:r>
              <a:rPr lang="zh-CN" altLang="zh-CN" sz="1200" kern="1200" dirty="0">
                <a:solidFill>
                  <a:schemeClr val="tx1"/>
                </a:solidFill>
                <a:latin typeface="+mn-lt"/>
                <a:ea typeface="+mn-ea"/>
                <a:cs typeface="+mn-cs"/>
              </a:rPr>
              <a:t>dfine_criterion.py</a:t>
            </a:r>
            <a:r>
              <a:rPr lang="zh-CN" altLang="zh-CN" sz="2000" dirty="0"/>
              <a:t> 第 167–395 行；</a:t>
            </a:r>
            <a:endParaRPr lang="en-US" altLang="zh-CN" sz="2000" dirty="0"/>
          </a:p>
          <a:p>
            <a:r>
              <a:rPr lang="zh-CN" altLang="zh-CN" sz="1200" kern="1200" dirty="0">
                <a:solidFill>
                  <a:schemeClr val="tx1"/>
                </a:solidFill>
                <a:latin typeface="+mn-lt"/>
                <a:ea typeface="+mn-ea"/>
                <a:cs typeface="+mn-cs"/>
              </a:rPr>
              <a:t>dfine_utils.py</a:t>
            </a:r>
            <a:r>
              <a:rPr lang="zh-CN" altLang="zh-CN" sz="2000" dirty="0"/>
              <a:t> 第 119–142 行；</a:t>
            </a:r>
            <a:r>
              <a:rPr lang="zh-CN" altLang="zh-CN" sz="1200" kern="1200" dirty="0">
                <a:solidFill>
                  <a:schemeClr val="tx1"/>
                </a:solidFill>
                <a:latin typeface="+mn-lt"/>
                <a:ea typeface="+mn-ea"/>
                <a:cs typeface="+mn-cs"/>
              </a:rPr>
              <a:t>postprocessor.py</a:t>
            </a:r>
            <a:r>
              <a:rPr lang="zh-CN" altLang="zh-CN" sz="2000" dirty="0"/>
              <a:t> 第 42–64 行；论文手稿 </a:t>
            </a:r>
            <a:r>
              <a:rPr lang="zh-CN" altLang="zh-CN" sz="1200" kern="1200" dirty="0">
                <a:solidFill>
                  <a:schemeClr val="tx1"/>
                </a:solidFill>
                <a:latin typeface="+mn-lt"/>
                <a:ea typeface="+mn-ea"/>
                <a:cs typeface="+mn-cs"/>
              </a:rPr>
              <a:t>FALCON_manuscript.docx</a:t>
            </a:r>
            <a:r>
              <a:rPr lang="zh-CN" altLang="zh-CN" sz="2000" dirty="0"/>
              <a:t> 第 3.1–3.5 节。</a:t>
            </a:r>
          </a:p>
          <a:p>
            <a:r>
              <a:rPr lang="zh-CN" altLang="zh-CN" sz="2000" dirty="0"/>
              <a:t>图中展示了第 1、2、3、6 层，省略了第 4、5 层。每个解码器读取</a:t>
            </a:r>
            <a:r>
              <a:rPr lang="zh-CN" altLang="zh-CN" sz="2000" b="1" dirty="0"/>
              <a:t>共享编码器特征</a:t>
            </a:r>
            <a:r>
              <a:rPr lang="zh-CN" altLang="zh-CN" sz="2000" dirty="0"/>
              <a:t>与上一轮查询向量；前序解码得到的框作为注意力参考。初始框 \(\boldsymbol{b}_0\) 同样依赖编码器参考特征。FDR 头用于汇总特征与累积对数残差。</a:t>
            </a:r>
            <a:endParaRPr lang="en-US" altLang="zh-CN" sz="2000" dirty="0"/>
          </a:p>
          <a:p>
            <a:r>
              <a:rPr lang="zh-CN" altLang="zh-CN" sz="2000" dirty="0"/>
              <a:t>直方图为示意图，用于可视化各层边界对数概率；实际模块会自行执行 Softmax 与温度缩放。 DDO 与积分模块在训练、推理阶段的每一层均生效。框解码器基于初始框\(\boldsymbol{b}_0\)、4 个积分边界偏移量以及 DDO 缩放系数进行计算。</a:t>
            </a:r>
            <a:endParaRPr lang="en-US" altLang="zh-CN" sz="2000" dirty="0"/>
          </a:p>
          <a:p>
            <a:r>
              <a:rPr lang="zh-CN" altLang="zh-CN" sz="2000" dirty="0"/>
              <a:t>类别投影隐含在类别对数概率箭头中。 LQE 模块输入为类别对数概率与角点对数概率；浅层读出模块仅用于训练，第 6 层同时参与推理。LQE 的输出通路与后处理流程未在图中画出。 </a:t>
            </a:r>
            <a:endParaRPr lang="en-US" altLang="zh-CN" sz="2000" dirty="0"/>
          </a:p>
          <a:p>
            <a:r>
              <a:rPr lang="zh-CN" altLang="zh-CN" sz="2000" dirty="0"/>
              <a:t>CLC 箭头代表相邻成对损失的输入，</a:t>
            </a:r>
            <a:r>
              <a:rPr lang="zh-CN" altLang="zh-CN" sz="2000" b="1" dirty="0"/>
              <a:t>不代表梯度方向或前向变换</a:t>
            </a:r>
            <a:r>
              <a:rPr lang="zh-CN" altLang="zh-CN" sz="2000" dirty="0"/>
              <a:t>；第 3 层与第 6 层并非直接配对。FRD 融合所有层的 Fisher FGL 损失，以及深层到浅层的 FR-LSD 损失。</a:t>
            </a:r>
            <a:endParaRPr lang="en-US" altLang="zh-CN" sz="2000" dirty="0"/>
          </a:p>
          <a:p>
            <a:r>
              <a:rPr lang="zh-CN" altLang="zh-CN" sz="2000" dirty="0"/>
              <a:t> 为简洁起见，图中省略匹配策略、教师分数 / 交并比加权、梯度截断、共享内存通路、FM 峰值与相邻海林格损失、辅助分支与去噪分支。</a:t>
            </a:r>
            <a:endParaRPr lang="en-US" altLang="zh-CN" sz="2000" dirty="0"/>
          </a:p>
          <a:p>
            <a:r>
              <a:rPr lang="zh-CN" altLang="zh-CN" sz="2000" dirty="0"/>
              <a:t>直方图与配图仅作示意，并非各层真实预测结果。 应作者要求，\(W(n)\) 采用手稿中的</a:t>
            </a:r>
            <a:r>
              <a:rPr lang="zh-CN" altLang="zh-CN" sz="2000" b="1" dirty="0"/>
              <a:t>自适应标签</a:t>
            </a:r>
            <a:r>
              <a:rPr lang="zh-CN" altLang="zh-CN" sz="2000" dirty="0"/>
              <a:t>命名；</a:t>
            </a:r>
            <a:endParaRPr lang="en-US" altLang="zh-CN" sz="2000" dirty="0"/>
          </a:p>
          <a:p>
            <a:r>
              <a:rPr lang="zh-CN" altLang="zh-CN" sz="2000" dirty="0"/>
              <a:t>该术语是一处明确的特例，不与代码命名保持一致。DDO 连线描绘当前已实现的解码缩放通路。</a:t>
            </a:r>
          </a:p>
          <a:p>
            <a:pPr indent="0" algn="l">
              <a:lnSpc>
                <a:spcPct val="100000"/>
              </a:lnSpc>
              <a:buNone/>
              <a:tabLst>
                <a:tab pos="0" algn="l"/>
              </a:tabLst>
            </a:pPr>
            <a:endParaRPr lang="en-US" sz="2000" b="0" u="none" strike="noStrike" dirty="0">
              <a:solidFill>
                <a:srgbClr val="000000"/>
              </a:solidFill>
              <a:effectLst/>
              <a:uFillTx/>
              <a:latin typeface="Arial"/>
            </a:endParaRPr>
          </a:p>
        </p:txBody>
      </p:sp>
      <p:sp>
        <p:nvSpPr>
          <p:cNvPr id="626" name="PlaceHolder 3"/>
          <p:cNvSpPr>
            <a:spLocks noGrp="1"/>
          </p:cNvSpPr>
          <p:nvPr>
            <p:ph type="sldNum" idx="37"/>
          </p:nvPr>
        </p:nvSpPr>
        <p:spPr>
          <a:xfrm>
            <a:off x="3884760" y="8685360"/>
            <a:ext cx="2967840" cy="45468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rgbClr val="000000"/>
                </a:solidFill>
                <a:effectLst/>
                <a:uFillTx/>
                <a:latin typeface="Times New Roman"/>
                <a:ea typeface="+mn-ea"/>
              </a:defRPr>
            </a:lvl1pPr>
          </a:lstStyle>
          <a:p>
            <a:pPr indent="0" algn="r" defTabSz="914400">
              <a:lnSpc>
                <a:spcPct val="100000"/>
              </a:lnSpc>
              <a:buNone/>
              <a:tabLst>
                <a:tab pos="0" algn="l"/>
              </a:tabLst>
            </a:pPr>
            <a:fld id="{50B6B1FB-097C-43F1-A064-358FD062D96D}" type="slidenum">
              <a:rPr lang="en-US" sz="1200" b="0" u="none" strike="noStrike">
                <a:solidFill>
                  <a:srgbClr val="000000"/>
                </a:solidFill>
                <a:effectLst/>
                <a:uFillTx/>
                <a:latin typeface="Times New Roman"/>
                <a:ea typeface="+mn-ea"/>
              </a:rPr>
              <a:t>1</a:t>
            </a:fld>
            <a:endParaRPr lang="en-US" sz="1200" b="0" u="none" strike="noStrike">
              <a:solidFill>
                <a:srgbClr val="000000"/>
              </a:solidFill>
              <a:effectLst/>
              <a:uFillTx/>
              <a:latin typeface="Times New Roman"/>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7" name="PlaceHolder 1"/>
          <p:cNvSpPr>
            <a:spLocks noGrp="1" noRot="1" noChangeAspect="1"/>
          </p:cNvSpPr>
          <p:nvPr>
            <p:ph type="sldImg"/>
          </p:nvPr>
        </p:nvSpPr>
        <p:spPr>
          <a:xfrm>
            <a:off x="1619250" y="1143000"/>
            <a:ext cx="3617913" cy="3084513"/>
          </a:xfrm>
          <a:prstGeom prst="rect">
            <a:avLst/>
          </a:prstGeom>
          <a:ln w="0">
            <a:noFill/>
          </a:ln>
        </p:spPr>
      </p:sp>
      <p:sp>
        <p:nvSpPr>
          <p:cNvPr id="628" name="PlaceHolder 2"/>
          <p:cNvSpPr>
            <a:spLocks noGrp="1"/>
          </p:cNvSpPr>
          <p:nvPr>
            <p:ph type="body"/>
          </p:nvPr>
        </p:nvSpPr>
        <p:spPr>
          <a:xfrm>
            <a:off x="685800" y="4400640"/>
            <a:ext cx="5482800" cy="3596760"/>
          </a:xfrm>
          <a:prstGeom prst="rect">
            <a:avLst/>
          </a:prstGeom>
          <a:noFill/>
          <a:ln w="0">
            <a:noFill/>
          </a:ln>
        </p:spPr>
        <p:txBody>
          <a:bodyPr lIns="91440" tIns="45720" rIns="91440" bIns="45720" anchor="t">
            <a:noAutofit/>
          </a:bodyPr>
          <a:lstStyle/>
          <a:p>
            <a:pPr indent="0" algn="l">
              <a:lnSpc>
                <a:spcPct val="100000"/>
              </a:lnSpc>
              <a:buNone/>
              <a:tabLst>
                <a:tab pos="0" algn="l"/>
              </a:tabLst>
            </a:pPr>
            <a:r>
              <a:rPr lang="en-US" sz="2000" b="0" u="none" strike="noStrike">
                <a:solidFill>
                  <a:srgbClr val="000000"/>
                </a:solidFill>
                <a:effectLst/>
                <a:uFillTx/>
                <a:latin typeface="Arial"/>
              </a:rPr>
              <a:t>FRD v8. All computation arrows are solid; no training/inference distinction is encoded by line style. The final weighted sum is documented in the caption, not drawn as a separate bar. Two dark-purple modules highlight the FALCON changes: entropy-reweighted FGL and squared-Hellinger FR-LSD. D-FINE FGL and GO-LSD/DDF inheritance follows local D-FINE PDF sections 4.1 and 4.2, equations 5 and 6. Current FALCON code takes precedence over manuscript section 3.5. Upper branch consumes matched cumulative logits directly for interpolated CE; ordinary softmax is used for entropy only. eta=1+0.35*detach(clip(H/log33,0,1)); IoU weights and GT targets are detached. GT d_GT denotes encoded relative edge coordinate, not raw pixel distance; fixed reg_scale/up. Lower branch T=5, final teacher detached, squared-root probability distance without 1/2, T squared scaling, matched student IoU/unmatched final corrected class confidence weights detached. Group means are weighted by square-root group counts. Ordinary layer ranges are FGL 1–6 and FR-LSD 1–5 with teacher 6. The main diagram depicts the ordinary detection branch. N_m refers only to num_boxes_go. Denoising FGL uses dn_num_boxes=num_boxes*dn_num_group, with fallback 1 when nonpositive. Denoising FR-LSD reuses ordinary-group balancing coefficients; its own group loss means use denoising masks. L_FRD groups loss_fgl and loss_ddf including applicable auxiliary and denoising terms, no additional criterion loss key. All histograms are illustrative, not measured. Full details and code citations in accompanying caption. Combined v4: all subscripts are native editable italic, non-bold runs, including converted Unicode subscript characters. FRD retains the v8 palette. CLC/DDO/LQE use saturated bright accent fills. No computation or geometry has changed; shared canvas is 185 x 121 mm with no stretching. Combined v5: only CLC innovation fill changes to #2784D5. All key-module text is white. Innovation borders use darker colors in the same hue family. Italic non-bold subscripts and all geometry, computation and scope labels remain unchanged.</a:t>
            </a:r>
          </a:p>
          <a:p>
            <a:pPr indent="0" algn="l">
              <a:lnSpc>
                <a:spcPct val="100000"/>
              </a:lnSpc>
              <a:buNone/>
              <a:tabLst>
                <a:tab pos="0" algn="l"/>
              </a:tabLst>
            </a:pPr>
            <a:r>
              <a:rPr lang="en-US" sz="2000" b="0" u="none" strike="noStrike">
                <a:solidFill>
                  <a:srgbClr val="000000"/>
                </a:solidFill>
                <a:effectLst/>
                <a:uFillTx/>
                <a:latin typeface="Arial"/>
              </a:rPr>
              <a:t>Combined v6: layer index i follows the actual v14 r_i label; p_i denotes ordinary softmax(z_i), p_i^T denotes temperature softmax. Initial reference b_0 and its w_0,h_0 use subscripts. LQE class logits s_i=ClassHead_i(h_i). Shared W(n) is retained to match code; v14 Adaptive W(n) remains a documented main-figure label conflict.</a:t>
            </a:r>
          </a:p>
          <a:p>
            <a:pPr indent="0" algn="l">
              <a:lnSpc>
                <a:spcPct val="100000"/>
              </a:lnSpc>
              <a:buNone/>
              <a:tabLst>
                <a:tab pos="0" algn="l"/>
              </a:tabLst>
            </a:pPr>
            <a:r>
              <a:rPr lang="en-US" sz="2000" b="0" u="none" strike="noStrike">
                <a:solidFill>
                  <a:srgbClr val="000000"/>
                </a:solidFill>
                <a:effectLst/>
                <a:uFillTx/>
                <a:latin typeface="Arial"/>
              </a:rPr>
              <a:t>v7 user-requested finishing changes: diagram label Adaptive W(n); all mathematical text uses 9 pt base size, with 6.75 pt superscripts/subscripts. Computational graph unchanged. The Adaptive W(n) label follows the overview terminology; actual code still shares the project and dynamically modulates r_i.</a:t>
            </a:r>
          </a:p>
        </p:txBody>
      </p:sp>
      <p:sp>
        <p:nvSpPr>
          <p:cNvPr id="629" name="PlaceHolder 3"/>
          <p:cNvSpPr>
            <a:spLocks noGrp="1"/>
          </p:cNvSpPr>
          <p:nvPr>
            <p:ph type="sldNum" idx="38"/>
          </p:nvPr>
        </p:nvSpPr>
        <p:spPr>
          <a:xfrm>
            <a:off x="3884760" y="8685360"/>
            <a:ext cx="2968200" cy="45504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rgbClr val="000000"/>
                </a:solidFill>
                <a:effectLst/>
                <a:uFillTx/>
                <a:latin typeface="Times New Roman"/>
                <a:ea typeface="+mn-ea"/>
              </a:defRPr>
            </a:lvl1pPr>
          </a:lstStyle>
          <a:p>
            <a:pPr indent="0" algn="r" defTabSz="914400">
              <a:lnSpc>
                <a:spcPct val="100000"/>
              </a:lnSpc>
              <a:buNone/>
              <a:tabLst>
                <a:tab pos="0" algn="l"/>
              </a:tabLst>
            </a:pPr>
            <a:fld id="{B6F9EC7D-FDA1-44C6-9CFE-C2E64AE22857}" type="slidenum">
              <a:rPr lang="en-US" sz="1200" b="0" u="none" strike="noStrike">
                <a:solidFill>
                  <a:srgbClr val="000000"/>
                </a:solidFill>
                <a:effectLst/>
                <a:uFillTx/>
                <a:latin typeface="Times New Roman"/>
                <a:ea typeface="+mn-ea"/>
              </a:rPr>
              <a:t>2</a:t>
            </a:fld>
            <a:endParaRPr lang="en-US" sz="1200" b="0" u="none" strike="noStrike">
              <a:solidFill>
                <a:srgbClr val="000000"/>
              </a:solidFill>
              <a:effectLst/>
              <a:uFillTx/>
              <a:latin typeface="Times New Roman"/>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3" name="PlaceHolder 1"/>
          <p:cNvSpPr>
            <a:spLocks noGrp="1" noRot="1" noChangeAspect="1"/>
          </p:cNvSpPr>
          <p:nvPr>
            <p:ph type="sldImg"/>
          </p:nvPr>
        </p:nvSpPr>
        <p:spPr>
          <a:xfrm>
            <a:off x="1619250" y="1143000"/>
            <a:ext cx="3617913" cy="3084513"/>
          </a:xfrm>
          <a:prstGeom prst="rect">
            <a:avLst/>
          </a:prstGeom>
          <a:ln w="0">
            <a:noFill/>
          </a:ln>
        </p:spPr>
      </p:sp>
      <p:sp>
        <p:nvSpPr>
          <p:cNvPr id="634" name="PlaceHolder 2"/>
          <p:cNvSpPr>
            <a:spLocks noGrp="1"/>
          </p:cNvSpPr>
          <p:nvPr>
            <p:ph type="body"/>
          </p:nvPr>
        </p:nvSpPr>
        <p:spPr>
          <a:xfrm>
            <a:off x="685800" y="4400640"/>
            <a:ext cx="5482800" cy="3596760"/>
          </a:xfrm>
          <a:prstGeom prst="rect">
            <a:avLst/>
          </a:prstGeom>
          <a:noFill/>
          <a:ln w="0">
            <a:noFill/>
          </a:ln>
        </p:spPr>
        <p:txBody>
          <a:bodyPr lIns="91440" tIns="45720" rIns="91440" bIns="45720" anchor="t">
            <a:noAutofit/>
          </a:bodyPr>
          <a:lstStyle/>
          <a:p>
            <a:pPr indent="0" algn="l">
              <a:lnSpc>
                <a:spcPct val="100000"/>
              </a:lnSpc>
              <a:buNone/>
              <a:tabLst>
                <a:tab pos="0" algn="l"/>
              </a:tabLst>
            </a:pPr>
            <a:r>
              <a:rPr lang="en-US" sz="2000" b="0" u="none" strike="noStrike">
                <a:solidFill>
                  <a:srgbClr val="000000"/>
                </a:solidFill>
                <a:effectLst/>
                <a:uFillTx/>
                <a:latin typeface="Arial"/>
              </a:rPr>
              <a:t>Decoder Distribution Optimizer. dfine_decoder.py:428-535; dfine_utils.py:119-142; config:55-70. b0 is fixed initial prediction, detached at decoder line456. w0,h0 clamp_min(1e-6); epsilon=1e-6. Scale uses r0=4, s_ref=.05, clamp [.6,1.8]. Flatness averages 4 edges, detaches, divides by per-image current-layer max across queries clamped to 1e-6. The normalization denominator clamps the per-image query maximum by epsilon=1e-6. Current queries can include DN during training. Both branches modify rs passed to distance2bbox. Shared W is generated before the layer loop from fixed reg_scale and up; it is not regenerated by DDO. The lower panel is context outside DDO, not new DDO submodules. Integral consumes p as shown mathematically; the actual Integral receives logits and internally softmaxes them. One scale per query shared across four edges, not six-layer aggregation. No independent learnable DDO parameters. All 6 layers in training and current eval. Main v14 inputs b0 and distribution, output adaptive scale to Box Decoder are preserved. Manuscript curvature wording and v14 Adaptive W label differ from code; do not redraw W as instance-adaptive. v2: filled dots on the arrows are explicit computational input junctions. The Integral junction bundles (p_l,W) and does not add them; the Box Decoder junction bundles (b0,r_l), while m_l remains a separate input. DDO does not modify W. Both added branches join at exact midpoints of their host arrows. v3: innovation fills use lighter component colors and dark text. The top-right dimension badge and footer have been removed. Essential layer ranges or scalar broadcasting are expressed within the computational diagram. Computational formulas and input/output dependencies are unchanged. Combined v4: all subscripts are native editable italic, non-bold runs, including converted Unicode subscript characters. FRD retains the v8 palette. CLC/DDO/LQE use saturated bright accent fills. No computation or geometry has changed; shared canvas is 185 x 121 mm with no stretching. Combined v5: only CLC innovation fill changes to #2784D5. All key-module text is white. Innovation borders use darker colors in the same hue family. Italic non-bold subscripts and all geometry, computation and scope labels remain unchanged.</a:t>
            </a:r>
          </a:p>
          <a:p>
            <a:pPr indent="0" algn="l">
              <a:lnSpc>
                <a:spcPct val="100000"/>
              </a:lnSpc>
              <a:buNone/>
              <a:tabLst>
                <a:tab pos="0" algn="l"/>
              </a:tabLst>
            </a:pPr>
            <a:r>
              <a:rPr lang="en-US" sz="2000" b="0" u="none" strike="noStrike">
                <a:solidFill>
                  <a:srgbClr val="000000"/>
                </a:solidFill>
                <a:effectLst/>
                <a:uFillTx/>
                <a:latin typeface="Arial"/>
              </a:rPr>
              <a:t>Combined v6: layer index i follows the actual v14 r_i label; p_i denotes ordinary softmax(z_i), p_i^T denotes temperature softmax. Initial reference b_0 and its w_0,h_0 use subscripts. LQE class logits s_i=ClassHead_i(h_i). Shared W(n) is retained to match code; v14 Adaptive W(n) remains a documented main-figure label conflict.</a:t>
            </a:r>
          </a:p>
          <a:p>
            <a:pPr indent="0" algn="l">
              <a:lnSpc>
                <a:spcPct val="100000"/>
              </a:lnSpc>
              <a:buNone/>
              <a:tabLst>
                <a:tab pos="0" algn="l"/>
              </a:tabLst>
            </a:pPr>
            <a:r>
              <a:rPr lang="en-US" sz="2000" b="0" u="none" strike="noStrike">
                <a:solidFill>
                  <a:srgbClr val="000000"/>
                </a:solidFill>
                <a:effectLst/>
                <a:uFillTx/>
                <a:latin typeface="Arial"/>
              </a:rPr>
              <a:t>v7 user-requested finishing changes: diagram label Adaptive W(n); all mathematical text uses 9 pt base size, with 6.75 pt superscripts/subscripts. Computational graph unchanged. The Adaptive W(n) label follows the overview terminology; actual code still shares the project and dynamically modulates r_i.</a:t>
            </a:r>
          </a:p>
        </p:txBody>
      </p:sp>
      <p:sp>
        <p:nvSpPr>
          <p:cNvPr id="635" name="PlaceHolder 3"/>
          <p:cNvSpPr>
            <a:spLocks noGrp="1"/>
          </p:cNvSpPr>
          <p:nvPr>
            <p:ph type="sldNum" idx="40"/>
          </p:nvPr>
        </p:nvSpPr>
        <p:spPr>
          <a:xfrm>
            <a:off x="3884760" y="8685360"/>
            <a:ext cx="2968200" cy="45504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rgbClr val="000000"/>
                </a:solidFill>
                <a:effectLst/>
                <a:uFillTx/>
                <a:latin typeface="Times New Roman"/>
                <a:ea typeface="+mn-ea"/>
              </a:defRPr>
            </a:lvl1pPr>
          </a:lstStyle>
          <a:p>
            <a:pPr indent="0" algn="r" defTabSz="914400">
              <a:lnSpc>
                <a:spcPct val="100000"/>
              </a:lnSpc>
              <a:buNone/>
              <a:tabLst>
                <a:tab pos="0" algn="l"/>
              </a:tabLst>
            </a:pPr>
            <a:fld id="{126951B4-15F9-4E87-801E-5E9BEBFE9D0A}" type="slidenum">
              <a:rPr lang="en-US" sz="1200" b="0" u="none" strike="noStrike">
                <a:solidFill>
                  <a:srgbClr val="000000"/>
                </a:solidFill>
                <a:effectLst/>
                <a:uFillTx/>
                <a:latin typeface="Times New Roman"/>
                <a:ea typeface="+mn-ea"/>
              </a:rPr>
              <a:t>3</a:t>
            </a:fld>
            <a:endParaRPr lang="en-US" sz="1200" b="0" u="none" strike="noStrike">
              <a:solidFill>
                <a:srgbClr val="000000"/>
              </a:solidFill>
              <a:effectLst/>
              <a:uFillTx/>
              <a:latin typeface="Times New Roman"/>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0" name="PlaceHolder 1"/>
          <p:cNvSpPr>
            <a:spLocks noGrp="1" noRot="1" noChangeAspect="1"/>
          </p:cNvSpPr>
          <p:nvPr>
            <p:ph type="sldImg"/>
          </p:nvPr>
        </p:nvSpPr>
        <p:spPr>
          <a:xfrm>
            <a:off x="1619250" y="1143000"/>
            <a:ext cx="3617913" cy="3084513"/>
          </a:xfrm>
          <a:prstGeom prst="rect">
            <a:avLst/>
          </a:prstGeom>
          <a:ln w="0">
            <a:noFill/>
          </a:ln>
        </p:spPr>
      </p:sp>
      <p:sp>
        <p:nvSpPr>
          <p:cNvPr id="631" name="PlaceHolder 2"/>
          <p:cNvSpPr>
            <a:spLocks noGrp="1"/>
          </p:cNvSpPr>
          <p:nvPr>
            <p:ph type="body"/>
          </p:nvPr>
        </p:nvSpPr>
        <p:spPr>
          <a:xfrm>
            <a:off x="685800" y="4400640"/>
            <a:ext cx="5482800" cy="3596760"/>
          </a:xfrm>
          <a:prstGeom prst="rect">
            <a:avLst/>
          </a:prstGeom>
          <a:noFill/>
          <a:ln w="0">
            <a:noFill/>
          </a:ln>
        </p:spPr>
        <p:txBody>
          <a:bodyPr lIns="91440" tIns="45720" rIns="91440" bIns="45720" anchor="t">
            <a:noAutofit/>
          </a:bodyPr>
          <a:lstStyle/>
          <a:p>
            <a:pPr indent="0" algn="l">
              <a:lnSpc>
                <a:spcPct val="100000"/>
              </a:lnSpc>
              <a:buNone/>
              <a:tabLst>
                <a:tab pos="0" algn="l"/>
              </a:tabLst>
            </a:pPr>
            <a:r>
              <a:rPr lang="en-US" sz="2000" b="0" u="none" strike="noStrike">
                <a:solidFill>
                  <a:srgbClr val="000000"/>
                </a:solidFill>
                <a:effectLst/>
                <a:uFillTx/>
                <a:latin typeface="Arial"/>
              </a:rPr>
              <a:t>Cross-Layer Consistency. Current six-layer configuration: hdq_auto_v22_imgsz1024_v2.yml:73-86. Code: dfine_criterion.py:281-396,463-482,505-521. p is shallow and q is detached deeper target. KL is KL(q||p), multiplied by T^2; adjacent squared Hellinger has neither 1/2 nor T^2. Both use T=1.5 and all five neighboring pairs. GT area and the cross-layer matching union determine detached area weights. The final-layer peak term uses T=1. N is num_boxes_go; pair terms sum matched edges / N then average five pairs. Loss outputs are separate dictionary entries, not a forward prediction. Only ordinary detection queries; no DN invocation. FM losses are grouped with CLC according to manuscript Sec.3.5 and ablations. v14 shows adjacent inputs and omits GT weights, FM terms and loss outputs. All internal solid arrows mean computational dependency, not inference scope. See accompanying caption for exact clamps and reductions. v2 layout: a_q and alpha_l are defined in the top strip and reused by same-symbol local weight input ports. These are symbolic references to the same weights, not independent calculations or learnable parameters. The two (p,q) exits both carry the same probability pair. No long weight bus and no crossing paths. v3: innovation fills use lighter component colors and dark text. The top-right dimension badge and footer have been removed. Essential layer ranges or scalar broadcasting are expressed within the computational diagram. Computational formulas and input/output dependencies are unchanged. Combined v4: all subscripts are native editable italic, non-bold runs, including converted Unicode subscript characters. FRD retains the v8 palette. CLC/DDO/LQE use saturated bright accent fills. No computation or geometry has changed; shared canvas is 185 x 121 mm with no stretching. Combined v5: only CLC innovation fill changes to #2784D5. All key-module text is white. Innovation borders use darker colors in the same hue family. Italic non-bold subscripts and all geometry, computation and scope labels remain unchanged.</a:t>
            </a:r>
          </a:p>
          <a:p>
            <a:pPr indent="0" algn="l">
              <a:lnSpc>
                <a:spcPct val="100000"/>
              </a:lnSpc>
              <a:buNone/>
              <a:tabLst>
                <a:tab pos="0" algn="l"/>
              </a:tabLst>
            </a:pPr>
            <a:r>
              <a:rPr lang="en-US" sz="2000" b="0" u="none" strike="noStrike">
                <a:solidFill>
                  <a:srgbClr val="000000"/>
                </a:solidFill>
                <a:effectLst/>
                <a:uFillTx/>
                <a:latin typeface="Arial"/>
              </a:rPr>
              <a:t>Combined v6: layer index i follows the actual v14 r_i label; p_i denotes ordinary softmax(z_i), p_i^T denotes temperature softmax. Initial reference b_0 and its w_0,h_0 use subscripts. LQE class logits s_i=ClassHead_i(h_i). Shared W(n) is retained to match code; v14 Adaptive W(n) remains a documented main-figure label conflict.</a:t>
            </a:r>
          </a:p>
          <a:p>
            <a:pPr indent="0" algn="l">
              <a:lnSpc>
                <a:spcPct val="100000"/>
              </a:lnSpc>
              <a:buNone/>
              <a:tabLst>
                <a:tab pos="0" algn="l"/>
              </a:tabLst>
            </a:pPr>
            <a:r>
              <a:rPr lang="en-US" sz="2000" b="0" u="none" strike="noStrike">
                <a:solidFill>
                  <a:srgbClr val="000000"/>
                </a:solidFill>
                <a:effectLst/>
                <a:uFillTx/>
                <a:latin typeface="Arial"/>
              </a:rPr>
              <a:t>v7 user-requested finishing changes: diagram label Adaptive W(n); all mathematical text uses 9 pt base size, with 6.75 pt superscripts/subscripts. Computational graph unchanged. The Adaptive W(n) label follows the overview terminology; actual code still shares the project and dynamically modulates r_i.</a:t>
            </a:r>
          </a:p>
        </p:txBody>
      </p:sp>
      <p:sp>
        <p:nvSpPr>
          <p:cNvPr id="632" name="PlaceHolder 3"/>
          <p:cNvSpPr>
            <a:spLocks noGrp="1"/>
          </p:cNvSpPr>
          <p:nvPr>
            <p:ph type="sldNum" idx="39"/>
          </p:nvPr>
        </p:nvSpPr>
        <p:spPr>
          <a:xfrm>
            <a:off x="3884760" y="8685360"/>
            <a:ext cx="2968200" cy="45504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rgbClr val="000000"/>
                </a:solidFill>
                <a:effectLst/>
                <a:uFillTx/>
                <a:latin typeface="Times New Roman"/>
                <a:ea typeface="+mn-ea"/>
              </a:defRPr>
            </a:lvl1pPr>
          </a:lstStyle>
          <a:p>
            <a:pPr indent="0" algn="r" defTabSz="914400">
              <a:lnSpc>
                <a:spcPct val="100000"/>
              </a:lnSpc>
              <a:buNone/>
              <a:tabLst>
                <a:tab pos="0" algn="l"/>
              </a:tabLst>
            </a:pPr>
            <a:fld id="{AB5C6FD0-B795-4E06-AB89-EBBDF4F78926}" type="slidenum">
              <a:rPr lang="en-US" sz="1200" b="0" u="none" strike="noStrike">
                <a:solidFill>
                  <a:srgbClr val="000000"/>
                </a:solidFill>
                <a:effectLst/>
                <a:uFillTx/>
                <a:latin typeface="Times New Roman"/>
                <a:ea typeface="+mn-ea"/>
              </a:rPr>
              <a:t>4</a:t>
            </a:fld>
            <a:endParaRPr lang="en-US" sz="1200" b="0" u="none" strike="noStrike">
              <a:solidFill>
                <a:srgbClr val="000000"/>
              </a:solidFill>
              <a:effectLst/>
              <a:uFillTx/>
              <a:latin typeface="Times New Roman"/>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6" name="PlaceHolder 1"/>
          <p:cNvSpPr>
            <a:spLocks noGrp="1" noRot="1" noChangeAspect="1"/>
          </p:cNvSpPr>
          <p:nvPr>
            <p:ph type="sldImg"/>
          </p:nvPr>
        </p:nvSpPr>
        <p:spPr>
          <a:xfrm>
            <a:off x="1619250" y="1143000"/>
            <a:ext cx="3617913" cy="3084513"/>
          </a:xfrm>
          <a:prstGeom prst="rect">
            <a:avLst/>
          </a:prstGeom>
          <a:ln w="0">
            <a:noFill/>
          </a:ln>
        </p:spPr>
      </p:sp>
      <p:sp>
        <p:nvSpPr>
          <p:cNvPr id="637" name="PlaceHolder 2"/>
          <p:cNvSpPr>
            <a:spLocks noGrp="1"/>
          </p:cNvSpPr>
          <p:nvPr>
            <p:ph type="body"/>
          </p:nvPr>
        </p:nvSpPr>
        <p:spPr>
          <a:xfrm>
            <a:off x="685800" y="4400640"/>
            <a:ext cx="5482800" cy="3596760"/>
          </a:xfrm>
          <a:prstGeom prst="rect">
            <a:avLst/>
          </a:prstGeom>
          <a:noFill/>
          <a:ln w="0">
            <a:noFill/>
          </a:ln>
        </p:spPr>
        <p:txBody>
          <a:bodyPr lIns="91440" tIns="45720" rIns="91440" bIns="45720" anchor="t">
            <a:noAutofit/>
          </a:bodyPr>
          <a:lstStyle/>
          <a:p>
            <a:pPr indent="0" algn="l">
              <a:lnSpc>
                <a:spcPct val="100000"/>
              </a:lnSpc>
              <a:buNone/>
              <a:tabLst>
                <a:tab pos="0" algn="l"/>
              </a:tabLst>
            </a:pPr>
            <a:r>
              <a:rPr lang="en-US" sz="2000" b="0" u="none" strike="noStrike">
                <a:solidFill>
                  <a:srgbClr val="000000"/>
                </a:solidFill>
                <a:effectLst/>
                <a:uFillTx/>
                <a:latin typeface="Arial"/>
              </a:rPr>
              <a:t>Localization Quality Estimator. dfine_decoder.py:298-326,377-381,521-524. The top-k path is inherited from D-FINE; the entropy path is the FALCON addition. All distributions are from current cumulative logits with 4 edges and 33 bins. top4+their mean on each edge =&gt;20 features; MLP20-&gt;64-&gt;1. Entropy on each edge and mean =&gt;5 features; MLP5-&gt;64-&gt;1. Both MLPs have one ReLU hidden layer and zero-initialized final affine layer at construction. Entropy is computed in float32 after clamping p to 1e-8, uses natural log and no /log33 or detach. Quality output B,Q,1 broadcasts over C classification logits. It is not class probability; sigmoid occurs in downstream losses/postprocess as applicable. Each decoder layer has its own LQE module parameters. Training computes layers1-6; current eval only layer6. No constrained monotonic relation between entropy and score. v14 input edges preserved; it omits LQE outputs. New output here is code-derived. Auxiliary FR-LSD teacher confidence comes from final corrected logits, described in caption rather than an extra forward arrow. v3 compact layout: panel height 685 units. Both class arrows are 120 units and both quality vertical arrows are 135 units. q_l is one scalar per query, broadcast across all classes. v3: innovation fills use lighter component colors and dark text. The top-right dimension badge and footer have been removed. Essential layer ranges or scalar broadcasting are expressed within the computational diagram. Computational formulas and input/output dependencies are unchanged. Combined v4: all subscripts are native editable italic, non-bold runs, including converted Unicode subscript characters. FRD retains the v8 palette. CLC/DDO/LQE use saturated bright accent fills. No computation or geometry has changed; shared canvas is 185 x 121 mm with no stretching. Combined v5: only CLC innovation fill changes to #2784D5. All key-module text is white. Innovation borders use darker colors in the same hue family. Italic non-bold subscripts and all geometry, computation and scope labels remain unchanged.</a:t>
            </a:r>
          </a:p>
          <a:p>
            <a:pPr indent="0" algn="l">
              <a:lnSpc>
                <a:spcPct val="100000"/>
              </a:lnSpc>
              <a:buNone/>
              <a:tabLst>
                <a:tab pos="0" algn="l"/>
              </a:tabLst>
            </a:pPr>
            <a:r>
              <a:rPr lang="en-US" sz="2000" b="0" u="none" strike="noStrike">
                <a:solidFill>
                  <a:srgbClr val="000000"/>
                </a:solidFill>
                <a:effectLst/>
                <a:uFillTx/>
                <a:latin typeface="Arial"/>
              </a:rPr>
              <a:t>Combined v6: layer index i follows the actual v14 r_i label; p_i denotes ordinary softmax(z_i), p_i^T denotes temperature softmax. Initial reference b_0 and its w_0,h_0 use subscripts. LQE class logits s_i=ClassHead_i(h_i). Shared W(n) is retained to match code; v14 Adaptive W(n) remains a documented main-figure label conflict.</a:t>
            </a:r>
          </a:p>
          <a:p>
            <a:pPr indent="0" algn="l">
              <a:lnSpc>
                <a:spcPct val="100000"/>
              </a:lnSpc>
              <a:buNone/>
              <a:tabLst>
                <a:tab pos="0" algn="l"/>
              </a:tabLst>
            </a:pPr>
            <a:r>
              <a:rPr lang="en-US" sz="2000" b="0" u="none" strike="noStrike">
                <a:solidFill>
                  <a:srgbClr val="000000"/>
                </a:solidFill>
                <a:effectLst/>
                <a:uFillTx/>
                <a:latin typeface="Arial"/>
              </a:rPr>
              <a:t>v7 user-requested finishing changes: diagram label Adaptive W(n); all mathematical text uses 9 pt base size, with 6.75 pt superscripts/subscripts. Computational graph unchanged. The Adaptive W(n) label follows the overview terminology; actual code still shares the project and dynamically modulates r_i.</a:t>
            </a:r>
          </a:p>
        </p:txBody>
      </p:sp>
      <p:sp>
        <p:nvSpPr>
          <p:cNvPr id="638" name="PlaceHolder 3"/>
          <p:cNvSpPr>
            <a:spLocks noGrp="1"/>
          </p:cNvSpPr>
          <p:nvPr>
            <p:ph type="sldNum" idx="41"/>
          </p:nvPr>
        </p:nvSpPr>
        <p:spPr>
          <a:xfrm>
            <a:off x="3884760" y="8685360"/>
            <a:ext cx="2968200" cy="45504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rgbClr val="000000"/>
                </a:solidFill>
                <a:effectLst/>
                <a:uFillTx/>
                <a:latin typeface="Times New Roman"/>
                <a:ea typeface="+mn-ea"/>
              </a:defRPr>
            </a:lvl1pPr>
          </a:lstStyle>
          <a:p>
            <a:pPr indent="0" algn="r" defTabSz="914400">
              <a:lnSpc>
                <a:spcPct val="100000"/>
              </a:lnSpc>
              <a:buNone/>
              <a:tabLst>
                <a:tab pos="0" algn="l"/>
              </a:tabLst>
            </a:pPr>
            <a:fld id="{AEBD038B-E78C-4EE9-9D68-EC6A4F118FA2}" type="slidenum">
              <a:rPr lang="en-US" sz="1200" b="0" u="none" strike="noStrike">
                <a:solidFill>
                  <a:srgbClr val="000000"/>
                </a:solidFill>
                <a:effectLst/>
                <a:uFillTx/>
                <a:latin typeface="Times New Roman"/>
                <a:ea typeface="+mn-ea"/>
              </a:rPr>
              <a:t>5</a:t>
            </a:fld>
            <a:endParaRPr lang="en-US" sz="1200" b="0" u="none" strike="noStrike">
              <a:solidFill>
                <a:srgbClr val="000000"/>
              </a:solidFill>
              <a:effectLst/>
              <a:uFillTx/>
              <a:latin typeface="Times New Roman"/>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bg>
      <p:bgPr>
        <a:solidFill>
          <a:srgbClr val="FFFFFF"/>
        </a:solidFill>
        <a:effectLst/>
      </p:bgPr>
    </p:bg>
    <p:spTree>
      <p:nvGrpSpPr>
        <p:cNvPr id="1" name=""/>
        <p:cNvGrpSpPr/>
        <p:nvPr/>
      </p:nvGrpSpPr>
      <p:grpSpPr>
        <a:xfrm>
          <a:off x="0" y="0"/>
          <a:ext cx="0" cy="0"/>
          <a:chOff x="0" y="0"/>
          <a:chExt cx="0" cy="0"/>
        </a:xfrm>
      </p:grpSpPr>
      <p:sp>
        <p:nvSpPr>
          <p:cNvPr id="2" name="PlaceHolder 1"/>
          <p:cNvSpPr>
            <a:spLocks noGrp="1"/>
          </p:cNvSpPr>
          <p:nvPr>
            <p:ph type="dt" idx="1"/>
          </p:nvPr>
        </p:nvSpPr>
        <p:spPr>
          <a:xfrm>
            <a:off x="509760" y="5860440"/>
            <a:ext cx="1664640" cy="332640"/>
          </a:xfrm>
          <a:prstGeom prst="rect">
            <a:avLst/>
          </a:prstGeom>
          <a:noFill/>
          <a:ln w="0">
            <a:noFill/>
          </a:ln>
        </p:spPr>
        <p:txBody>
          <a:bodyPr lIns="91440" tIns="45720" rIns="91440" bIns="45720" anchor="ctr">
            <a:noAutofit/>
          </a:bodyPr>
          <a:lstStyle>
            <a:lvl1pPr indent="0" algn="l" defTabSz="914400">
              <a:lnSpc>
                <a:spcPct val="100000"/>
              </a:lnSpc>
              <a:buNone/>
              <a:tabLst>
                <a:tab pos="0" algn="l"/>
              </a:tabLst>
              <a:defRPr lang="en-US" sz="670" b="0" u="none" strike="noStrike">
                <a:solidFill>
                  <a:schemeClr val="dk1">
                    <a:tint val="82000"/>
                  </a:schemeClr>
                </a:solidFill>
                <a:effectLst/>
                <a:uFillTx/>
                <a:latin typeface="等线"/>
              </a:defRPr>
            </a:lvl1pPr>
          </a:lstStyle>
          <a:p>
            <a:pPr indent="0" algn="l" defTabSz="914400">
              <a:lnSpc>
                <a:spcPct val="100000"/>
              </a:lnSpc>
              <a:buNone/>
              <a:tabLst>
                <a:tab pos="0" algn="l"/>
              </a:tabLst>
            </a:pPr>
            <a:r>
              <a:rPr lang="en-US" sz="670" b="0" u="none" strike="noStrike">
                <a:solidFill>
                  <a:schemeClr val="dk1">
                    <a:tint val="82000"/>
                  </a:schemeClr>
                </a:solidFill>
                <a:effectLst/>
                <a:uFillTx/>
                <a:latin typeface="等线"/>
              </a:rPr>
              <a:t>&lt;日期/时间&gt;</a:t>
            </a:r>
            <a:endParaRPr lang="en-US" sz="670" b="0" u="none" strike="noStrike">
              <a:solidFill>
                <a:srgbClr val="000000"/>
              </a:solidFill>
              <a:effectLst/>
              <a:uFillTx/>
              <a:latin typeface="Times New Roman"/>
            </a:endParaRPr>
          </a:p>
        </p:txBody>
      </p:sp>
      <p:sp>
        <p:nvSpPr>
          <p:cNvPr id="3" name="PlaceHolder 2"/>
          <p:cNvSpPr>
            <a:spLocks noGrp="1"/>
          </p:cNvSpPr>
          <p:nvPr>
            <p:ph type="ftr" idx="2"/>
          </p:nvPr>
        </p:nvSpPr>
        <p:spPr>
          <a:xfrm>
            <a:off x="2456280" y="5860440"/>
            <a:ext cx="2498760" cy="332640"/>
          </a:xfrm>
          <a:prstGeom prst="rect">
            <a:avLst/>
          </a:prstGeom>
          <a:noFill/>
          <a:ln w="0">
            <a:noFill/>
          </a:ln>
        </p:spPr>
        <p:txBody>
          <a:bodyPr lIns="91440" tIns="45720" rIns="91440" bIns="45720" anchor="ctr">
            <a:noAutofit/>
          </a:bodyPr>
          <a:lstStyle>
            <a:lvl1pPr indent="0" algn="ctr" defTabSz="914400">
              <a:lnSpc>
                <a:spcPct val="100000"/>
              </a:lnSpc>
              <a:buNone/>
              <a:tabLst>
                <a:tab pos="0" algn="l"/>
              </a:tabLst>
              <a:defRPr lang="en-US" sz="1400" b="0" u="none" strike="noStrike">
                <a:solidFill>
                  <a:srgbClr val="000000"/>
                </a:solidFill>
                <a:effectLst/>
                <a:uFillTx/>
                <a:latin typeface="Times New Roman"/>
              </a:defRPr>
            </a:lvl1pPr>
          </a:lstStyle>
          <a:p>
            <a:pPr indent="0" algn="ctr" defTabSz="914400">
              <a:lnSpc>
                <a:spcPct val="100000"/>
              </a:lnSpc>
              <a:buNone/>
              <a:tabLst>
                <a:tab pos="0" algn="l"/>
              </a:tabLst>
            </a:pPr>
            <a:r>
              <a:rPr lang="en-US" sz="1400" b="0" u="none" strike="noStrike">
                <a:solidFill>
                  <a:srgbClr val="000000"/>
                </a:solidFill>
                <a:effectLst/>
                <a:uFillTx/>
                <a:latin typeface="Times New Roman"/>
              </a:rPr>
              <a:t>&lt;页脚&gt;</a:t>
            </a:r>
          </a:p>
        </p:txBody>
      </p:sp>
      <p:sp>
        <p:nvSpPr>
          <p:cNvPr id="4" name="PlaceHolder 3"/>
          <p:cNvSpPr>
            <a:spLocks noGrp="1"/>
          </p:cNvSpPr>
          <p:nvPr>
            <p:ph type="sldNum" idx="3"/>
          </p:nvPr>
        </p:nvSpPr>
        <p:spPr>
          <a:xfrm>
            <a:off x="5236920" y="5860440"/>
            <a:ext cx="1664640" cy="33264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n-US" sz="670" b="0" u="none" strike="noStrike">
                <a:solidFill>
                  <a:schemeClr val="dk1">
                    <a:tint val="82000"/>
                  </a:schemeClr>
                </a:solidFill>
                <a:effectLst/>
                <a:uFillTx/>
                <a:latin typeface="等线"/>
              </a:defRPr>
            </a:lvl1pPr>
          </a:lstStyle>
          <a:p>
            <a:pPr indent="0" algn="r" defTabSz="914400">
              <a:lnSpc>
                <a:spcPct val="100000"/>
              </a:lnSpc>
              <a:buNone/>
              <a:tabLst>
                <a:tab pos="0" algn="l"/>
              </a:tabLst>
            </a:pPr>
            <a:fld id="{08C2A4FA-87B7-4628-9013-392F54622747}" type="slidenum">
              <a:rPr lang="en-US" sz="670" b="0" u="none" strike="noStrike">
                <a:solidFill>
                  <a:schemeClr val="dk1">
                    <a:tint val="82000"/>
                  </a:schemeClr>
                </a:solidFill>
                <a:effectLst/>
                <a:uFillTx/>
                <a:latin typeface="等线"/>
              </a:rPr>
              <a:t>‹#›</a:t>
            </a:fld>
            <a:endParaRPr lang="en-US" sz="670" b="0" u="none" strike="noStrike">
              <a:solidFill>
                <a:srgbClr val="000000"/>
              </a:solidFill>
              <a:effectLst/>
              <a:uFillTx/>
              <a:latin typeface="Times New Roman"/>
            </a:endParaRPr>
          </a:p>
        </p:txBody>
      </p:sp>
      <p:sp>
        <p:nvSpPr>
          <p:cNvPr id="5" name="PlaceHolder 4"/>
          <p:cNvSpPr>
            <a:spLocks noGrp="1"/>
          </p:cNvSpPr>
          <p:nvPr>
            <p:ph type="title"/>
          </p:nvPr>
        </p:nvSpPr>
        <p:spPr>
          <a:xfrm>
            <a:off x="370440" y="252000"/>
            <a:ext cx="6671160" cy="1053360"/>
          </a:xfrm>
          <a:prstGeom prst="rect">
            <a:avLst/>
          </a:prstGeom>
          <a:noFill/>
          <a:ln w="0">
            <a:noFill/>
          </a:ln>
        </p:spPr>
        <p:txBody>
          <a:bodyPr lIns="0" tIns="0" rIns="0" bIns="0" anchor="ctr">
            <a:noAutofit/>
          </a:bodyPr>
          <a:lstStyle>
            <a:lvl1pPr indent="0" algn="l" defTabSz="914400">
              <a:lnSpc>
                <a:spcPct val="90000"/>
              </a:lnSpc>
              <a:buNone/>
              <a:tabLst>
                <a:tab pos="0" algn="l"/>
              </a:tabLst>
              <a:defRPr lang="zh-CN" sz="1800" b="0" u="none" strike="noStrike">
                <a:solidFill>
                  <a:schemeClr val="dk1"/>
                </a:solidFill>
                <a:effectLst/>
                <a:uFillTx/>
                <a:latin typeface="等线"/>
              </a:defRPr>
            </a:lvl1pPr>
          </a:lstStyle>
          <a:p>
            <a:pPr indent="0" algn="l" defTabSz="914400">
              <a:lnSpc>
                <a:spcPct val="90000"/>
              </a:lnSpc>
              <a:buNone/>
              <a:tabLst>
                <a:tab pos="0" algn="l"/>
              </a:tabLst>
            </a:pPr>
            <a:r>
              <a:rPr lang="zh-CN" sz="1800" b="0" u="none" strike="noStrike">
                <a:solidFill>
                  <a:schemeClr val="dk1"/>
                </a:solidFill>
                <a:effectLst/>
                <a:uFillTx/>
                <a:latin typeface="等线"/>
              </a:rPr>
              <a:t>单击以编辑标题文本格式</a:t>
            </a:r>
            <a:endParaRPr lang="en-US" sz="1800" b="0" u="none" strike="noStrike">
              <a:solidFill>
                <a:schemeClr val="dk1"/>
              </a:solidFill>
              <a:effectLst/>
              <a:uFillTx/>
              <a:latin typeface="等线"/>
            </a:endParaRPr>
          </a:p>
        </p:txBody>
      </p:sp>
      <p:sp>
        <p:nvSpPr>
          <p:cNvPr id="6" name="PlaceHolder 5"/>
          <p:cNvSpPr>
            <a:spLocks noGrp="1"/>
          </p:cNvSpPr>
          <p:nvPr>
            <p:ph type="body"/>
          </p:nvPr>
        </p:nvSpPr>
        <p:spPr>
          <a:xfrm>
            <a:off x="370440" y="1479240"/>
            <a:ext cx="6671160" cy="3664800"/>
          </a:xfrm>
          <a:prstGeom prst="rect">
            <a:avLst/>
          </a:prstGeom>
          <a:noFill/>
          <a:ln w="0">
            <a:noFill/>
          </a:ln>
        </p:spPr>
        <p:txBody>
          <a:bodyPr lIns="0" tIns="0" rIns="0" bIns="0" anchor="t">
            <a:normAutofit/>
          </a:bodyPr>
          <a:lstStyle>
            <a:lvl1pPr algn="l" defTabSz="914400">
              <a:lnSpc>
                <a:spcPct val="90000"/>
              </a:lnSpc>
              <a:spcBef>
                <a:spcPts val="1417"/>
              </a:spcBef>
              <a:buClr>
                <a:srgbClr val="000000"/>
              </a:buClr>
              <a:buSzPct val="45000"/>
              <a:buFont typeface="Wingdings" charset="2"/>
              <a:buChar char=""/>
              <a:defRPr lang="zh-CN" sz="2800" b="0" u="none" strike="noStrike">
                <a:solidFill>
                  <a:schemeClr val="dk1"/>
                </a:solidFill>
                <a:effectLst/>
                <a:uFillTx/>
                <a:latin typeface="等线"/>
              </a:defRPr>
            </a:lvl1pPr>
            <a:lvl2pPr lvl="1" algn="l" defTabSz="914400">
              <a:lnSpc>
                <a:spcPct val="90000"/>
              </a:lnSpc>
              <a:spcBef>
                <a:spcPts val="1134"/>
              </a:spcBef>
              <a:buClr>
                <a:srgbClr val="000000"/>
              </a:buClr>
              <a:buSzPct val="75000"/>
              <a:buFont typeface="Symbol" charset="2"/>
              <a:buChar char=""/>
              <a:defRPr lang="zh-CN" sz="2000" b="0" u="none" strike="noStrike">
                <a:solidFill>
                  <a:schemeClr val="dk1"/>
                </a:solidFill>
                <a:effectLst/>
                <a:uFillTx/>
                <a:latin typeface="等线"/>
              </a:defRPr>
            </a:lvl2pPr>
            <a:lvl3pPr lvl="2" algn="l" defTabSz="914400">
              <a:lnSpc>
                <a:spcPct val="90000"/>
              </a:lnSpc>
              <a:spcBef>
                <a:spcPts val="850"/>
              </a:spcBef>
              <a:buClr>
                <a:srgbClr val="000000"/>
              </a:buClr>
              <a:buSzPct val="45000"/>
              <a:buFont typeface="Wingdings" charset="2"/>
              <a:buChar char=""/>
              <a:defRPr lang="zh-CN" sz="1800" b="0" u="none" strike="noStrike">
                <a:solidFill>
                  <a:schemeClr val="dk1"/>
                </a:solidFill>
                <a:effectLst/>
                <a:uFillTx/>
                <a:latin typeface="等线"/>
              </a:defRPr>
            </a:lvl3pPr>
            <a:lvl4pPr lvl="3" algn="l" defTabSz="914400">
              <a:lnSpc>
                <a:spcPct val="90000"/>
              </a:lnSpc>
              <a:spcBef>
                <a:spcPts val="567"/>
              </a:spcBef>
              <a:buClr>
                <a:srgbClr val="000000"/>
              </a:buClr>
              <a:buSzPct val="75000"/>
              <a:buFont typeface="Symbol" charset="2"/>
              <a:buChar char=""/>
              <a:defRPr lang="zh-CN" sz="1800" b="0" u="none" strike="noStrike">
                <a:solidFill>
                  <a:schemeClr val="dk1"/>
                </a:solidFill>
                <a:effectLst/>
                <a:uFillTx/>
                <a:latin typeface="等线"/>
              </a:defRPr>
            </a:lvl4pPr>
            <a:lvl5pPr lvl="4" algn="l" defTabSz="914400">
              <a:lnSpc>
                <a:spcPct val="90000"/>
              </a:lnSpc>
              <a:spcBef>
                <a:spcPts val="283"/>
              </a:spcBef>
              <a:buClr>
                <a:srgbClr val="000000"/>
              </a:buClr>
              <a:buSzPct val="45000"/>
              <a:buFont typeface="Wingdings" charset="2"/>
              <a:buChar char=""/>
              <a:defRPr lang="zh-CN" sz="2000" b="0" u="none" strike="noStrike">
                <a:solidFill>
                  <a:schemeClr val="dk1"/>
                </a:solidFill>
                <a:effectLst/>
                <a:uFillTx/>
                <a:latin typeface="等线"/>
              </a:defRPr>
            </a:lvl5pPr>
            <a:lvl6pPr lvl="5" algn="l" defTabSz="914400">
              <a:lnSpc>
                <a:spcPct val="90000"/>
              </a:lnSpc>
              <a:spcBef>
                <a:spcPts val="283"/>
              </a:spcBef>
              <a:buClr>
                <a:srgbClr val="000000"/>
              </a:buClr>
              <a:buSzPct val="45000"/>
              <a:buFont typeface="Wingdings" charset="2"/>
              <a:buChar char=""/>
              <a:defRPr lang="zh-CN" sz="2000" b="0" u="none" strike="noStrike">
                <a:solidFill>
                  <a:schemeClr val="dk1"/>
                </a:solidFill>
                <a:effectLst/>
                <a:uFillTx/>
                <a:latin typeface="等线"/>
              </a:defRPr>
            </a:lvl6pPr>
            <a:lvl7pPr lvl="6" algn="l" defTabSz="914400">
              <a:lnSpc>
                <a:spcPct val="90000"/>
              </a:lnSpc>
              <a:spcBef>
                <a:spcPts val="283"/>
              </a:spcBef>
              <a:buClr>
                <a:srgbClr val="000000"/>
              </a:buClr>
              <a:buSzPct val="45000"/>
              <a:buFont typeface="Wingdings" charset="2"/>
              <a:buChar char=""/>
              <a:defRPr lang="zh-CN" sz="2000" b="0" u="none" strike="noStrike">
                <a:solidFill>
                  <a:schemeClr val="dk1"/>
                </a:solidFill>
                <a:effectLst/>
                <a:uFillTx/>
                <a:latin typeface="等线"/>
              </a:defRPr>
            </a:lvl7pPr>
          </a:lstStyle>
          <a:p>
            <a:pPr marL="432000" indent="-324000" algn="l" defTabSz="914400">
              <a:lnSpc>
                <a:spcPct val="90000"/>
              </a:lnSpc>
              <a:spcBef>
                <a:spcPts val="1417"/>
              </a:spcBef>
              <a:buClr>
                <a:srgbClr val="000000"/>
              </a:buClr>
              <a:buSzPct val="45000"/>
              <a:buFont typeface="Wingdings" charset="2"/>
              <a:buChar char=""/>
            </a:pPr>
            <a:r>
              <a:rPr lang="zh-CN" sz="2800" b="0" u="none" strike="noStrike">
                <a:solidFill>
                  <a:schemeClr val="dk1"/>
                </a:solidFill>
                <a:effectLst/>
                <a:uFillTx/>
                <a:latin typeface="等线"/>
              </a:rPr>
              <a:t>点击以编辑提纲文本格式</a:t>
            </a:r>
            <a:endParaRPr lang="en-US" sz="2800" b="0" u="none" strike="noStrike">
              <a:solidFill>
                <a:schemeClr val="dk1"/>
              </a:solidFill>
              <a:effectLst/>
              <a:uFillTx/>
              <a:latin typeface="等线"/>
            </a:endParaRPr>
          </a:p>
          <a:p>
            <a:pPr marL="864000" lvl="1" indent="-324000" algn="l" defTabSz="914400">
              <a:lnSpc>
                <a:spcPct val="90000"/>
              </a:lnSpc>
              <a:spcBef>
                <a:spcPts val="1134"/>
              </a:spcBef>
              <a:buClr>
                <a:srgbClr val="000000"/>
              </a:buClr>
              <a:buSzPct val="75000"/>
              <a:buFont typeface="Symbol" charset="2"/>
              <a:buChar char=""/>
            </a:pPr>
            <a:r>
              <a:rPr lang="zh-CN" sz="2000" b="0" u="none" strike="noStrike">
                <a:solidFill>
                  <a:schemeClr val="dk1"/>
                </a:solidFill>
                <a:effectLst/>
                <a:uFillTx/>
                <a:latin typeface="等线"/>
              </a:rPr>
              <a:t>第二提纲级别</a:t>
            </a:r>
            <a:endParaRPr lang="en-US" sz="2000" b="0" u="none" strike="noStrike">
              <a:solidFill>
                <a:schemeClr val="dk1"/>
              </a:solidFill>
              <a:effectLst/>
              <a:uFillTx/>
              <a:latin typeface="等线"/>
            </a:endParaRPr>
          </a:p>
          <a:p>
            <a:pPr marL="1296000" lvl="2" indent="-288000" algn="l" defTabSz="914400">
              <a:lnSpc>
                <a:spcPct val="90000"/>
              </a:lnSpc>
              <a:spcBef>
                <a:spcPts val="850"/>
              </a:spcBef>
              <a:buClr>
                <a:srgbClr val="000000"/>
              </a:buClr>
              <a:buSzPct val="45000"/>
              <a:buFont typeface="Wingdings" charset="2"/>
              <a:buChar char=""/>
            </a:pPr>
            <a:r>
              <a:rPr lang="zh-CN" sz="1800" b="0" u="none" strike="noStrike">
                <a:solidFill>
                  <a:schemeClr val="dk1"/>
                </a:solidFill>
                <a:effectLst/>
                <a:uFillTx/>
                <a:latin typeface="等线"/>
              </a:rPr>
              <a:t>第三提纲级别</a:t>
            </a:r>
            <a:endParaRPr lang="en-US" sz="1800" b="0" u="none" strike="noStrike">
              <a:solidFill>
                <a:schemeClr val="dk1"/>
              </a:solidFill>
              <a:effectLst/>
              <a:uFillTx/>
              <a:latin typeface="等线"/>
            </a:endParaRPr>
          </a:p>
          <a:p>
            <a:pPr marL="1728000" lvl="3" indent="-216000" algn="l" defTabSz="914400">
              <a:lnSpc>
                <a:spcPct val="90000"/>
              </a:lnSpc>
              <a:spcBef>
                <a:spcPts val="567"/>
              </a:spcBef>
              <a:buClr>
                <a:srgbClr val="000000"/>
              </a:buClr>
              <a:buSzPct val="75000"/>
              <a:buFont typeface="Symbol" charset="2"/>
              <a:buChar char=""/>
            </a:pPr>
            <a:r>
              <a:rPr lang="zh-CN" sz="1800" b="0" u="none" strike="noStrike">
                <a:solidFill>
                  <a:schemeClr val="dk1"/>
                </a:solidFill>
                <a:effectLst/>
                <a:uFillTx/>
                <a:latin typeface="等线"/>
              </a:rPr>
              <a:t>第四提纲级别</a:t>
            </a:r>
            <a:endParaRPr lang="en-US" sz="1800" b="0" u="none" strike="noStrike">
              <a:solidFill>
                <a:schemeClr val="dk1"/>
              </a:solidFill>
              <a:effectLst/>
              <a:uFillTx/>
              <a:latin typeface="等线"/>
            </a:endParaRPr>
          </a:p>
          <a:p>
            <a:pPr marL="2160000" lvl="4" indent="-216000" algn="l" defTabSz="914400">
              <a:lnSpc>
                <a:spcPct val="90000"/>
              </a:lnSpc>
              <a:spcBef>
                <a:spcPts val="283"/>
              </a:spcBef>
              <a:buClr>
                <a:srgbClr val="000000"/>
              </a:buClr>
              <a:buSzPct val="45000"/>
              <a:buFont typeface="Wingdings" charset="2"/>
              <a:buChar char=""/>
            </a:pPr>
            <a:r>
              <a:rPr lang="zh-CN" sz="2000" b="0" u="none" strike="noStrike">
                <a:solidFill>
                  <a:schemeClr val="dk1"/>
                </a:solidFill>
                <a:effectLst/>
                <a:uFillTx/>
                <a:latin typeface="等线"/>
              </a:rPr>
              <a:t>第五提纲级别</a:t>
            </a:r>
            <a:endParaRPr lang="en-US" sz="2000" b="0" u="none" strike="noStrike">
              <a:solidFill>
                <a:schemeClr val="dk1"/>
              </a:solidFill>
              <a:effectLst/>
              <a:uFillTx/>
              <a:latin typeface="等线"/>
            </a:endParaRPr>
          </a:p>
          <a:p>
            <a:pPr marL="2592000" lvl="5" indent="-216000" algn="l" defTabSz="914400">
              <a:lnSpc>
                <a:spcPct val="90000"/>
              </a:lnSpc>
              <a:spcBef>
                <a:spcPts val="283"/>
              </a:spcBef>
              <a:buClr>
                <a:srgbClr val="000000"/>
              </a:buClr>
              <a:buSzPct val="45000"/>
              <a:buFont typeface="Wingdings" charset="2"/>
              <a:buChar char=""/>
            </a:pPr>
            <a:r>
              <a:rPr lang="zh-CN" sz="2000" b="0" u="none" strike="noStrike">
                <a:solidFill>
                  <a:schemeClr val="dk1"/>
                </a:solidFill>
                <a:effectLst/>
                <a:uFillTx/>
                <a:latin typeface="等线"/>
              </a:rPr>
              <a:t>第六提纲级别</a:t>
            </a:r>
            <a:endParaRPr lang="en-US" sz="2000" b="0" u="none" strike="noStrike">
              <a:solidFill>
                <a:schemeClr val="dk1"/>
              </a:solidFill>
              <a:effectLst/>
              <a:uFillTx/>
              <a:latin typeface="等线"/>
            </a:endParaRPr>
          </a:p>
          <a:p>
            <a:pPr marL="3024000" lvl="6" indent="-216000" algn="l" defTabSz="914400">
              <a:lnSpc>
                <a:spcPct val="90000"/>
              </a:lnSpc>
              <a:spcBef>
                <a:spcPts val="283"/>
              </a:spcBef>
              <a:buClr>
                <a:srgbClr val="000000"/>
              </a:buClr>
              <a:buSzPct val="45000"/>
              <a:buFont typeface="Wingdings" charset="2"/>
              <a:buChar char=""/>
            </a:pPr>
            <a:r>
              <a:rPr lang="zh-CN" sz="2000" b="0" u="none" strike="noStrike">
                <a:solidFill>
                  <a:schemeClr val="dk1"/>
                </a:solidFill>
                <a:effectLst/>
                <a:uFillTx/>
                <a:latin typeface="等线"/>
              </a:rPr>
              <a:t>第七提纲级别</a:t>
            </a:r>
            <a:endParaRPr lang="en-US" sz="2000" b="0" u="none" strike="noStrike">
              <a:solidFill>
                <a:schemeClr val="dk1"/>
              </a:solidFill>
              <a:effectLst/>
              <a:uFillTx/>
              <a:latin typeface="等线"/>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Content with Caption">
    <p:bg>
      <p:bgPr>
        <a:solidFill>
          <a:srgbClr val="FFFFFF"/>
        </a:solidFill>
        <a:effectLst/>
      </p:bgPr>
    </p:bg>
    <p:spTree>
      <p:nvGrpSpPr>
        <p:cNvPr id="1" name=""/>
        <p:cNvGrpSpPr/>
        <p:nvPr/>
      </p:nvGrpSpPr>
      <p:grpSpPr>
        <a:xfrm>
          <a:off x="0" y="0"/>
          <a:ext cx="0" cy="0"/>
          <a:chOff x="0" y="0"/>
          <a:chExt cx="0" cy="0"/>
        </a:xfrm>
      </p:grpSpPr>
      <p:sp>
        <p:nvSpPr>
          <p:cNvPr id="7" name="PlaceHolder 1"/>
          <p:cNvSpPr>
            <a:spLocks noGrp="1"/>
          </p:cNvSpPr>
          <p:nvPr>
            <p:ph type="title"/>
          </p:nvPr>
        </p:nvSpPr>
        <p:spPr>
          <a:xfrm>
            <a:off x="510840" y="421560"/>
            <a:ext cx="2387520" cy="1471320"/>
          </a:xfrm>
          <a:prstGeom prst="rect">
            <a:avLst/>
          </a:prstGeom>
          <a:noFill/>
          <a:ln w="0">
            <a:noFill/>
          </a:ln>
        </p:spPr>
        <p:txBody>
          <a:bodyPr lIns="91440" tIns="45720" rIns="91440" bIns="45720" anchor="b">
            <a:noAutofit/>
          </a:bodyPr>
          <a:lstStyle>
            <a:lvl1pPr indent="0" algn="l" defTabSz="512640">
              <a:lnSpc>
                <a:spcPct val="90000"/>
              </a:lnSpc>
              <a:buNone/>
              <a:tabLst>
                <a:tab pos="0" algn="l"/>
              </a:tabLst>
              <a:defRPr lang="en-US" sz="1790" b="0" u="none" strike="noStrike">
                <a:solidFill>
                  <a:schemeClr val="dk1"/>
                </a:solidFill>
                <a:effectLst/>
                <a:uFillTx/>
                <a:latin typeface="等线 Light"/>
              </a:defRPr>
            </a:lvl1pPr>
          </a:lstStyle>
          <a:p>
            <a:pPr indent="0" algn="l" defTabSz="512640">
              <a:lnSpc>
                <a:spcPct val="90000"/>
              </a:lnSpc>
              <a:buNone/>
              <a:tabLst>
                <a:tab pos="0" algn="l"/>
              </a:tabLst>
            </a:pPr>
            <a:r>
              <a:rPr lang="en-US" sz="1790" b="0" u="none" strike="noStrike">
                <a:solidFill>
                  <a:schemeClr val="dk1"/>
                </a:solidFill>
                <a:effectLst/>
                <a:uFillTx/>
                <a:latin typeface="等线 Light"/>
              </a:rPr>
              <a:t>Click to edit Master title style</a:t>
            </a:r>
          </a:p>
        </p:txBody>
      </p:sp>
      <p:sp>
        <p:nvSpPr>
          <p:cNvPr id="8" name="PlaceHolder 2"/>
          <p:cNvSpPr>
            <a:spLocks noGrp="1"/>
          </p:cNvSpPr>
          <p:nvPr>
            <p:ph type="body"/>
          </p:nvPr>
        </p:nvSpPr>
        <p:spPr>
          <a:xfrm>
            <a:off x="3152520" y="910440"/>
            <a:ext cx="3750120" cy="4489560"/>
          </a:xfrm>
          <a:prstGeom prst="rect">
            <a:avLst/>
          </a:prstGeom>
          <a:noFill/>
          <a:ln w="0">
            <a:noFill/>
          </a:ln>
        </p:spPr>
        <p:txBody>
          <a:bodyPr lIns="91440" tIns="45720" rIns="91440" bIns="45720" anchor="t">
            <a:noAutofit/>
          </a:bodyPr>
          <a:lstStyle>
            <a:lvl1pPr algn="l" defTabSz="512640">
              <a:lnSpc>
                <a:spcPct val="90000"/>
              </a:lnSpc>
              <a:spcBef>
                <a:spcPts val="561"/>
              </a:spcBef>
              <a:buClr>
                <a:srgbClr val="000000"/>
              </a:buClr>
              <a:buFont typeface="Arial"/>
              <a:buChar char="•"/>
              <a:defRPr lang="en-US" sz="1790" b="0" u="none" strike="noStrike">
                <a:solidFill>
                  <a:schemeClr val="dk1"/>
                </a:solidFill>
                <a:effectLst/>
                <a:uFillTx/>
                <a:latin typeface="等线"/>
              </a:defRPr>
            </a:lvl1pPr>
            <a:lvl2pPr lvl="1" algn="l" defTabSz="512640">
              <a:lnSpc>
                <a:spcPct val="90000"/>
              </a:lnSpc>
              <a:spcBef>
                <a:spcPts val="281"/>
              </a:spcBef>
              <a:buClr>
                <a:srgbClr val="000000"/>
              </a:buClr>
              <a:buFont typeface="Arial"/>
              <a:buChar char="•"/>
              <a:defRPr lang="en-US" sz="1570" b="0" u="none" strike="noStrike">
                <a:solidFill>
                  <a:schemeClr val="dk1"/>
                </a:solidFill>
                <a:effectLst/>
                <a:uFillTx/>
                <a:latin typeface="等线"/>
              </a:defRPr>
            </a:lvl2pPr>
            <a:lvl3pPr lvl="2" algn="l" defTabSz="512640">
              <a:lnSpc>
                <a:spcPct val="90000"/>
              </a:lnSpc>
              <a:spcBef>
                <a:spcPts val="281"/>
              </a:spcBef>
              <a:buClr>
                <a:srgbClr val="000000"/>
              </a:buClr>
              <a:buFont typeface="Arial"/>
              <a:buChar char="•"/>
              <a:defRPr lang="en-US" sz="1340" b="0" u="none" strike="noStrike">
                <a:solidFill>
                  <a:schemeClr val="dk1"/>
                </a:solidFill>
                <a:effectLst/>
                <a:uFillTx/>
                <a:latin typeface="等线"/>
              </a:defRPr>
            </a:lvl3pPr>
            <a:lvl4pPr lvl="3" algn="l" defTabSz="512640">
              <a:lnSpc>
                <a:spcPct val="90000"/>
              </a:lnSpc>
              <a:spcBef>
                <a:spcPts val="281"/>
              </a:spcBef>
              <a:buClr>
                <a:srgbClr val="000000"/>
              </a:buClr>
              <a:buFont typeface="Arial"/>
              <a:buChar char="•"/>
              <a:defRPr lang="en-US" sz="1120" b="0" u="none" strike="noStrike">
                <a:solidFill>
                  <a:schemeClr val="dk1"/>
                </a:solidFill>
                <a:effectLst/>
                <a:uFillTx/>
                <a:latin typeface="等线"/>
              </a:defRPr>
            </a:lvl4pPr>
            <a:lvl5pPr lvl="4" algn="l" defTabSz="512640">
              <a:lnSpc>
                <a:spcPct val="90000"/>
              </a:lnSpc>
              <a:spcBef>
                <a:spcPts val="281"/>
              </a:spcBef>
              <a:buClr>
                <a:srgbClr val="000000"/>
              </a:buClr>
              <a:buFont typeface="Arial"/>
              <a:buChar char="•"/>
              <a:defRPr lang="en-US" sz="1120" b="0" u="none" strike="noStrike">
                <a:solidFill>
                  <a:schemeClr val="dk1"/>
                </a:solidFill>
                <a:effectLst/>
                <a:uFillTx/>
                <a:latin typeface="等线"/>
              </a:defRPr>
            </a:lvl5pPr>
          </a:lstStyle>
          <a:p>
            <a:pPr marL="128160" indent="-128160" algn="l" defTabSz="512640">
              <a:lnSpc>
                <a:spcPct val="90000"/>
              </a:lnSpc>
              <a:spcBef>
                <a:spcPts val="561"/>
              </a:spcBef>
              <a:buClr>
                <a:srgbClr val="000000"/>
              </a:buClr>
              <a:buFont typeface="Arial"/>
              <a:buChar char="•"/>
            </a:pPr>
            <a:r>
              <a:rPr lang="en-US" sz="1790" b="0" u="none" strike="noStrike">
                <a:solidFill>
                  <a:schemeClr val="dk1"/>
                </a:solidFill>
                <a:effectLst/>
                <a:uFillTx/>
                <a:latin typeface="等线"/>
              </a:rPr>
              <a:t>Click to edit Master text styles</a:t>
            </a:r>
          </a:p>
          <a:p>
            <a:pPr marL="384480" lvl="1" indent="-128160" algn="l" defTabSz="512640">
              <a:lnSpc>
                <a:spcPct val="90000"/>
              </a:lnSpc>
              <a:spcBef>
                <a:spcPts val="281"/>
              </a:spcBef>
              <a:buClr>
                <a:srgbClr val="000000"/>
              </a:buClr>
              <a:buFont typeface="Arial"/>
              <a:buChar char="•"/>
            </a:pPr>
            <a:r>
              <a:rPr lang="en-US" sz="1570" b="0" u="none" strike="noStrike">
                <a:solidFill>
                  <a:schemeClr val="dk1"/>
                </a:solidFill>
                <a:effectLst/>
                <a:uFillTx/>
                <a:latin typeface="等线"/>
              </a:rPr>
              <a:t>Second level</a:t>
            </a:r>
          </a:p>
          <a:p>
            <a:pPr marL="640800" lvl="2" indent="-128160" algn="l" defTabSz="512640">
              <a:lnSpc>
                <a:spcPct val="90000"/>
              </a:lnSpc>
              <a:spcBef>
                <a:spcPts val="281"/>
              </a:spcBef>
              <a:buClr>
                <a:srgbClr val="000000"/>
              </a:buClr>
              <a:buFont typeface="Arial"/>
              <a:buChar char="•"/>
            </a:pPr>
            <a:r>
              <a:rPr lang="en-US" sz="1340" b="0" u="none" strike="noStrike">
                <a:solidFill>
                  <a:schemeClr val="dk1"/>
                </a:solidFill>
                <a:effectLst/>
                <a:uFillTx/>
                <a:latin typeface="等线"/>
              </a:rPr>
              <a:t>Third level</a:t>
            </a:r>
          </a:p>
          <a:p>
            <a:pPr marL="897480" lvl="3" indent="-128160" algn="l" defTabSz="512640">
              <a:lnSpc>
                <a:spcPct val="90000"/>
              </a:lnSpc>
              <a:spcBef>
                <a:spcPts val="281"/>
              </a:spcBef>
              <a:buClr>
                <a:srgbClr val="000000"/>
              </a:buClr>
              <a:buFont typeface="Arial"/>
              <a:buChar char="•"/>
            </a:pPr>
            <a:r>
              <a:rPr lang="en-US" sz="1120" b="0" u="none" strike="noStrike">
                <a:solidFill>
                  <a:schemeClr val="dk1"/>
                </a:solidFill>
                <a:effectLst/>
                <a:uFillTx/>
                <a:latin typeface="等线"/>
              </a:rPr>
              <a:t>Fourth level</a:t>
            </a:r>
          </a:p>
          <a:p>
            <a:pPr marL="1153800" lvl="4" indent="-128160" algn="l" defTabSz="512640">
              <a:lnSpc>
                <a:spcPct val="90000"/>
              </a:lnSpc>
              <a:spcBef>
                <a:spcPts val="281"/>
              </a:spcBef>
              <a:buClr>
                <a:srgbClr val="000000"/>
              </a:buClr>
              <a:buFont typeface="Arial"/>
              <a:buChar char="•"/>
            </a:pPr>
            <a:r>
              <a:rPr lang="en-US" sz="1120" b="0" u="none" strike="noStrike">
                <a:solidFill>
                  <a:schemeClr val="dk1"/>
                </a:solidFill>
                <a:effectLst/>
                <a:uFillTx/>
                <a:latin typeface="等线"/>
              </a:rPr>
              <a:t>Fifth level</a:t>
            </a:r>
          </a:p>
        </p:txBody>
      </p:sp>
      <p:sp>
        <p:nvSpPr>
          <p:cNvPr id="9" name="PlaceHolder 3"/>
          <p:cNvSpPr>
            <a:spLocks noGrp="1"/>
          </p:cNvSpPr>
          <p:nvPr>
            <p:ph type="body"/>
          </p:nvPr>
        </p:nvSpPr>
        <p:spPr>
          <a:xfrm>
            <a:off x="510840" y="1896840"/>
            <a:ext cx="2387520" cy="3510360"/>
          </a:xfrm>
          <a:prstGeom prst="rect">
            <a:avLst/>
          </a:prstGeom>
          <a:noFill/>
          <a:ln w="0">
            <a:noFill/>
          </a:ln>
        </p:spPr>
        <p:txBody>
          <a:bodyPr lIns="91440" tIns="45720" rIns="91440" bIns="45720" anchor="t">
            <a:noAutofit/>
          </a:bodyPr>
          <a:lstStyle>
            <a:lvl1pPr marL="228600" indent="0" algn="l" defTabSz="512640">
              <a:lnSpc>
                <a:spcPct val="90000"/>
              </a:lnSpc>
              <a:spcBef>
                <a:spcPts val="561"/>
              </a:spcBef>
              <a:buNone/>
              <a:tabLst>
                <a:tab pos="0" algn="l"/>
              </a:tabLst>
              <a:defRPr lang="en-US" sz="900" b="0" u="none" strike="noStrike">
                <a:solidFill>
                  <a:schemeClr val="dk1"/>
                </a:solidFill>
                <a:effectLst/>
                <a:uFillTx/>
                <a:latin typeface="等线"/>
              </a:defRPr>
            </a:lvl1pPr>
          </a:lstStyle>
          <a:p>
            <a:pPr marL="228600" indent="0" algn="l" defTabSz="512640">
              <a:lnSpc>
                <a:spcPct val="90000"/>
              </a:lnSpc>
              <a:spcBef>
                <a:spcPts val="561"/>
              </a:spcBef>
              <a:buNone/>
              <a:tabLst>
                <a:tab pos="0" algn="l"/>
              </a:tabLst>
            </a:pPr>
            <a:r>
              <a:rPr lang="en-US" sz="900" b="0" u="none" strike="noStrike">
                <a:solidFill>
                  <a:schemeClr val="dk1"/>
                </a:solidFill>
                <a:effectLst/>
                <a:uFillTx/>
                <a:latin typeface="等线"/>
              </a:rPr>
              <a:t>Click to edit Master text styles</a:t>
            </a:r>
          </a:p>
        </p:txBody>
      </p:sp>
      <p:sp>
        <p:nvSpPr>
          <p:cNvPr id="10" name="PlaceHolder 4"/>
          <p:cNvSpPr>
            <a:spLocks noGrp="1"/>
          </p:cNvSpPr>
          <p:nvPr>
            <p:ph type="dt" idx="4"/>
          </p:nvPr>
        </p:nvSpPr>
        <p:spPr>
          <a:xfrm>
            <a:off x="509760" y="5860440"/>
            <a:ext cx="1664640" cy="332640"/>
          </a:xfrm>
          <a:prstGeom prst="rect">
            <a:avLst/>
          </a:prstGeom>
          <a:noFill/>
          <a:ln w="0">
            <a:noFill/>
          </a:ln>
        </p:spPr>
        <p:txBody>
          <a:bodyPr lIns="91440" tIns="45720" rIns="91440" bIns="45720" anchor="ctr">
            <a:noAutofit/>
          </a:bodyPr>
          <a:lstStyle>
            <a:lvl1pPr indent="0" algn="l" defTabSz="914400">
              <a:lnSpc>
                <a:spcPct val="100000"/>
              </a:lnSpc>
              <a:buNone/>
              <a:tabLst>
                <a:tab pos="0" algn="l"/>
              </a:tabLst>
              <a:defRPr lang="en-US" sz="670" b="0" u="none" strike="noStrike">
                <a:solidFill>
                  <a:schemeClr val="dk1">
                    <a:tint val="82000"/>
                  </a:schemeClr>
                </a:solidFill>
                <a:effectLst/>
                <a:uFillTx/>
                <a:latin typeface="等线"/>
              </a:defRPr>
            </a:lvl1pPr>
          </a:lstStyle>
          <a:p>
            <a:pPr indent="0" algn="l" defTabSz="914400">
              <a:lnSpc>
                <a:spcPct val="100000"/>
              </a:lnSpc>
              <a:buNone/>
              <a:tabLst>
                <a:tab pos="0" algn="l"/>
              </a:tabLst>
            </a:pPr>
            <a:r>
              <a:rPr lang="en-US" sz="670" b="0" u="none" strike="noStrike">
                <a:solidFill>
                  <a:schemeClr val="dk1">
                    <a:tint val="82000"/>
                  </a:schemeClr>
                </a:solidFill>
                <a:effectLst/>
                <a:uFillTx/>
                <a:latin typeface="等线"/>
              </a:rPr>
              <a:t>&lt;日期/时间&gt;</a:t>
            </a:r>
            <a:endParaRPr lang="en-US" sz="670" b="0" u="none" strike="noStrike">
              <a:solidFill>
                <a:srgbClr val="000000"/>
              </a:solidFill>
              <a:effectLst/>
              <a:uFillTx/>
              <a:latin typeface="Times New Roman"/>
            </a:endParaRPr>
          </a:p>
        </p:txBody>
      </p:sp>
      <p:sp>
        <p:nvSpPr>
          <p:cNvPr id="11" name="PlaceHolder 5"/>
          <p:cNvSpPr>
            <a:spLocks noGrp="1"/>
          </p:cNvSpPr>
          <p:nvPr>
            <p:ph type="ftr" idx="5"/>
          </p:nvPr>
        </p:nvSpPr>
        <p:spPr>
          <a:xfrm>
            <a:off x="2456280" y="5860440"/>
            <a:ext cx="2498760" cy="332640"/>
          </a:xfrm>
          <a:prstGeom prst="rect">
            <a:avLst/>
          </a:prstGeom>
          <a:noFill/>
          <a:ln w="0">
            <a:noFill/>
          </a:ln>
        </p:spPr>
        <p:txBody>
          <a:bodyPr lIns="91440" tIns="45720" rIns="91440" bIns="45720" anchor="ctr">
            <a:noAutofit/>
          </a:bodyPr>
          <a:lstStyle>
            <a:lvl1pPr indent="0" algn="ctr" defTabSz="914400">
              <a:lnSpc>
                <a:spcPct val="100000"/>
              </a:lnSpc>
              <a:buNone/>
              <a:tabLst>
                <a:tab pos="0" algn="l"/>
              </a:tabLst>
              <a:defRPr lang="en-US" sz="1400" b="0" u="none" strike="noStrike">
                <a:solidFill>
                  <a:srgbClr val="000000"/>
                </a:solidFill>
                <a:effectLst/>
                <a:uFillTx/>
                <a:latin typeface="Times New Roman"/>
              </a:defRPr>
            </a:lvl1pPr>
          </a:lstStyle>
          <a:p>
            <a:pPr indent="0" algn="ctr" defTabSz="914400">
              <a:lnSpc>
                <a:spcPct val="100000"/>
              </a:lnSpc>
              <a:buNone/>
              <a:tabLst>
                <a:tab pos="0" algn="l"/>
              </a:tabLst>
            </a:pPr>
            <a:r>
              <a:rPr lang="en-US" sz="1400" b="0" u="none" strike="noStrike">
                <a:solidFill>
                  <a:srgbClr val="000000"/>
                </a:solidFill>
                <a:effectLst/>
                <a:uFillTx/>
                <a:latin typeface="Times New Roman"/>
              </a:rPr>
              <a:t>&lt;页脚&gt;</a:t>
            </a:r>
          </a:p>
        </p:txBody>
      </p:sp>
      <p:sp>
        <p:nvSpPr>
          <p:cNvPr id="12" name="PlaceHolder 6"/>
          <p:cNvSpPr>
            <a:spLocks noGrp="1"/>
          </p:cNvSpPr>
          <p:nvPr>
            <p:ph type="sldNum" idx="6"/>
          </p:nvPr>
        </p:nvSpPr>
        <p:spPr>
          <a:xfrm>
            <a:off x="5236920" y="5860440"/>
            <a:ext cx="1664640" cy="33264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n-US" sz="670" b="0" u="none" strike="noStrike">
                <a:solidFill>
                  <a:schemeClr val="dk1">
                    <a:tint val="82000"/>
                  </a:schemeClr>
                </a:solidFill>
                <a:effectLst/>
                <a:uFillTx/>
                <a:latin typeface="等线"/>
              </a:defRPr>
            </a:lvl1pPr>
          </a:lstStyle>
          <a:p>
            <a:pPr indent="0" algn="r" defTabSz="914400">
              <a:lnSpc>
                <a:spcPct val="100000"/>
              </a:lnSpc>
              <a:buNone/>
              <a:tabLst>
                <a:tab pos="0" algn="l"/>
              </a:tabLst>
            </a:pPr>
            <a:fld id="{650DF052-3B42-4CC4-8739-580909670B71}" type="slidenum">
              <a:rPr lang="en-US" sz="670" b="0" u="none" strike="noStrike">
                <a:solidFill>
                  <a:schemeClr val="dk1">
                    <a:tint val="82000"/>
                  </a:schemeClr>
                </a:solidFill>
                <a:effectLst/>
                <a:uFillTx/>
                <a:latin typeface="等线"/>
              </a:rPr>
              <a:t>‹#›</a:t>
            </a:fld>
            <a:endParaRPr lang="en-US" sz="670" b="0" u="none" strike="noStrike">
              <a:solidFill>
                <a:srgbClr val="000000"/>
              </a:solidFill>
              <a:effectLst/>
              <a:uFillTx/>
              <a:latin typeface="Times New Roman"/>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Picture with Caption">
    <p:bg>
      <p:bgPr>
        <a:solidFill>
          <a:srgbClr val="FFFFFF"/>
        </a:solidFill>
        <a:effectLst/>
      </p:bgPr>
    </p:bg>
    <p:spTree>
      <p:nvGrpSpPr>
        <p:cNvPr id="1" name=""/>
        <p:cNvGrpSpPr/>
        <p:nvPr/>
      </p:nvGrpSpPr>
      <p:grpSpPr>
        <a:xfrm>
          <a:off x="0" y="0"/>
          <a:ext cx="0" cy="0"/>
          <a:chOff x="0" y="0"/>
          <a:chExt cx="0" cy="0"/>
        </a:xfrm>
      </p:grpSpPr>
      <p:sp>
        <p:nvSpPr>
          <p:cNvPr id="13" name="PlaceHolder 1"/>
          <p:cNvSpPr>
            <a:spLocks noGrp="1"/>
          </p:cNvSpPr>
          <p:nvPr>
            <p:ph type="title"/>
          </p:nvPr>
        </p:nvSpPr>
        <p:spPr>
          <a:xfrm>
            <a:off x="510840" y="421560"/>
            <a:ext cx="2387520" cy="1471320"/>
          </a:xfrm>
          <a:prstGeom prst="rect">
            <a:avLst/>
          </a:prstGeom>
          <a:noFill/>
          <a:ln w="0">
            <a:noFill/>
          </a:ln>
        </p:spPr>
        <p:txBody>
          <a:bodyPr lIns="91440" tIns="45720" rIns="91440" bIns="45720" anchor="b">
            <a:noAutofit/>
          </a:bodyPr>
          <a:lstStyle>
            <a:lvl1pPr indent="0" algn="l" defTabSz="512640">
              <a:lnSpc>
                <a:spcPct val="90000"/>
              </a:lnSpc>
              <a:buNone/>
              <a:tabLst>
                <a:tab pos="0" algn="l"/>
              </a:tabLst>
              <a:defRPr lang="en-US" sz="1790" b="0" u="none" strike="noStrike">
                <a:solidFill>
                  <a:schemeClr val="dk1"/>
                </a:solidFill>
                <a:effectLst/>
                <a:uFillTx/>
                <a:latin typeface="等线 Light"/>
              </a:defRPr>
            </a:lvl1pPr>
          </a:lstStyle>
          <a:p>
            <a:pPr indent="0" algn="l" defTabSz="512640">
              <a:lnSpc>
                <a:spcPct val="90000"/>
              </a:lnSpc>
              <a:buNone/>
              <a:tabLst>
                <a:tab pos="0" algn="l"/>
              </a:tabLst>
            </a:pPr>
            <a:r>
              <a:rPr lang="en-US" sz="1790" b="0" u="none" strike="noStrike">
                <a:solidFill>
                  <a:schemeClr val="dk1"/>
                </a:solidFill>
                <a:effectLst/>
                <a:uFillTx/>
                <a:latin typeface="等线 Light"/>
              </a:rPr>
              <a:t>Click to edit Master title style</a:t>
            </a:r>
          </a:p>
        </p:txBody>
      </p:sp>
      <p:sp>
        <p:nvSpPr>
          <p:cNvPr id="14" name="PlaceHolder 2"/>
          <p:cNvSpPr>
            <a:spLocks noGrp="1"/>
          </p:cNvSpPr>
          <p:nvPr>
            <p:ph type="pic"/>
          </p:nvPr>
        </p:nvSpPr>
        <p:spPr>
          <a:xfrm>
            <a:off x="3152520" y="910440"/>
            <a:ext cx="3750120" cy="4489560"/>
          </a:xfrm>
          <a:prstGeom prst="rect">
            <a:avLst/>
          </a:prstGeom>
          <a:noFill/>
          <a:ln w="0">
            <a:noFill/>
          </a:ln>
        </p:spPr>
        <p:txBody>
          <a:bodyPr lIns="90000" tIns="45000" rIns="90000" bIns="45000" anchor="t">
            <a:noAutofit/>
          </a:bodyPr>
          <a:lstStyle/>
          <a:p>
            <a:pPr indent="0" algn="l">
              <a:buNone/>
            </a:pPr>
            <a:r>
              <a:rPr lang="zh-CN" sz="1800" b="0" u="none" strike="noStrike">
                <a:solidFill>
                  <a:srgbClr val="000000"/>
                </a:solidFill>
                <a:effectLst/>
                <a:uFillTx/>
                <a:latin typeface="Arial"/>
              </a:rPr>
              <a:t>双击添加图像</a:t>
            </a:r>
            <a:endParaRPr lang="en-US" sz="1800" b="0" u="none" strike="noStrike">
              <a:solidFill>
                <a:srgbClr val="000000"/>
              </a:solidFill>
              <a:effectLst/>
              <a:uFillTx/>
              <a:latin typeface="Arial"/>
            </a:endParaRPr>
          </a:p>
        </p:txBody>
      </p:sp>
      <p:sp>
        <p:nvSpPr>
          <p:cNvPr id="15" name="PlaceHolder 3"/>
          <p:cNvSpPr>
            <a:spLocks noGrp="1"/>
          </p:cNvSpPr>
          <p:nvPr>
            <p:ph type="body"/>
          </p:nvPr>
        </p:nvSpPr>
        <p:spPr>
          <a:xfrm>
            <a:off x="510840" y="1896840"/>
            <a:ext cx="2387520" cy="3510360"/>
          </a:xfrm>
          <a:prstGeom prst="rect">
            <a:avLst/>
          </a:prstGeom>
          <a:noFill/>
          <a:ln w="0">
            <a:noFill/>
          </a:ln>
        </p:spPr>
        <p:txBody>
          <a:bodyPr lIns="91440" tIns="45720" rIns="91440" bIns="45720" anchor="t">
            <a:noAutofit/>
          </a:bodyPr>
          <a:lstStyle>
            <a:lvl1pPr marL="228600" indent="0" algn="l" defTabSz="512640">
              <a:lnSpc>
                <a:spcPct val="90000"/>
              </a:lnSpc>
              <a:spcBef>
                <a:spcPts val="561"/>
              </a:spcBef>
              <a:buNone/>
              <a:tabLst>
                <a:tab pos="0" algn="l"/>
              </a:tabLst>
              <a:defRPr lang="en-US" sz="900" b="0" u="none" strike="noStrike">
                <a:solidFill>
                  <a:schemeClr val="dk1"/>
                </a:solidFill>
                <a:effectLst/>
                <a:uFillTx/>
                <a:latin typeface="等线"/>
              </a:defRPr>
            </a:lvl1pPr>
          </a:lstStyle>
          <a:p>
            <a:pPr marL="228600" indent="0" algn="l" defTabSz="512640">
              <a:lnSpc>
                <a:spcPct val="90000"/>
              </a:lnSpc>
              <a:spcBef>
                <a:spcPts val="561"/>
              </a:spcBef>
              <a:buNone/>
              <a:tabLst>
                <a:tab pos="0" algn="l"/>
              </a:tabLst>
            </a:pPr>
            <a:r>
              <a:rPr lang="en-US" sz="900" b="0" u="none" strike="noStrike">
                <a:solidFill>
                  <a:schemeClr val="dk1"/>
                </a:solidFill>
                <a:effectLst/>
                <a:uFillTx/>
                <a:latin typeface="等线"/>
              </a:rPr>
              <a:t>Click to edit Master text styles</a:t>
            </a:r>
          </a:p>
        </p:txBody>
      </p:sp>
      <p:sp>
        <p:nvSpPr>
          <p:cNvPr id="16" name="PlaceHolder 4"/>
          <p:cNvSpPr>
            <a:spLocks noGrp="1"/>
          </p:cNvSpPr>
          <p:nvPr>
            <p:ph type="dt" idx="7"/>
          </p:nvPr>
        </p:nvSpPr>
        <p:spPr>
          <a:xfrm>
            <a:off x="509760" y="5860440"/>
            <a:ext cx="1664640" cy="332640"/>
          </a:xfrm>
          <a:prstGeom prst="rect">
            <a:avLst/>
          </a:prstGeom>
          <a:noFill/>
          <a:ln w="0">
            <a:noFill/>
          </a:ln>
        </p:spPr>
        <p:txBody>
          <a:bodyPr lIns="91440" tIns="45720" rIns="91440" bIns="45720" anchor="ctr">
            <a:noAutofit/>
          </a:bodyPr>
          <a:lstStyle>
            <a:lvl1pPr indent="0" algn="l" defTabSz="914400">
              <a:lnSpc>
                <a:spcPct val="100000"/>
              </a:lnSpc>
              <a:buNone/>
              <a:tabLst>
                <a:tab pos="0" algn="l"/>
              </a:tabLst>
              <a:defRPr lang="en-US" sz="670" b="0" u="none" strike="noStrike">
                <a:solidFill>
                  <a:schemeClr val="dk1">
                    <a:tint val="82000"/>
                  </a:schemeClr>
                </a:solidFill>
                <a:effectLst/>
                <a:uFillTx/>
                <a:latin typeface="等线"/>
              </a:defRPr>
            </a:lvl1pPr>
          </a:lstStyle>
          <a:p>
            <a:pPr indent="0" algn="l" defTabSz="914400">
              <a:lnSpc>
                <a:spcPct val="100000"/>
              </a:lnSpc>
              <a:buNone/>
              <a:tabLst>
                <a:tab pos="0" algn="l"/>
              </a:tabLst>
            </a:pPr>
            <a:r>
              <a:rPr lang="en-US" sz="670" b="0" u="none" strike="noStrike">
                <a:solidFill>
                  <a:schemeClr val="dk1">
                    <a:tint val="82000"/>
                  </a:schemeClr>
                </a:solidFill>
                <a:effectLst/>
                <a:uFillTx/>
                <a:latin typeface="等线"/>
              </a:rPr>
              <a:t>&lt;日期/时间&gt;</a:t>
            </a:r>
            <a:endParaRPr lang="en-US" sz="670" b="0" u="none" strike="noStrike">
              <a:solidFill>
                <a:srgbClr val="000000"/>
              </a:solidFill>
              <a:effectLst/>
              <a:uFillTx/>
              <a:latin typeface="Times New Roman"/>
            </a:endParaRPr>
          </a:p>
        </p:txBody>
      </p:sp>
      <p:sp>
        <p:nvSpPr>
          <p:cNvPr id="17" name="PlaceHolder 5"/>
          <p:cNvSpPr>
            <a:spLocks noGrp="1"/>
          </p:cNvSpPr>
          <p:nvPr>
            <p:ph type="ftr" idx="8"/>
          </p:nvPr>
        </p:nvSpPr>
        <p:spPr>
          <a:xfrm>
            <a:off x="2456280" y="5860440"/>
            <a:ext cx="2498760" cy="332640"/>
          </a:xfrm>
          <a:prstGeom prst="rect">
            <a:avLst/>
          </a:prstGeom>
          <a:noFill/>
          <a:ln w="0">
            <a:noFill/>
          </a:ln>
        </p:spPr>
        <p:txBody>
          <a:bodyPr lIns="91440" tIns="45720" rIns="91440" bIns="45720" anchor="ctr">
            <a:noAutofit/>
          </a:bodyPr>
          <a:lstStyle>
            <a:lvl1pPr indent="0" algn="ctr" defTabSz="914400">
              <a:lnSpc>
                <a:spcPct val="100000"/>
              </a:lnSpc>
              <a:buNone/>
              <a:tabLst>
                <a:tab pos="0" algn="l"/>
              </a:tabLst>
              <a:defRPr lang="en-US" sz="1400" b="0" u="none" strike="noStrike">
                <a:solidFill>
                  <a:srgbClr val="000000"/>
                </a:solidFill>
                <a:effectLst/>
                <a:uFillTx/>
                <a:latin typeface="Times New Roman"/>
              </a:defRPr>
            </a:lvl1pPr>
          </a:lstStyle>
          <a:p>
            <a:pPr indent="0" algn="ctr" defTabSz="914400">
              <a:lnSpc>
                <a:spcPct val="100000"/>
              </a:lnSpc>
              <a:buNone/>
              <a:tabLst>
                <a:tab pos="0" algn="l"/>
              </a:tabLst>
            </a:pPr>
            <a:r>
              <a:rPr lang="en-US" sz="1400" b="0" u="none" strike="noStrike">
                <a:solidFill>
                  <a:srgbClr val="000000"/>
                </a:solidFill>
                <a:effectLst/>
                <a:uFillTx/>
                <a:latin typeface="Times New Roman"/>
              </a:rPr>
              <a:t>&lt;页脚&gt;</a:t>
            </a:r>
          </a:p>
        </p:txBody>
      </p:sp>
      <p:sp>
        <p:nvSpPr>
          <p:cNvPr id="18" name="PlaceHolder 6"/>
          <p:cNvSpPr>
            <a:spLocks noGrp="1"/>
          </p:cNvSpPr>
          <p:nvPr>
            <p:ph type="sldNum" idx="9"/>
          </p:nvPr>
        </p:nvSpPr>
        <p:spPr>
          <a:xfrm>
            <a:off x="5236920" y="5860440"/>
            <a:ext cx="1664640" cy="33264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n-US" sz="670" b="0" u="none" strike="noStrike">
                <a:solidFill>
                  <a:schemeClr val="dk1">
                    <a:tint val="82000"/>
                  </a:schemeClr>
                </a:solidFill>
                <a:effectLst/>
                <a:uFillTx/>
                <a:latin typeface="等线"/>
              </a:defRPr>
            </a:lvl1pPr>
          </a:lstStyle>
          <a:p>
            <a:pPr indent="0" algn="r" defTabSz="914400">
              <a:lnSpc>
                <a:spcPct val="100000"/>
              </a:lnSpc>
              <a:buNone/>
              <a:tabLst>
                <a:tab pos="0" algn="l"/>
              </a:tabLst>
            </a:pPr>
            <a:fld id="{431294AD-7DDF-484F-B05D-E4CC3E3A72B4}" type="slidenum">
              <a:rPr lang="en-US" sz="670" b="0" u="none" strike="noStrike">
                <a:solidFill>
                  <a:schemeClr val="dk1">
                    <a:tint val="82000"/>
                  </a:schemeClr>
                </a:solidFill>
                <a:effectLst/>
                <a:uFillTx/>
                <a:latin typeface="等线"/>
              </a:rPr>
              <a:t>‹#›</a:t>
            </a:fld>
            <a:endParaRPr lang="en-US" sz="670" b="0" u="none" strike="noStrike">
              <a:solidFill>
                <a:srgbClr val="000000"/>
              </a:solidFill>
              <a:effectLst/>
              <a:uFillTx/>
              <a:latin typeface="Times New Roman"/>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rgbClr val="FFFFFF"/>
        </a:solidFill>
        <a:effectLst/>
      </p:bgPr>
    </p:bg>
    <p:spTree>
      <p:nvGrpSpPr>
        <p:cNvPr id="1" name=""/>
        <p:cNvGrpSpPr/>
        <p:nvPr/>
      </p:nvGrpSpPr>
      <p:grpSpPr>
        <a:xfrm>
          <a:off x="0" y="0"/>
          <a:ext cx="0" cy="0"/>
          <a:chOff x="0" y="0"/>
          <a:chExt cx="0" cy="0"/>
        </a:xfrm>
      </p:grpSpPr>
      <p:sp>
        <p:nvSpPr>
          <p:cNvPr id="19" name="PlaceHolder 1"/>
          <p:cNvSpPr>
            <a:spLocks noGrp="1"/>
          </p:cNvSpPr>
          <p:nvPr>
            <p:ph type="title"/>
          </p:nvPr>
        </p:nvSpPr>
        <p:spPr>
          <a:xfrm>
            <a:off x="927000" y="1034640"/>
            <a:ext cx="5557320" cy="2197440"/>
          </a:xfrm>
          <a:prstGeom prst="rect">
            <a:avLst/>
          </a:prstGeom>
          <a:noFill/>
          <a:ln w="0">
            <a:noFill/>
          </a:ln>
        </p:spPr>
        <p:txBody>
          <a:bodyPr lIns="91440" tIns="45720" rIns="91440" bIns="45720" anchor="b">
            <a:noAutofit/>
          </a:bodyPr>
          <a:lstStyle>
            <a:lvl1pPr indent="0" algn="ctr" defTabSz="512640">
              <a:lnSpc>
                <a:spcPct val="90000"/>
              </a:lnSpc>
              <a:buNone/>
              <a:tabLst>
                <a:tab pos="0" algn="l"/>
              </a:tabLst>
              <a:defRPr lang="en-US" sz="3359" b="0" u="none" strike="noStrike">
                <a:solidFill>
                  <a:schemeClr val="dk1"/>
                </a:solidFill>
                <a:effectLst/>
                <a:uFillTx/>
                <a:latin typeface="等线 Light"/>
              </a:defRPr>
            </a:lvl1pPr>
          </a:lstStyle>
          <a:p>
            <a:pPr indent="0" algn="ctr" defTabSz="512640">
              <a:lnSpc>
                <a:spcPct val="90000"/>
              </a:lnSpc>
              <a:buNone/>
              <a:tabLst>
                <a:tab pos="0" algn="l"/>
              </a:tabLst>
            </a:pPr>
            <a:r>
              <a:rPr lang="en-US" sz="3359" b="0" u="none" strike="noStrike">
                <a:solidFill>
                  <a:schemeClr val="dk1"/>
                </a:solidFill>
                <a:effectLst/>
                <a:uFillTx/>
                <a:latin typeface="等线 Light"/>
              </a:rPr>
              <a:t>Click to edit Master title style</a:t>
            </a:r>
          </a:p>
        </p:txBody>
      </p:sp>
      <p:sp>
        <p:nvSpPr>
          <p:cNvPr id="20" name="PlaceHolder 2"/>
          <p:cNvSpPr>
            <a:spLocks noGrp="1"/>
          </p:cNvSpPr>
          <p:nvPr>
            <p:ph type="dt" idx="10"/>
          </p:nvPr>
        </p:nvSpPr>
        <p:spPr>
          <a:xfrm>
            <a:off x="509760" y="5860440"/>
            <a:ext cx="1664640" cy="332640"/>
          </a:xfrm>
          <a:prstGeom prst="rect">
            <a:avLst/>
          </a:prstGeom>
          <a:noFill/>
          <a:ln w="0">
            <a:noFill/>
          </a:ln>
        </p:spPr>
        <p:txBody>
          <a:bodyPr lIns="91440" tIns="45720" rIns="91440" bIns="45720" anchor="ctr">
            <a:noAutofit/>
          </a:bodyPr>
          <a:lstStyle>
            <a:lvl1pPr indent="0" algn="l" defTabSz="914400">
              <a:lnSpc>
                <a:spcPct val="100000"/>
              </a:lnSpc>
              <a:buNone/>
              <a:tabLst>
                <a:tab pos="0" algn="l"/>
              </a:tabLst>
              <a:defRPr lang="en-US" sz="670" b="0" u="none" strike="noStrike">
                <a:solidFill>
                  <a:schemeClr val="dk1">
                    <a:tint val="82000"/>
                  </a:schemeClr>
                </a:solidFill>
                <a:effectLst/>
                <a:uFillTx/>
                <a:latin typeface="等线"/>
              </a:defRPr>
            </a:lvl1pPr>
          </a:lstStyle>
          <a:p>
            <a:pPr indent="0" algn="l" defTabSz="914400">
              <a:lnSpc>
                <a:spcPct val="100000"/>
              </a:lnSpc>
              <a:buNone/>
              <a:tabLst>
                <a:tab pos="0" algn="l"/>
              </a:tabLst>
            </a:pPr>
            <a:r>
              <a:rPr lang="en-US" sz="670" b="0" u="none" strike="noStrike">
                <a:solidFill>
                  <a:schemeClr val="dk1">
                    <a:tint val="82000"/>
                  </a:schemeClr>
                </a:solidFill>
                <a:effectLst/>
                <a:uFillTx/>
                <a:latin typeface="等线"/>
              </a:rPr>
              <a:t>&lt;日期/时间&gt;</a:t>
            </a:r>
            <a:endParaRPr lang="en-US" sz="670" b="0" u="none" strike="noStrike">
              <a:solidFill>
                <a:srgbClr val="000000"/>
              </a:solidFill>
              <a:effectLst/>
              <a:uFillTx/>
              <a:latin typeface="Times New Roman"/>
            </a:endParaRPr>
          </a:p>
        </p:txBody>
      </p:sp>
      <p:sp>
        <p:nvSpPr>
          <p:cNvPr id="21" name="PlaceHolder 3"/>
          <p:cNvSpPr>
            <a:spLocks noGrp="1"/>
          </p:cNvSpPr>
          <p:nvPr>
            <p:ph type="ftr" idx="11"/>
          </p:nvPr>
        </p:nvSpPr>
        <p:spPr>
          <a:xfrm>
            <a:off x="2456280" y="5860440"/>
            <a:ext cx="2498760" cy="332640"/>
          </a:xfrm>
          <a:prstGeom prst="rect">
            <a:avLst/>
          </a:prstGeom>
          <a:noFill/>
          <a:ln w="0">
            <a:noFill/>
          </a:ln>
        </p:spPr>
        <p:txBody>
          <a:bodyPr lIns="91440" tIns="45720" rIns="91440" bIns="45720" anchor="ctr">
            <a:noAutofit/>
          </a:bodyPr>
          <a:lstStyle>
            <a:lvl1pPr indent="0" algn="ctr" defTabSz="914400">
              <a:lnSpc>
                <a:spcPct val="100000"/>
              </a:lnSpc>
              <a:buNone/>
              <a:tabLst>
                <a:tab pos="0" algn="l"/>
              </a:tabLst>
              <a:defRPr lang="en-US" sz="1400" b="0" u="none" strike="noStrike">
                <a:solidFill>
                  <a:srgbClr val="000000"/>
                </a:solidFill>
                <a:effectLst/>
                <a:uFillTx/>
                <a:latin typeface="Times New Roman"/>
              </a:defRPr>
            </a:lvl1pPr>
          </a:lstStyle>
          <a:p>
            <a:pPr indent="0" algn="ctr" defTabSz="914400">
              <a:lnSpc>
                <a:spcPct val="100000"/>
              </a:lnSpc>
              <a:buNone/>
              <a:tabLst>
                <a:tab pos="0" algn="l"/>
              </a:tabLst>
            </a:pPr>
            <a:r>
              <a:rPr lang="en-US" sz="1400" b="0" u="none" strike="noStrike">
                <a:solidFill>
                  <a:srgbClr val="000000"/>
                </a:solidFill>
                <a:effectLst/>
                <a:uFillTx/>
                <a:latin typeface="Times New Roman"/>
              </a:rPr>
              <a:t>&lt;页脚&gt;</a:t>
            </a:r>
          </a:p>
        </p:txBody>
      </p:sp>
      <p:sp>
        <p:nvSpPr>
          <p:cNvPr id="22" name="PlaceHolder 4"/>
          <p:cNvSpPr>
            <a:spLocks noGrp="1"/>
          </p:cNvSpPr>
          <p:nvPr>
            <p:ph type="sldNum" idx="12"/>
          </p:nvPr>
        </p:nvSpPr>
        <p:spPr>
          <a:xfrm>
            <a:off x="5236920" y="5860440"/>
            <a:ext cx="1664640" cy="33264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n-US" sz="670" b="0" u="none" strike="noStrike">
                <a:solidFill>
                  <a:schemeClr val="dk1">
                    <a:tint val="82000"/>
                  </a:schemeClr>
                </a:solidFill>
                <a:effectLst/>
                <a:uFillTx/>
                <a:latin typeface="等线"/>
              </a:defRPr>
            </a:lvl1pPr>
          </a:lstStyle>
          <a:p>
            <a:pPr indent="0" algn="r" defTabSz="914400">
              <a:lnSpc>
                <a:spcPct val="100000"/>
              </a:lnSpc>
              <a:buNone/>
              <a:tabLst>
                <a:tab pos="0" algn="l"/>
              </a:tabLst>
            </a:pPr>
            <a:fld id="{6E523389-C68F-4C69-B41D-AFE6A9378AFA}" type="slidenum">
              <a:rPr lang="en-US" sz="670" b="0" u="none" strike="noStrike">
                <a:solidFill>
                  <a:schemeClr val="dk1">
                    <a:tint val="82000"/>
                  </a:schemeClr>
                </a:solidFill>
                <a:effectLst/>
                <a:uFillTx/>
                <a:latin typeface="等线"/>
              </a:rPr>
              <a:t>‹#›</a:t>
            </a:fld>
            <a:endParaRPr lang="en-US" sz="670" b="0" u="none" strike="noStrike">
              <a:solidFill>
                <a:srgbClr val="000000"/>
              </a:solidFill>
              <a:effectLst/>
              <a:uFillTx/>
              <a:latin typeface="Times New Roman"/>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vertTx" preserve="1">
  <p:cSld name="Title and Vertical Text">
    <p:bg>
      <p:bgPr>
        <a:solidFill>
          <a:srgbClr val="FFFFFF"/>
        </a:solidFill>
        <a:effectLst/>
      </p:bgPr>
    </p:bg>
    <p:spTree>
      <p:nvGrpSpPr>
        <p:cNvPr id="1" name=""/>
        <p:cNvGrpSpPr/>
        <p:nvPr/>
      </p:nvGrpSpPr>
      <p:grpSpPr>
        <a:xfrm>
          <a:off x="0" y="0"/>
          <a:ext cx="0" cy="0"/>
          <a:chOff x="0" y="0"/>
          <a:chExt cx="0" cy="0"/>
        </a:xfrm>
      </p:grpSpPr>
      <p:sp>
        <p:nvSpPr>
          <p:cNvPr id="23" name="PlaceHolder 1"/>
          <p:cNvSpPr>
            <a:spLocks noGrp="1"/>
          </p:cNvSpPr>
          <p:nvPr>
            <p:ph type="title"/>
          </p:nvPr>
        </p:nvSpPr>
        <p:spPr>
          <a:xfrm>
            <a:off x="509760" y="336600"/>
            <a:ext cx="6391800" cy="1218240"/>
          </a:xfrm>
          <a:prstGeom prst="rect">
            <a:avLst/>
          </a:prstGeom>
          <a:noFill/>
          <a:ln w="0">
            <a:noFill/>
          </a:ln>
        </p:spPr>
        <p:txBody>
          <a:bodyPr lIns="91440" tIns="45720" rIns="91440" bIns="45720" anchor="ctr">
            <a:noAutofit/>
          </a:bodyPr>
          <a:lstStyle>
            <a:lvl1pPr indent="0" algn="l" defTabSz="512640">
              <a:lnSpc>
                <a:spcPct val="90000"/>
              </a:lnSpc>
              <a:buNone/>
              <a:tabLst>
                <a:tab pos="0" algn="l"/>
              </a:tabLst>
              <a:defRPr lang="en-US" sz="2470" b="0" u="none" strike="noStrike">
                <a:solidFill>
                  <a:schemeClr val="dk1"/>
                </a:solidFill>
                <a:effectLst/>
                <a:uFillTx/>
                <a:latin typeface="等线 Light"/>
              </a:defRPr>
            </a:lvl1pPr>
          </a:lstStyle>
          <a:p>
            <a:pPr indent="0" algn="l" defTabSz="512640">
              <a:lnSpc>
                <a:spcPct val="90000"/>
              </a:lnSpc>
              <a:buNone/>
              <a:tabLst>
                <a:tab pos="0" algn="l"/>
              </a:tabLst>
            </a:pPr>
            <a:r>
              <a:rPr lang="en-US" sz="2470" b="0" u="none" strike="noStrike">
                <a:solidFill>
                  <a:schemeClr val="dk1"/>
                </a:solidFill>
                <a:effectLst/>
                <a:uFillTx/>
                <a:latin typeface="等线 Light"/>
              </a:rPr>
              <a:t>Click to edit Master title style</a:t>
            </a:r>
          </a:p>
        </p:txBody>
      </p:sp>
      <p:sp>
        <p:nvSpPr>
          <p:cNvPr id="24" name="PlaceHolder 2"/>
          <p:cNvSpPr>
            <a:spLocks noGrp="1"/>
          </p:cNvSpPr>
          <p:nvPr>
            <p:ph type="body"/>
          </p:nvPr>
        </p:nvSpPr>
        <p:spPr>
          <a:xfrm>
            <a:off x="509760" y="1683360"/>
            <a:ext cx="6391800" cy="4007880"/>
          </a:xfrm>
          <a:prstGeom prst="rect">
            <a:avLst/>
          </a:prstGeom>
          <a:noFill/>
          <a:ln w="0">
            <a:noFill/>
          </a:ln>
        </p:spPr>
        <p:txBody>
          <a:bodyPr vert="eaVert" lIns="91440" tIns="45720" rIns="91440" bIns="45720" anchor="t">
            <a:noAutofit/>
          </a:bodyPr>
          <a:lstStyle>
            <a:lvl1pPr algn="l" defTabSz="512640">
              <a:lnSpc>
                <a:spcPct val="90000"/>
              </a:lnSpc>
              <a:spcBef>
                <a:spcPts val="561"/>
              </a:spcBef>
              <a:buClr>
                <a:srgbClr val="000000"/>
              </a:buClr>
              <a:buFont typeface="Arial"/>
              <a:buChar char="•"/>
              <a:defRPr lang="en-US" sz="1570" b="0" u="none" strike="noStrike">
                <a:solidFill>
                  <a:schemeClr val="dk1"/>
                </a:solidFill>
                <a:effectLst/>
                <a:uFillTx/>
                <a:latin typeface="等线"/>
              </a:defRPr>
            </a:lvl1pPr>
            <a:lvl2pPr lvl="1" algn="l" defTabSz="512640">
              <a:lnSpc>
                <a:spcPct val="90000"/>
              </a:lnSpc>
              <a:spcBef>
                <a:spcPts val="281"/>
              </a:spcBef>
              <a:buClr>
                <a:srgbClr val="000000"/>
              </a:buClr>
              <a:buFont typeface="Arial"/>
              <a:buChar char="•"/>
              <a:defRPr lang="en-US" sz="1340" b="0" u="none" strike="noStrike">
                <a:solidFill>
                  <a:schemeClr val="dk1"/>
                </a:solidFill>
                <a:effectLst/>
                <a:uFillTx/>
                <a:latin typeface="等线"/>
              </a:defRPr>
            </a:lvl2pPr>
            <a:lvl3pPr lvl="2" algn="l" defTabSz="512640">
              <a:lnSpc>
                <a:spcPct val="90000"/>
              </a:lnSpc>
              <a:spcBef>
                <a:spcPts val="281"/>
              </a:spcBef>
              <a:buClr>
                <a:srgbClr val="000000"/>
              </a:buClr>
              <a:buFont typeface="Arial"/>
              <a:buChar char="•"/>
              <a:defRPr lang="en-US" sz="1120" b="0" u="none" strike="noStrike">
                <a:solidFill>
                  <a:schemeClr val="dk1"/>
                </a:solidFill>
                <a:effectLst/>
                <a:uFillTx/>
                <a:latin typeface="等线"/>
              </a:defRPr>
            </a:lvl3pPr>
            <a:lvl4pPr lvl="3" algn="l" defTabSz="512640">
              <a:lnSpc>
                <a:spcPct val="90000"/>
              </a:lnSpc>
              <a:spcBef>
                <a:spcPts val="281"/>
              </a:spcBef>
              <a:buClr>
                <a:srgbClr val="000000"/>
              </a:buClr>
              <a:buFont typeface="Arial"/>
              <a:buChar char="•"/>
              <a:defRPr lang="en-US" sz="1010" b="0" u="none" strike="noStrike">
                <a:solidFill>
                  <a:schemeClr val="dk1"/>
                </a:solidFill>
                <a:effectLst/>
                <a:uFillTx/>
                <a:latin typeface="等线"/>
              </a:defRPr>
            </a:lvl4pPr>
            <a:lvl5pPr lvl="4" algn="l" defTabSz="512640">
              <a:lnSpc>
                <a:spcPct val="90000"/>
              </a:lnSpc>
              <a:spcBef>
                <a:spcPts val="281"/>
              </a:spcBef>
              <a:buClr>
                <a:srgbClr val="000000"/>
              </a:buClr>
              <a:buFont typeface="Arial"/>
              <a:buChar char="•"/>
              <a:defRPr lang="en-US" sz="1010" b="0" u="none" strike="noStrike">
                <a:solidFill>
                  <a:schemeClr val="dk1"/>
                </a:solidFill>
                <a:effectLst/>
                <a:uFillTx/>
                <a:latin typeface="等线"/>
              </a:defRPr>
            </a:lvl5pPr>
          </a:lstStyle>
          <a:p>
            <a:pPr marL="128160" indent="-128160" algn="l" defTabSz="512640">
              <a:lnSpc>
                <a:spcPct val="90000"/>
              </a:lnSpc>
              <a:spcBef>
                <a:spcPts val="561"/>
              </a:spcBef>
              <a:buClr>
                <a:srgbClr val="000000"/>
              </a:buClr>
              <a:buFont typeface="Arial"/>
              <a:buChar char="•"/>
            </a:pPr>
            <a:r>
              <a:rPr lang="en-US" sz="1570" b="0" u="none" strike="noStrike">
                <a:solidFill>
                  <a:schemeClr val="dk1"/>
                </a:solidFill>
                <a:effectLst/>
                <a:uFillTx/>
                <a:latin typeface="等线"/>
              </a:rPr>
              <a:t>Click to edit Master text styles</a:t>
            </a:r>
          </a:p>
          <a:p>
            <a:pPr marL="384480" lvl="1" indent="-128160" algn="l" defTabSz="512640">
              <a:lnSpc>
                <a:spcPct val="90000"/>
              </a:lnSpc>
              <a:spcBef>
                <a:spcPts val="281"/>
              </a:spcBef>
              <a:buClr>
                <a:srgbClr val="000000"/>
              </a:buClr>
              <a:buFont typeface="Arial"/>
              <a:buChar char="•"/>
            </a:pPr>
            <a:r>
              <a:rPr lang="en-US" sz="1340" b="0" u="none" strike="noStrike">
                <a:solidFill>
                  <a:schemeClr val="dk1"/>
                </a:solidFill>
                <a:effectLst/>
                <a:uFillTx/>
                <a:latin typeface="等线"/>
              </a:rPr>
              <a:t>Second level</a:t>
            </a:r>
          </a:p>
          <a:p>
            <a:pPr marL="640800" lvl="2" indent="-128160" algn="l" defTabSz="512640">
              <a:lnSpc>
                <a:spcPct val="90000"/>
              </a:lnSpc>
              <a:spcBef>
                <a:spcPts val="281"/>
              </a:spcBef>
              <a:buClr>
                <a:srgbClr val="000000"/>
              </a:buClr>
              <a:buFont typeface="Arial"/>
              <a:buChar char="•"/>
            </a:pPr>
            <a:r>
              <a:rPr lang="en-US" sz="1120" b="0" u="none" strike="noStrike">
                <a:solidFill>
                  <a:schemeClr val="dk1"/>
                </a:solidFill>
                <a:effectLst/>
                <a:uFillTx/>
                <a:latin typeface="等线"/>
              </a:rPr>
              <a:t>Third level</a:t>
            </a:r>
          </a:p>
          <a:p>
            <a:pPr marL="897480" lvl="3" indent="-128160" algn="l" defTabSz="512640">
              <a:lnSpc>
                <a:spcPct val="90000"/>
              </a:lnSpc>
              <a:spcBef>
                <a:spcPts val="281"/>
              </a:spcBef>
              <a:buClr>
                <a:srgbClr val="000000"/>
              </a:buClr>
              <a:buFont typeface="Arial"/>
              <a:buChar char="•"/>
            </a:pPr>
            <a:r>
              <a:rPr lang="en-US" sz="1010" b="0" u="none" strike="noStrike">
                <a:solidFill>
                  <a:schemeClr val="dk1"/>
                </a:solidFill>
                <a:effectLst/>
                <a:uFillTx/>
                <a:latin typeface="等线"/>
              </a:rPr>
              <a:t>Fourth level</a:t>
            </a:r>
          </a:p>
          <a:p>
            <a:pPr marL="1153800" lvl="4" indent="-128160" algn="l" defTabSz="512640">
              <a:lnSpc>
                <a:spcPct val="90000"/>
              </a:lnSpc>
              <a:spcBef>
                <a:spcPts val="281"/>
              </a:spcBef>
              <a:buClr>
                <a:srgbClr val="000000"/>
              </a:buClr>
              <a:buFont typeface="Arial"/>
              <a:buChar char="•"/>
            </a:pPr>
            <a:r>
              <a:rPr lang="en-US" sz="1010" b="0" u="none" strike="noStrike">
                <a:solidFill>
                  <a:schemeClr val="dk1"/>
                </a:solidFill>
                <a:effectLst/>
                <a:uFillTx/>
                <a:latin typeface="等线"/>
              </a:rPr>
              <a:t>Fifth level</a:t>
            </a:r>
          </a:p>
        </p:txBody>
      </p:sp>
      <p:sp>
        <p:nvSpPr>
          <p:cNvPr id="25" name="PlaceHolder 3"/>
          <p:cNvSpPr>
            <a:spLocks noGrp="1"/>
          </p:cNvSpPr>
          <p:nvPr>
            <p:ph type="dt" idx="13"/>
          </p:nvPr>
        </p:nvSpPr>
        <p:spPr>
          <a:xfrm>
            <a:off x="509760" y="5860440"/>
            <a:ext cx="1664640" cy="332640"/>
          </a:xfrm>
          <a:prstGeom prst="rect">
            <a:avLst/>
          </a:prstGeom>
          <a:noFill/>
          <a:ln w="0">
            <a:noFill/>
          </a:ln>
        </p:spPr>
        <p:txBody>
          <a:bodyPr lIns="91440" tIns="45720" rIns="91440" bIns="45720" anchor="ctr">
            <a:noAutofit/>
          </a:bodyPr>
          <a:lstStyle>
            <a:lvl1pPr indent="0" algn="l" defTabSz="914400">
              <a:lnSpc>
                <a:spcPct val="100000"/>
              </a:lnSpc>
              <a:buNone/>
              <a:tabLst>
                <a:tab pos="0" algn="l"/>
              </a:tabLst>
              <a:defRPr lang="en-US" sz="670" b="0" u="none" strike="noStrike">
                <a:solidFill>
                  <a:schemeClr val="dk1">
                    <a:tint val="82000"/>
                  </a:schemeClr>
                </a:solidFill>
                <a:effectLst/>
                <a:uFillTx/>
                <a:latin typeface="等线"/>
              </a:defRPr>
            </a:lvl1pPr>
          </a:lstStyle>
          <a:p>
            <a:pPr indent="0" algn="l" defTabSz="914400">
              <a:lnSpc>
                <a:spcPct val="100000"/>
              </a:lnSpc>
              <a:buNone/>
              <a:tabLst>
                <a:tab pos="0" algn="l"/>
              </a:tabLst>
            </a:pPr>
            <a:r>
              <a:rPr lang="en-US" sz="670" b="0" u="none" strike="noStrike">
                <a:solidFill>
                  <a:schemeClr val="dk1">
                    <a:tint val="82000"/>
                  </a:schemeClr>
                </a:solidFill>
                <a:effectLst/>
                <a:uFillTx/>
                <a:latin typeface="等线"/>
              </a:rPr>
              <a:t>&lt;日期/时间&gt;</a:t>
            </a:r>
            <a:endParaRPr lang="en-US" sz="670" b="0" u="none" strike="noStrike">
              <a:solidFill>
                <a:srgbClr val="000000"/>
              </a:solidFill>
              <a:effectLst/>
              <a:uFillTx/>
              <a:latin typeface="Times New Roman"/>
            </a:endParaRPr>
          </a:p>
        </p:txBody>
      </p:sp>
      <p:sp>
        <p:nvSpPr>
          <p:cNvPr id="26" name="PlaceHolder 4"/>
          <p:cNvSpPr>
            <a:spLocks noGrp="1"/>
          </p:cNvSpPr>
          <p:nvPr>
            <p:ph type="ftr" idx="14"/>
          </p:nvPr>
        </p:nvSpPr>
        <p:spPr>
          <a:xfrm>
            <a:off x="2456280" y="5860440"/>
            <a:ext cx="2498760" cy="332640"/>
          </a:xfrm>
          <a:prstGeom prst="rect">
            <a:avLst/>
          </a:prstGeom>
          <a:noFill/>
          <a:ln w="0">
            <a:noFill/>
          </a:ln>
        </p:spPr>
        <p:txBody>
          <a:bodyPr lIns="91440" tIns="45720" rIns="91440" bIns="45720" anchor="ctr">
            <a:noAutofit/>
          </a:bodyPr>
          <a:lstStyle>
            <a:lvl1pPr indent="0" algn="ctr" defTabSz="914400">
              <a:lnSpc>
                <a:spcPct val="100000"/>
              </a:lnSpc>
              <a:buNone/>
              <a:tabLst>
                <a:tab pos="0" algn="l"/>
              </a:tabLst>
              <a:defRPr lang="en-US" sz="1400" b="0" u="none" strike="noStrike">
                <a:solidFill>
                  <a:srgbClr val="000000"/>
                </a:solidFill>
                <a:effectLst/>
                <a:uFillTx/>
                <a:latin typeface="Times New Roman"/>
              </a:defRPr>
            </a:lvl1pPr>
          </a:lstStyle>
          <a:p>
            <a:pPr indent="0" algn="ctr" defTabSz="914400">
              <a:lnSpc>
                <a:spcPct val="100000"/>
              </a:lnSpc>
              <a:buNone/>
              <a:tabLst>
                <a:tab pos="0" algn="l"/>
              </a:tabLst>
            </a:pPr>
            <a:r>
              <a:rPr lang="en-US" sz="1400" b="0" u="none" strike="noStrike">
                <a:solidFill>
                  <a:srgbClr val="000000"/>
                </a:solidFill>
                <a:effectLst/>
                <a:uFillTx/>
                <a:latin typeface="Times New Roman"/>
              </a:rPr>
              <a:t>&lt;页脚&gt;</a:t>
            </a:r>
          </a:p>
        </p:txBody>
      </p:sp>
      <p:sp>
        <p:nvSpPr>
          <p:cNvPr id="27" name="PlaceHolder 5"/>
          <p:cNvSpPr>
            <a:spLocks noGrp="1"/>
          </p:cNvSpPr>
          <p:nvPr>
            <p:ph type="sldNum" idx="15"/>
          </p:nvPr>
        </p:nvSpPr>
        <p:spPr>
          <a:xfrm>
            <a:off x="5236920" y="5860440"/>
            <a:ext cx="1664640" cy="33264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n-US" sz="670" b="0" u="none" strike="noStrike">
                <a:solidFill>
                  <a:schemeClr val="dk1">
                    <a:tint val="82000"/>
                  </a:schemeClr>
                </a:solidFill>
                <a:effectLst/>
                <a:uFillTx/>
                <a:latin typeface="等线"/>
              </a:defRPr>
            </a:lvl1pPr>
          </a:lstStyle>
          <a:p>
            <a:pPr indent="0" algn="r" defTabSz="914400">
              <a:lnSpc>
                <a:spcPct val="100000"/>
              </a:lnSpc>
              <a:buNone/>
              <a:tabLst>
                <a:tab pos="0" algn="l"/>
              </a:tabLst>
            </a:pPr>
            <a:fld id="{2A51F0CC-3BDA-48F9-BFA7-B67A98031964}" type="slidenum">
              <a:rPr lang="en-US" sz="670" b="0" u="none" strike="noStrike">
                <a:solidFill>
                  <a:schemeClr val="dk1">
                    <a:tint val="82000"/>
                  </a:schemeClr>
                </a:solidFill>
                <a:effectLst/>
                <a:uFillTx/>
                <a:latin typeface="等线"/>
              </a:rPr>
              <a:t>‹#›</a:t>
            </a:fld>
            <a:endParaRPr lang="en-US" sz="670" b="0" u="none" strike="noStrike">
              <a:solidFill>
                <a:srgbClr val="000000"/>
              </a:solidFill>
              <a:effectLst/>
              <a:uFillTx/>
              <a:latin typeface="Times New Roman"/>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bg>
      <p:bgPr>
        <a:solidFill>
          <a:srgbClr val="FFFFFF"/>
        </a:solidFill>
        <a:effectLst/>
      </p:bgPr>
    </p:bg>
    <p:spTree>
      <p:nvGrpSpPr>
        <p:cNvPr id="1" name=""/>
        <p:cNvGrpSpPr/>
        <p:nvPr/>
      </p:nvGrpSpPr>
      <p:grpSpPr>
        <a:xfrm>
          <a:off x="0" y="0"/>
          <a:ext cx="0" cy="0"/>
          <a:chOff x="0" y="0"/>
          <a:chExt cx="0" cy="0"/>
        </a:xfrm>
      </p:grpSpPr>
      <p:sp>
        <p:nvSpPr>
          <p:cNvPr id="28" name="PlaceHolder 1"/>
          <p:cNvSpPr>
            <a:spLocks noGrp="1"/>
          </p:cNvSpPr>
          <p:nvPr>
            <p:ph type="title"/>
          </p:nvPr>
        </p:nvSpPr>
        <p:spPr>
          <a:xfrm>
            <a:off x="5306400" y="336600"/>
            <a:ext cx="1594800" cy="5354640"/>
          </a:xfrm>
          <a:prstGeom prst="rect">
            <a:avLst/>
          </a:prstGeom>
          <a:noFill/>
          <a:ln w="0">
            <a:noFill/>
          </a:ln>
        </p:spPr>
        <p:txBody>
          <a:bodyPr vert="eaVert" lIns="91440" tIns="45720" rIns="91440" bIns="45720" anchor="ctr">
            <a:noAutofit/>
          </a:bodyPr>
          <a:lstStyle>
            <a:lvl1pPr indent="0" algn="l" defTabSz="512640">
              <a:lnSpc>
                <a:spcPct val="90000"/>
              </a:lnSpc>
              <a:buNone/>
              <a:tabLst>
                <a:tab pos="0" algn="l"/>
              </a:tabLst>
              <a:defRPr lang="en-US" sz="2470" b="0" u="none" strike="noStrike">
                <a:solidFill>
                  <a:schemeClr val="dk1"/>
                </a:solidFill>
                <a:effectLst/>
                <a:uFillTx/>
                <a:latin typeface="等线 Light"/>
              </a:defRPr>
            </a:lvl1pPr>
          </a:lstStyle>
          <a:p>
            <a:pPr indent="0" algn="l" defTabSz="512640">
              <a:lnSpc>
                <a:spcPct val="90000"/>
              </a:lnSpc>
              <a:buNone/>
              <a:tabLst>
                <a:tab pos="0" algn="l"/>
              </a:tabLst>
            </a:pPr>
            <a:r>
              <a:rPr lang="en-US" sz="2470" b="0" u="none" strike="noStrike">
                <a:solidFill>
                  <a:schemeClr val="dk1"/>
                </a:solidFill>
                <a:effectLst/>
                <a:uFillTx/>
                <a:latin typeface="等线 Light"/>
              </a:rPr>
              <a:t>Click to edit Master title style</a:t>
            </a:r>
          </a:p>
        </p:txBody>
      </p:sp>
      <p:sp>
        <p:nvSpPr>
          <p:cNvPr id="29" name="PlaceHolder 2"/>
          <p:cNvSpPr>
            <a:spLocks noGrp="1"/>
          </p:cNvSpPr>
          <p:nvPr>
            <p:ph type="body"/>
          </p:nvPr>
        </p:nvSpPr>
        <p:spPr>
          <a:xfrm>
            <a:off x="509760" y="336600"/>
            <a:ext cx="4700160" cy="5354640"/>
          </a:xfrm>
          <a:prstGeom prst="rect">
            <a:avLst/>
          </a:prstGeom>
          <a:noFill/>
          <a:ln w="0">
            <a:noFill/>
          </a:ln>
        </p:spPr>
        <p:txBody>
          <a:bodyPr vert="eaVert" lIns="91440" tIns="45720" rIns="91440" bIns="45720" anchor="t">
            <a:noAutofit/>
          </a:bodyPr>
          <a:lstStyle>
            <a:lvl1pPr algn="l" defTabSz="512640">
              <a:lnSpc>
                <a:spcPct val="90000"/>
              </a:lnSpc>
              <a:spcBef>
                <a:spcPts val="561"/>
              </a:spcBef>
              <a:buClr>
                <a:srgbClr val="000000"/>
              </a:buClr>
              <a:buFont typeface="Arial"/>
              <a:buChar char="•"/>
              <a:defRPr lang="en-US" sz="1570" b="0" u="none" strike="noStrike">
                <a:solidFill>
                  <a:schemeClr val="dk1"/>
                </a:solidFill>
                <a:effectLst/>
                <a:uFillTx/>
                <a:latin typeface="等线"/>
              </a:defRPr>
            </a:lvl1pPr>
            <a:lvl2pPr lvl="1" algn="l" defTabSz="512640">
              <a:lnSpc>
                <a:spcPct val="90000"/>
              </a:lnSpc>
              <a:spcBef>
                <a:spcPts val="281"/>
              </a:spcBef>
              <a:buClr>
                <a:srgbClr val="000000"/>
              </a:buClr>
              <a:buFont typeface="Arial"/>
              <a:buChar char="•"/>
              <a:defRPr lang="en-US" sz="1340" b="0" u="none" strike="noStrike">
                <a:solidFill>
                  <a:schemeClr val="dk1"/>
                </a:solidFill>
                <a:effectLst/>
                <a:uFillTx/>
                <a:latin typeface="等线"/>
              </a:defRPr>
            </a:lvl2pPr>
            <a:lvl3pPr lvl="2" algn="l" defTabSz="512640">
              <a:lnSpc>
                <a:spcPct val="90000"/>
              </a:lnSpc>
              <a:spcBef>
                <a:spcPts val="281"/>
              </a:spcBef>
              <a:buClr>
                <a:srgbClr val="000000"/>
              </a:buClr>
              <a:buFont typeface="Arial"/>
              <a:buChar char="•"/>
              <a:defRPr lang="en-US" sz="1120" b="0" u="none" strike="noStrike">
                <a:solidFill>
                  <a:schemeClr val="dk1"/>
                </a:solidFill>
                <a:effectLst/>
                <a:uFillTx/>
                <a:latin typeface="等线"/>
              </a:defRPr>
            </a:lvl3pPr>
            <a:lvl4pPr lvl="3" algn="l" defTabSz="512640">
              <a:lnSpc>
                <a:spcPct val="90000"/>
              </a:lnSpc>
              <a:spcBef>
                <a:spcPts val="281"/>
              </a:spcBef>
              <a:buClr>
                <a:srgbClr val="000000"/>
              </a:buClr>
              <a:buFont typeface="Arial"/>
              <a:buChar char="•"/>
              <a:defRPr lang="en-US" sz="1010" b="0" u="none" strike="noStrike">
                <a:solidFill>
                  <a:schemeClr val="dk1"/>
                </a:solidFill>
                <a:effectLst/>
                <a:uFillTx/>
                <a:latin typeface="等线"/>
              </a:defRPr>
            </a:lvl4pPr>
            <a:lvl5pPr lvl="4" algn="l" defTabSz="512640">
              <a:lnSpc>
                <a:spcPct val="90000"/>
              </a:lnSpc>
              <a:spcBef>
                <a:spcPts val="281"/>
              </a:spcBef>
              <a:buClr>
                <a:srgbClr val="000000"/>
              </a:buClr>
              <a:buFont typeface="Arial"/>
              <a:buChar char="•"/>
              <a:defRPr lang="en-US" sz="1010" b="0" u="none" strike="noStrike">
                <a:solidFill>
                  <a:schemeClr val="dk1"/>
                </a:solidFill>
                <a:effectLst/>
                <a:uFillTx/>
                <a:latin typeface="等线"/>
              </a:defRPr>
            </a:lvl5pPr>
          </a:lstStyle>
          <a:p>
            <a:pPr marL="128160" indent="-128160" algn="l" defTabSz="512640">
              <a:lnSpc>
                <a:spcPct val="90000"/>
              </a:lnSpc>
              <a:spcBef>
                <a:spcPts val="561"/>
              </a:spcBef>
              <a:buClr>
                <a:srgbClr val="000000"/>
              </a:buClr>
              <a:buFont typeface="Arial"/>
              <a:buChar char="•"/>
            </a:pPr>
            <a:r>
              <a:rPr lang="en-US" sz="1570" b="0" u="none" strike="noStrike">
                <a:solidFill>
                  <a:schemeClr val="dk1"/>
                </a:solidFill>
                <a:effectLst/>
                <a:uFillTx/>
                <a:latin typeface="等线"/>
              </a:rPr>
              <a:t>Click to edit Master text styles</a:t>
            </a:r>
          </a:p>
          <a:p>
            <a:pPr marL="384480" lvl="1" indent="-128160" algn="l" defTabSz="512640">
              <a:lnSpc>
                <a:spcPct val="90000"/>
              </a:lnSpc>
              <a:spcBef>
                <a:spcPts val="281"/>
              </a:spcBef>
              <a:buClr>
                <a:srgbClr val="000000"/>
              </a:buClr>
              <a:buFont typeface="Arial"/>
              <a:buChar char="•"/>
            </a:pPr>
            <a:r>
              <a:rPr lang="en-US" sz="1340" b="0" u="none" strike="noStrike">
                <a:solidFill>
                  <a:schemeClr val="dk1"/>
                </a:solidFill>
                <a:effectLst/>
                <a:uFillTx/>
                <a:latin typeface="等线"/>
              </a:rPr>
              <a:t>Second level</a:t>
            </a:r>
          </a:p>
          <a:p>
            <a:pPr marL="640800" lvl="2" indent="-128160" algn="l" defTabSz="512640">
              <a:lnSpc>
                <a:spcPct val="90000"/>
              </a:lnSpc>
              <a:spcBef>
                <a:spcPts val="281"/>
              </a:spcBef>
              <a:buClr>
                <a:srgbClr val="000000"/>
              </a:buClr>
              <a:buFont typeface="Arial"/>
              <a:buChar char="•"/>
            </a:pPr>
            <a:r>
              <a:rPr lang="en-US" sz="1120" b="0" u="none" strike="noStrike">
                <a:solidFill>
                  <a:schemeClr val="dk1"/>
                </a:solidFill>
                <a:effectLst/>
                <a:uFillTx/>
                <a:latin typeface="等线"/>
              </a:rPr>
              <a:t>Third level</a:t>
            </a:r>
          </a:p>
          <a:p>
            <a:pPr marL="897480" lvl="3" indent="-128160" algn="l" defTabSz="512640">
              <a:lnSpc>
                <a:spcPct val="90000"/>
              </a:lnSpc>
              <a:spcBef>
                <a:spcPts val="281"/>
              </a:spcBef>
              <a:buClr>
                <a:srgbClr val="000000"/>
              </a:buClr>
              <a:buFont typeface="Arial"/>
              <a:buChar char="•"/>
            </a:pPr>
            <a:r>
              <a:rPr lang="en-US" sz="1010" b="0" u="none" strike="noStrike">
                <a:solidFill>
                  <a:schemeClr val="dk1"/>
                </a:solidFill>
                <a:effectLst/>
                <a:uFillTx/>
                <a:latin typeface="等线"/>
              </a:rPr>
              <a:t>Fourth level</a:t>
            </a:r>
          </a:p>
          <a:p>
            <a:pPr marL="1153800" lvl="4" indent="-128160" algn="l" defTabSz="512640">
              <a:lnSpc>
                <a:spcPct val="90000"/>
              </a:lnSpc>
              <a:spcBef>
                <a:spcPts val="281"/>
              </a:spcBef>
              <a:buClr>
                <a:srgbClr val="000000"/>
              </a:buClr>
              <a:buFont typeface="Arial"/>
              <a:buChar char="•"/>
            </a:pPr>
            <a:r>
              <a:rPr lang="en-US" sz="1010" b="0" u="none" strike="noStrike">
                <a:solidFill>
                  <a:schemeClr val="dk1"/>
                </a:solidFill>
                <a:effectLst/>
                <a:uFillTx/>
                <a:latin typeface="等线"/>
              </a:rPr>
              <a:t>Fifth level</a:t>
            </a:r>
          </a:p>
        </p:txBody>
      </p:sp>
      <p:sp>
        <p:nvSpPr>
          <p:cNvPr id="30" name="PlaceHolder 3"/>
          <p:cNvSpPr>
            <a:spLocks noGrp="1"/>
          </p:cNvSpPr>
          <p:nvPr>
            <p:ph type="dt" idx="16"/>
          </p:nvPr>
        </p:nvSpPr>
        <p:spPr>
          <a:xfrm>
            <a:off x="509760" y="5860440"/>
            <a:ext cx="1664640" cy="332640"/>
          </a:xfrm>
          <a:prstGeom prst="rect">
            <a:avLst/>
          </a:prstGeom>
          <a:noFill/>
          <a:ln w="0">
            <a:noFill/>
          </a:ln>
        </p:spPr>
        <p:txBody>
          <a:bodyPr lIns="91440" tIns="45720" rIns="91440" bIns="45720" anchor="ctr">
            <a:noAutofit/>
          </a:bodyPr>
          <a:lstStyle>
            <a:lvl1pPr indent="0" algn="l" defTabSz="914400">
              <a:lnSpc>
                <a:spcPct val="100000"/>
              </a:lnSpc>
              <a:buNone/>
              <a:tabLst>
                <a:tab pos="0" algn="l"/>
              </a:tabLst>
              <a:defRPr lang="en-US" sz="670" b="0" u="none" strike="noStrike">
                <a:solidFill>
                  <a:schemeClr val="dk1">
                    <a:tint val="82000"/>
                  </a:schemeClr>
                </a:solidFill>
                <a:effectLst/>
                <a:uFillTx/>
                <a:latin typeface="等线"/>
              </a:defRPr>
            </a:lvl1pPr>
          </a:lstStyle>
          <a:p>
            <a:pPr indent="0" algn="l" defTabSz="914400">
              <a:lnSpc>
                <a:spcPct val="100000"/>
              </a:lnSpc>
              <a:buNone/>
              <a:tabLst>
                <a:tab pos="0" algn="l"/>
              </a:tabLst>
            </a:pPr>
            <a:r>
              <a:rPr lang="en-US" sz="670" b="0" u="none" strike="noStrike">
                <a:solidFill>
                  <a:schemeClr val="dk1">
                    <a:tint val="82000"/>
                  </a:schemeClr>
                </a:solidFill>
                <a:effectLst/>
                <a:uFillTx/>
                <a:latin typeface="等线"/>
              </a:rPr>
              <a:t>&lt;日期/时间&gt;</a:t>
            </a:r>
            <a:endParaRPr lang="en-US" sz="670" b="0" u="none" strike="noStrike">
              <a:solidFill>
                <a:srgbClr val="000000"/>
              </a:solidFill>
              <a:effectLst/>
              <a:uFillTx/>
              <a:latin typeface="Times New Roman"/>
            </a:endParaRPr>
          </a:p>
        </p:txBody>
      </p:sp>
      <p:sp>
        <p:nvSpPr>
          <p:cNvPr id="31" name="PlaceHolder 4"/>
          <p:cNvSpPr>
            <a:spLocks noGrp="1"/>
          </p:cNvSpPr>
          <p:nvPr>
            <p:ph type="ftr" idx="17"/>
          </p:nvPr>
        </p:nvSpPr>
        <p:spPr>
          <a:xfrm>
            <a:off x="2456280" y="5860440"/>
            <a:ext cx="2498760" cy="332640"/>
          </a:xfrm>
          <a:prstGeom prst="rect">
            <a:avLst/>
          </a:prstGeom>
          <a:noFill/>
          <a:ln w="0">
            <a:noFill/>
          </a:ln>
        </p:spPr>
        <p:txBody>
          <a:bodyPr lIns="91440" tIns="45720" rIns="91440" bIns="45720" anchor="ctr">
            <a:noAutofit/>
          </a:bodyPr>
          <a:lstStyle>
            <a:lvl1pPr indent="0" algn="ctr" defTabSz="914400">
              <a:lnSpc>
                <a:spcPct val="100000"/>
              </a:lnSpc>
              <a:buNone/>
              <a:tabLst>
                <a:tab pos="0" algn="l"/>
              </a:tabLst>
              <a:defRPr lang="en-US" sz="1400" b="0" u="none" strike="noStrike">
                <a:solidFill>
                  <a:srgbClr val="000000"/>
                </a:solidFill>
                <a:effectLst/>
                <a:uFillTx/>
                <a:latin typeface="Times New Roman"/>
              </a:defRPr>
            </a:lvl1pPr>
          </a:lstStyle>
          <a:p>
            <a:pPr indent="0" algn="ctr" defTabSz="914400">
              <a:lnSpc>
                <a:spcPct val="100000"/>
              </a:lnSpc>
              <a:buNone/>
              <a:tabLst>
                <a:tab pos="0" algn="l"/>
              </a:tabLst>
            </a:pPr>
            <a:r>
              <a:rPr lang="en-US" sz="1400" b="0" u="none" strike="noStrike">
                <a:solidFill>
                  <a:srgbClr val="000000"/>
                </a:solidFill>
                <a:effectLst/>
                <a:uFillTx/>
                <a:latin typeface="Times New Roman"/>
              </a:rPr>
              <a:t>&lt;页脚&gt;</a:t>
            </a:r>
          </a:p>
        </p:txBody>
      </p:sp>
      <p:sp>
        <p:nvSpPr>
          <p:cNvPr id="32" name="PlaceHolder 5"/>
          <p:cNvSpPr>
            <a:spLocks noGrp="1"/>
          </p:cNvSpPr>
          <p:nvPr>
            <p:ph type="sldNum" idx="18"/>
          </p:nvPr>
        </p:nvSpPr>
        <p:spPr>
          <a:xfrm>
            <a:off x="5236920" y="5860440"/>
            <a:ext cx="1664640" cy="33264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n-US" sz="670" b="0" u="none" strike="noStrike">
                <a:solidFill>
                  <a:schemeClr val="dk1">
                    <a:tint val="82000"/>
                  </a:schemeClr>
                </a:solidFill>
                <a:effectLst/>
                <a:uFillTx/>
                <a:latin typeface="等线"/>
              </a:defRPr>
            </a:lvl1pPr>
          </a:lstStyle>
          <a:p>
            <a:pPr indent="0" algn="r" defTabSz="914400">
              <a:lnSpc>
                <a:spcPct val="100000"/>
              </a:lnSpc>
              <a:buNone/>
              <a:tabLst>
                <a:tab pos="0" algn="l"/>
              </a:tabLst>
            </a:pPr>
            <a:fld id="{BD8F5AB9-56A9-4908-A76A-E06759D51506}" type="slidenum">
              <a:rPr lang="en-US" sz="670" b="0" u="none" strike="noStrike">
                <a:solidFill>
                  <a:schemeClr val="dk1">
                    <a:tint val="82000"/>
                  </a:schemeClr>
                </a:solidFill>
                <a:effectLst/>
                <a:uFillTx/>
                <a:latin typeface="等线"/>
              </a:rPr>
              <a:t>‹#›</a:t>
            </a:fld>
            <a:endParaRPr lang="en-US" sz="670" b="0" u="none" strike="noStrike">
              <a:solidFill>
                <a:srgbClr val="000000"/>
              </a:solidFill>
              <a:effectLst/>
              <a:uFillTx/>
              <a:latin typeface="Times New Roman"/>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 preserve="1">
  <p:cSld name="Title and Content">
    <p:bg>
      <p:bgPr>
        <a:solidFill>
          <a:srgbClr val="FFFFFF"/>
        </a:solidFill>
        <a:effectLst/>
      </p:bgPr>
    </p:bg>
    <p:spTree>
      <p:nvGrpSpPr>
        <p:cNvPr id="1" name=""/>
        <p:cNvGrpSpPr/>
        <p:nvPr/>
      </p:nvGrpSpPr>
      <p:grpSpPr>
        <a:xfrm>
          <a:off x="0" y="0"/>
          <a:ext cx="0" cy="0"/>
          <a:chOff x="0" y="0"/>
          <a:chExt cx="0" cy="0"/>
        </a:xfrm>
      </p:grpSpPr>
      <p:sp>
        <p:nvSpPr>
          <p:cNvPr id="33" name="PlaceHolder 1"/>
          <p:cNvSpPr>
            <a:spLocks noGrp="1"/>
          </p:cNvSpPr>
          <p:nvPr>
            <p:ph type="title"/>
          </p:nvPr>
        </p:nvSpPr>
        <p:spPr>
          <a:xfrm>
            <a:off x="509760" y="336600"/>
            <a:ext cx="6391800" cy="1218240"/>
          </a:xfrm>
          <a:prstGeom prst="rect">
            <a:avLst/>
          </a:prstGeom>
          <a:noFill/>
          <a:ln w="0">
            <a:noFill/>
          </a:ln>
        </p:spPr>
        <p:txBody>
          <a:bodyPr lIns="91440" tIns="45720" rIns="91440" bIns="45720" anchor="ctr">
            <a:noAutofit/>
          </a:bodyPr>
          <a:lstStyle>
            <a:lvl1pPr indent="0" algn="l" defTabSz="512640">
              <a:lnSpc>
                <a:spcPct val="90000"/>
              </a:lnSpc>
              <a:buNone/>
              <a:tabLst>
                <a:tab pos="0" algn="l"/>
              </a:tabLst>
              <a:defRPr lang="en-US" sz="2470" b="0" u="none" strike="noStrike">
                <a:solidFill>
                  <a:schemeClr val="dk1"/>
                </a:solidFill>
                <a:effectLst/>
                <a:uFillTx/>
                <a:latin typeface="等线 Light"/>
              </a:defRPr>
            </a:lvl1pPr>
          </a:lstStyle>
          <a:p>
            <a:pPr indent="0" algn="l" defTabSz="512640">
              <a:lnSpc>
                <a:spcPct val="90000"/>
              </a:lnSpc>
              <a:buNone/>
              <a:tabLst>
                <a:tab pos="0" algn="l"/>
              </a:tabLst>
            </a:pPr>
            <a:r>
              <a:rPr lang="en-US" sz="2470" b="0" u="none" strike="noStrike">
                <a:solidFill>
                  <a:schemeClr val="dk1"/>
                </a:solidFill>
                <a:effectLst/>
                <a:uFillTx/>
                <a:latin typeface="等线 Light"/>
              </a:rPr>
              <a:t>Click to edit Master title style</a:t>
            </a:r>
          </a:p>
        </p:txBody>
      </p:sp>
      <p:sp>
        <p:nvSpPr>
          <p:cNvPr id="34" name="PlaceHolder 2"/>
          <p:cNvSpPr>
            <a:spLocks noGrp="1"/>
          </p:cNvSpPr>
          <p:nvPr>
            <p:ph type="body"/>
          </p:nvPr>
        </p:nvSpPr>
        <p:spPr>
          <a:xfrm>
            <a:off x="509760" y="1683360"/>
            <a:ext cx="6391800" cy="4007880"/>
          </a:xfrm>
          <a:prstGeom prst="rect">
            <a:avLst/>
          </a:prstGeom>
          <a:noFill/>
          <a:ln w="0">
            <a:noFill/>
          </a:ln>
        </p:spPr>
        <p:txBody>
          <a:bodyPr lIns="91440" tIns="45720" rIns="91440" bIns="45720" anchor="t">
            <a:noAutofit/>
          </a:bodyPr>
          <a:lstStyle>
            <a:lvl1pPr algn="l" defTabSz="512640">
              <a:lnSpc>
                <a:spcPct val="90000"/>
              </a:lnSpc>
              <a:spcBef>
                <a:spcPts val="561"/>
              </a:spcBef>
              <a:buClr>
                <a:srgbClr val="000000"/>
              </a:buClr>
              <a:buFont typeface="Arial"/>
              <a:buChar char="•"/>
              <a:defRPr lang="en-US" sz="1570" b="0" u="none" strike="noStrike">
                <a:solidFill>
                  <a:schemeClr val="dk1"/>
                </a:solidFill>
                <a:effectLst/>
                <a:uFillTx/>
                <a:latin typeface="等线"/>
              </a:defRPr>
            </a:lvl1pPr>
            <a:lvl2pPr lvl="1" algn="l" defTabSz="512640">
              <a:lnSpc>
                <a:spcPct val="90000"/>
              </a:lnSpc>
              <a:spcBef>
                <a:spcPts val="281"/>
              </a:spcBef>
              <a:buClr>
                <a:srgbClr val="000000"/>
              </a:buClr>
              <a:buFont typeface="Arial"/>
              <a:buChar char="•"/>
              <a:defRPr lang="en-US" sz="1340" b="0" u="none" strike="noStrike">
                <a:solidFill>
                  <a:schemeClr val="dk1"/>
                </a:solidFill>
                <a:effectLst/>
                <a:uFillTx/>
                <a:latin typeface="等线"/>
              </a:defRPr>
            </a:lvl2pPr>
            <a:lvl3pPr lvl="2" algn="l" defTabSz="512640">
              <a:lnSpc>
                <a:spcPct val="90000"/>
              </a:lnSpc>
              <a:spcBef>
                <a:spcPts val="281"/>
              </a:spcBef>
              <a:buClr>
                <a:srgbClr val="000000"/>
              </a:buClr>
              <a:buFont typeface="Arial"/>
              <a:buChar char="•"/>
              <a:defRPr lang="en-US" sz="1120" b="0" u="none" strike="noStrike">
                <a:solidFill>
                  <a:schemeClr val="dk1"/>
                </a:solidFill>
                <a:effectLst/>
                <a:uFillTx/>
                <a:latin typeface="等线"/>
              </a:defRPr>
            </a:lvl3pPr>
            <a:lvl4pPr lvl="3" algn="l" defTabSz="512640">
              <a:lnSpc>
                <a:spcPct val="90000"/>
              </a:lnSpc>
              <a:spcBef>
                <a:spcPts val="281"/>
              </a:spcBef>
              <a:buClr>
                <a:srgbClr val="000000"/>
              </a:buClr>
              <a:buFont typeface="Arial"/>
              <a:buChar char="•"/>
              <a:defRPr lang="en-US" sz="1010" b="0" u="none" strike="noStrike">
                <a:solidFill>
                  <a:schemeClr val="dk1"/>
                </a:solidFill>
                <a:effectLst/>
                <a:uFillTx/>
                <a:latin typeface="等线"/>
              </a:defRPr>
            </a:lvl4pPr>
            <a:lvl5pPr lvl="4" algn="l" defTabSz="512640">
              <a:lnSpc>
                <a:spcPct val="90000"/>
              </a:lnSpc>
              <a:spcBef>
                <a:spcPts val="281"/>
              </a:spcBef>
              <a:buClr>
                <a:srgbClr val="000000"/>
              </a:buClr>
              <a:buFont typeface="Arial"/>
              <a:buChar char="•"/>
              <a:defRPr lang="en-US" sz="1010" b="0" u="none" strike="noStrike">
                <a:solidFill>
                  <a:schemeClr val="dk1"/>
                </a:solidFill>
                <a:effectLst/>
                <a:uFillTx/>
                <a:latin typeface="等线"/>
              </a:defRPr>
            </a:lvl5pPr>
          </a:lstStyle>
          <a:p>
            <a:pPr marL="128160" indent="-128160" algn="l" defTabSz="512640">
              <a:lnSpc>
                <a:spcPct val="90000"/>
              </a:lnSpc>
              <a:spcBef>
                <a:spcPts val="561"/>
              </a:spcBef>
              <a:buClr>
                <a:srgbClr val="000000"/>
              </a:buClr>
              <a:buFont typeface="Arial"/>
              <a:buChar char="•"/>
            </a:pPr>
            <a:r>
              <a:rPr lang="en-US" sz="1570" b="0" u="none" strike="noStrike">
                <a:solidFill>
                  <a:schemeClr val="dk1"/>
                </a:solidFill>
                <a:effectLst/>
                <a:uFillTx/>
                <a:latin typeface="等线"/>
              </a:rPr>
              <a:t>Click to edit Master text styles</a:t>
            </a:r>
          </a:p>
          <a:p>
            <a:pPr marL="384480" lvl="1" indent="-128160" algn="l" defTabSz="512640">
              <a:lnSpc>
                <a:spcPct val="90000"/>
              </a:lnSpc>
              <a:spcBef>
                <a:spcPts val="281"/>
              </a:spcBef>
              <a:buClr>
                <a:srgbClr val="000000"/>
              </a:buClr>
              <a:buFont typeface="Arial"/>
              <a:buChar char="•"/>
            </a:pPr>
            <a:r>
              <a:rPr lang="en-US" sz="1340" b="0" u="none" strike="noStrike">
                <a:solidFill>
                  <a:schemeClr val="dk1"/>
                </a:solidFill>
                <a:effectLst/>
                <a:uFillTx/>
                <a:latin typeface="等线"/>
              </a:rPr>
              <a:t>Second level</a:t>
            </a:r>
          </a:p>
          <a:p>
            <a:pPr marL="640800" lvl="2" indent="-128160" algn="l" defTabSz="512640">
              <a:lnSpc>
                <a:spcPct val="90000"/>
              </a:lnSpc>
              <a:spcBef>
                <a:spcPts val="281"/>
              </a:spcBef>
              <a:buClr>
                <a:srgbClr val="000000"/>
              </a:buClr>
              <a:buFont typeface="Arial"/>
              <a:buChar char="•"/>
            </a:pPr>
            <a:r>
              <a:rPr lang="en-US" sz="1120" b="0" u="none" strike="noStrike">
                <a:solidFill>
                  <a:schemeClr val="dk1"/>
                </a:solidFill>
                <a:effectLst/>
                <a:uFillTx/>
                <a:latin typeface="等线"/>
              </a:rPr>
              <a:t>Third level</a:t>
            </a:r>
          </a:p>
          <a:p>
            <a:pPr marL="897480" lvl="3" indent="-128160" algn="l" defTabSz="512640">
              <a:lnSpc>
                <a:spcPct val="90000"/>
              </a:lnSpc>
              <a:spcBef>
                <a:spcPts val="281"/>
              </a:spcBef>
              <a:buClr>
                <a:srgbClr val="000000"/>
              </a:buClr>
              <a:buFont typeface="Arial"/>
              <a:buChar char="•"/>
            </a:pPr>
            <a:r>
              <a:rPr lang="en-US" sz="1010" b="0" u="none" strike="noStrike">
                <a:solidFill>
                  <a:schemeClr val="dk1"/>
                </a:solidFill>
                <a:effectLst/>
                <a:uFillTx/>
                <a:latin typeface="等线"/>
              </a:rPr>
              <a:t>Fourth level</a:t>
            </a:r>
          </a:p>
          <a:p>
            <a:pPr marL="1153800" lvl="4" indent="-128160" algn="l" defTabSz="512640">
              <a:lnSpc>
                <a:spcPct val="90000"/>
              </a:lnSpc>
              <a:spcBef>
                <a:spcPts val="281"/>
              </a:spcBef>
              <a:buClr>
                <a:srgbClr val="000000"/>
              </a:buClr>
              <a:buFont typeface="Arial"/>
              <a:buChar char="•"/>
            </a:pPr>
            <a:r>
              <a:rPr lang="en-US" sz="1010" b="0" u="none" strike="noStrike">
                <a:solidFill>
                  <a:schemeClr val="dk1"/>
                </a:solidFill>
                <a:effectLst/>
                <a:uFillTx/>
                <a:latin typeface="等线"/>
              </a:rPr>
              <a:t>Fifth level</a:t>
            </a:r>
          </a:p>
        </p:txBody>
      </p:sp>
      <p:sp>
        <p:nvSpPr>
          <p:cNvPr id="35" name="PlaceHolder 3"/>
          <p:cNvSpPr>
            <a:spLocks noGrp="1"/>
          </p:cNvSpPr>
          <p:nvPr>
            <p:ph type="dt" idx="19"/>
          </p:nvPr>
        </p:nvSpPr>
        <p:spPr>
          <a:xfrm>
            <a:off x="509760" y="5860440"/>
            <a:ext cx="1664640" cy="332640"/>
          </a:xfrm>
          <a:prstGeom prst="rect">
            <a:avLst/>
          </a:prstGeom>
          <a:noFill/>
          <a:ln w="0">
            <a:noFill/>
          </a:ln>
        </p:spPr>
        <p:txBody>
          <a:bodyPr lIns="91440" tIns="45720" rIns="91440" bIns="45720" anchor="ctr">
            <a:noAutofit/>
          </a:bodyPr>
          <a:lstStyle>
            <a:lvl1pPr indent="0" algn="l" defTabSz="914400">
              <a:lnSpc>
                <a:spcPct val="100000"/>
              </a:lnSpc>
              <a:buNone/>
              <a:tabLst>
                <a:tab pos="0" algn="l"/>
              </a:tabLst>
              <a:defRPr lang="en-US" sz="670" b="0" u="none" strike="noStrike">
                <a:solidFill>
                  <a:schemeClr val="dk1">
                    <a:tint val="82000"/>
                  </a:schemeClr>
                </a:solidFill>
                <a:effectLst/>
                <a:uFillTx/>
                <a:latin typeface="等线"/>
              </a:defRPr>
            </a:lvl1pPr>
          </a:lstStyle>
          <a:p>
            <a:pPr indent="0" algn="l" defTabSz="914400">
              <a:lnSpc>
                <a:spcPct val="100000"/>
              </a:lnSpc>
              <a:buNone/>
              <a:tabLst>
                <a:tab pos="0" algn="l"/>
              </a:tabLst>
            </a:pPr>
            <a:r>
              <a:rPr lang="en-US" sz="670" b="0" u="none" strike="noStrike">
                <a:solidFill>
                  <a:schemeClr val="dk1">
                    <a:tint val="82000"/>
                  </a:schemeClr>
                </a:solidFill>
                <a:effectLst/>
                <a:uFillTx/>
                <a:latin typeface="等线"/>
              </a:rPr>
              <a:t>&lt;日期/时间&gt;</a:t>
            </a:r>
            <a:endParaRPr lang="en-US" sz="670" b="0" u="none" strike="noStrike">
              <a:solidFill>
                <a:srgbClr val="000000"/>
              </a:solidFill>
              <a:effectLst/>
              <a:uFillTx/>
              <a:latin typeface="Times New Roman"/>
            </a:endParaRPr>
          </a:p>
        </p:txBody>
      </p:sp>
      <p:sp>
        <p:nvSpPr>
          <p:cNvPr id="36" name="PlaceHolder 4"/>
          <p:cNvSpPr>
            <a:spLocks noGrp="1"/>
          </p:cNvSpPr>
          <p:nvPr>
            <p:ph type="ftr" idx="20"/>
          </p:nvPr>
        </p:nvSpPr>
        <p:spPr>
          <a:xfrm>
            <a:off x="2456280" y="5860440"/>
            <a:ext cx="2498760" cy="332640"/>
          </a:xfrm>
          <a:prstGeom prst="rect">
            <a:avLst/>
          </a:prstGeom>
          <a:noFill/>
          <a:ln w="0">
            <a:noFill/>
          </a:ln>
        </p:spPr>
        <p:txBody>
          <a:bodyPr lIns="91440" tIns="45720" rIns="91440" bIns="45720" anchor="ctr">
            <a:noAutofit/>
          </a:bodyPr>
          <a:lstStyle>
            <a:lvl1pPr indent="0" algn="ctr" defTabSz="914400">
              <a:lnSpc>
                <a:spcPct val="100000"/>
              </a:lnSpc>
              <a:buNone/>
              <a:tabLst>
                <a:tab pos="0" algn="l"/>
              </a:tabLst>
              <a:defRPr lang="en-US" sz="1400" b="0" u="none" strike="noStrike">
                <a:solidFill>
                  <a:srgbClr val="000000"/>
                </a:solidFill>
                <a:effectLst/>
                <a:uFillTx/>
                <a:latin typeface="Times New Roman"/>
              </a:defRPr>
            </a:lvl1pPr>
          </a:lstStyle>
          <a:p>
            <a:pPr indent="0" algn="ctr" defTabSz="914400">
              <a:lnSpc>
                <a:spcPct val="100000"/>
              </a:lnSpc>
              <a:buNone/>
              <a:tabLst>
                <a:tab pos="0" algn="l"/>
              </a:tabLst>
            </a:pPr>
            <a:r>
              <a:rPr lang="en-US" sz="1400" b="0" u="none" strike="noStrike">
                <a:solidFill>
                  <a:srgbClr val="000000"/>
                </a:solidFill>
                <a:effectLst/>
                <a:uFillTx/>
                <a:latin typeface="Times New Roman"/>
              </a:rPr>
              <a:t>&lt;页脚&gt;</a:t>
            </a:r>
          </a:p>
        </p:txBody>
      </p:sp>
      <p:sp>
        <p:nvSpPr>
          <p:cNvPr id="37" name="PlaceHolder 5"/>
          <p:cNvSpPr>
            <a:spLocks noGrp="1"/>
          </p:cNvSpPr>
          <p:nvPr>
            <p:ph type="sldNum" idx="21"/>
          </p:nvPr>
        </p:nvSpPr>
        <p:spPr>
          <a:xfrm>
            <a:off x="5236920" y="5860440"/>
            <a:ext cx="1664640" cy="33264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n-US" sz="670" b="0" u="none" strike="noStrike">
                <a:solidFill>
                  <a:schemeClr val="dk1">
                    <a:tint val="82000"/>
                  </a:schemeClr>
                </a:solidFill>
                <a:effectLst/>
                <a:uFillTx/>
                <a:latin typeface="等线"/>
              </a:defRPr>
            </a:lvl1pPr>
          </a:lstStyle>
          <a:p>
            <a:pPr indent="0" algn="r" defTabSz="914400">
              <a:lnSpc>
                <a:spcPct val="100000"/>
              </a:lnSpc>
              <a:buNone/>
              <a:tabLst>
                <a:tab pos="0" algn="l"/>
              </a:tabLst>
            </a:pPr>
            <a:fld id="{E237632C-D028-44D3-BFA8-6F8BA603FF4A}" type="slidenum">
              <a:rPr lang="en-US" sz="670" b="0" u="none" strike="noStrike">
                <a:solidFill>
                  <a:schemeClr val="dk1">
                    <a:tint val="82000"/>
                  </a:schemeClr>
                </a:solidFill>
                <a:effectLst/>
                <a:uFillTx/>
                <a:latin typeface="等线"/>
              </a:rPr>
              <a:t>‹#›</a:t>
            </a:fld>
            <a:endParaRPr lang="en-US" sz="670" b="0" u="none" strike="noStrike">
              <a:solidFill>
                <a:srgbClr val="000000"/>
              </a:solidFill>
              <a:effectLst/>
              <a:uFillTx/>
              <a:latin typeface="Times New Roman"/>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Section Header">
    <p:bg>
      <p:bgPr>
        <a:solidFill>
          <a:srgbClr val="FFFFFF"/>
        </a:solidFill>
        <a:effectLst/>
      </p:bgPr>
    </p:bg>
    <p:spTree>
      <p:nvGrpSpPr>
        <p:cNvPr id="1" name=""/>
        <p:cNvGrpSpPr/>
        <p:nvPr/>
      </p:nvGrpSpPr>
      <p:grpSpPr>
        <a:xfrm>
          <a:off x="0" y="0"/>
          <a:ext cx="0" cy="0"/>
          <a:chOff x="0" y="0"/>
          <a:chExt cx="0" cy="0"/>
        </a:xfrm>
      </p:grpSpPr>
      <p:sp>
        <p:nvSpPr>
          <p:cNvPr id="38" name="PlaceHolder 1"/>
          <p:cNvSpPr>
            <a:spLocks noGrp="1"/>
          </p:cNvSpPr>
          <p:nvPr>
            <p:ph type="title"/>
          </p:nvPr>
        </p:nvSpPr>
        <p:spPr>
          <a:xfrm>
            <a:off x="505800" y="1576440"/>
            <a:ext cx="6391800" cy="2626200"/>
          </a:xfrm>
          <a:prstGeom prst="rect">
            <a:avLst/>
          </a:prstGeom>
          <a:noFill/>
          <a:ln w="0">
            <a:noFill/>
          </a:ln>
        </p:spPr>
        <p:txBody>
          <a:bodyPr lIns="91440" tIns="45720" rIns="91440" bIns="45720" anchor="b">
            <a:noAutofit/>
          </a:bodyPr>
          <a:lstStyle>
            <a:lvl1pPr indent="0" algn="l" defTabSz="512640">
              <a:lnSpc>
                <a:spcPct val="90000"/>
              </a:lnSpc>
              <a:buNone/>
              <a:tabLst>
                <a:tab pos="0" algn="l"/>
              </a:tabLst>
              <a:defRPr lang="en-US" sz="3359" b="0" u="none" strike="noStrike">
                <a:solidFill>
                  <a:schemeClr val="dk1"/>
                </a:solidFill>
                <a:effectLst/>
                <a:uFillTx/>
                <a:latin typeface="等线 Light"/>
              </a:defRPr>
            </a:lvl1pPr>
          </a:lstStyle>
          <a:p>
            <a:pPr indent="0" algn="l" defTabSz="512640">
              <a:lnSpc>
                <a:spcPct val="90000"/>
              </a:lnSpc>
              <a:buNone/>
              <a:tabLst>
                <a:tab pos="0" algn="l"/>
              </a:tabLst>
            </a:pPr>
            <a:r>
              <a:rPr lang="en-US" sz="3359" b="0" u="none" strike="noStrike">
                <a:solidFill>
                  <a:schemeClr val="dk1"/>
                </a:solidFill>
                <a:effectLst/>
                <a:uFillTx/>
                <a:latin typeface="等线 Light"/>
              </a:rPr>
              <a:t>Click to edit Master title style</a:t>
            </a:r>
          </a:p>
        </p:txBody>
      </p:sp>
      <p:sp>
        <p:nvSpPr>
          <p:cNvPr id="39" name="PlaceHolder 2"/>
          <p:cNvSpPr>
            <a:spLocks noGrp="1"/>
          </p:cNvSpPr>
          <p:nvPr>
            <p:ph type="body"/>
          </p:nvPr>
        </p:nvSpPr>
        <p:spPr>
          <a:xfrm>
            <a:off x="505800" y="4231440"/>
            <a:ext cx="6391800" cy="1379160"/>
          </a:xfrm>
          <a:prstGeom prst="rect">
            <a:avLst/>
          </a:prstGeom>
          <a:noFill/>
          <a:ln w="0">
            <a:noFill/>
          </a:ln>
        </p:spPr>
        <p:txBody>
          <a:bodyPr lIns="91440" tIns="45720" rIns="91440" bIns="45720" anchor="t">
            <a:noAutofit/>
          </a:bodyPr>
          <a:lstStyle>
            <a:lvl1pPr marL="228600" indent="0" algn="l" defTabSz="512640">
              <a:lnSpc>
                <a:spcPct val="90000"/>
              </a:lnSpc>
              <a:spcBef>
                <a:spcPts val="561"/>
              </a:spcBef>
              <a:buNone/>
              <a:tabLst>
                <a:tab pos="0" algn="l"/>
              </a:tabLst>
              <a:defRPr lang="en-US" sz="1340" b="0" u="none" strike="noStrike">
                <a:solidFill>
                  <a:schemeClr val="dk1">
                    <a:tint val="82000"/>
                  </a:schemeClr>
                </a:solidFill>
                <a:effectLst/>
                <a:uFillTx/>
                <a:latin typeface="等线"/>
              </a:defRPr>
            </a:lvl1pPr>
          </a:lstStyle>
          <a:p>
            <a:pPr marL="228600" indent="0" algn="l" defTabSz="512640">
              <a:lnSpc>
                <a:spcPct val="90000"/>
              </a:lnSpc>
              <a:spcBef>
                <a:spcPts val="561"/>
              </a:spcBef>
              <a:buNone/>
              <a:tabLst>
                <a:tab pos="0" algn="l"/>
              </a:tabLst>
            </a:pPr>
            <a:r>
              <a:rPr lang="en-US" sz="1340" b="0" u="none" strike="noStrike">
                <a:solidFill>
                  <a:schemeClr val="dk1">
                    <a:tint val="82000"/>
                  </a:schemeClr>
                </a:solidFill>
                <a:effectLst/>
                <a:uFillTx/>
                <a:latin typeface="等线"/>
              </a:rPr>
              <a:t>Click to edit Master text styles</a:t>
            </a:r>
          </a:p>
        </p:txBody>
      </p:sp>
      <p:sp>
        <p:nvSpPr>
          <p:cNvPr id="40" name="PlaceHolder 3"/>
          <p:cNvSpPr>
            <a:spLocks noGrp="1"/>
          </p:cNvSpPr>
          <p:nvPr>
            <p:ph type="dt" idx="22"/>
          </p:nvPr>
        </p:nvSpPr>
        <p:spPr>
          <a:xfrm>
            <a:off x="509760" y="5860440"/>
            <a:ext cx="1664640" cy="332640"/>
          </a:xfrm>
          <a:prstGeom prst="rect">
            <a:avLst/>
          </a:prstGeom>
          <a:noFill/>
          <a:ln w="0">
            <a:noFill/>
          </a:ln>
        </p:spPr>
        <p:txBody>
          <a:bodyPr lIns="91440" tIns="45720" rIns="91440" bIns="45720" anchor="ctr">
            <a:noAutofit/>
          </a:bodyPr>
          <a:lstStyle>
            <a:lvl1pPr indent="0" algn="l" defTabSz="914400">
              <a:lnSpc>
                <a:spcPct val="100000"/>
              </a:lnSpc>
              <a:buNone/>
              <a:tabLst>
                <a:tab pos="0" algn="l"/>
              </a:tabLst>
              <a:defRPr lang="en-US" sz="670" b="0" u="none" strike="noStrike">
                <a:solidFill>
                  <a:schemeClr val="dk1">
                    <a:tint val="82000"/>
                  </a:schemeClr>
                </a:solidFill>
                <a:effectLst/>
                <a:uFillTx/>
                <a:latin typeface="等线"/>
              </a:defRPr>
            </a:lvl1pPr>
          </a:lstStyle>
          <a:p>
            <a:pPr indent="0" algn="l" defTabSz="914400">
              <a:lnSpc>
                <a:spcPct val="100000"/>
              </a:lnSpc>
              <a:buNone/>
              <a:tabLst>
                <a:tab pos="0" algn="l"/>
              </a:tabLst>
            </a:pPr>
            <a:r>
              <a:rPr lang="en-US" sz="670" b="0" u="none" strike="noStrike">
                <a:solidFill>
                  <a:schemeClr val="dk1">
                    <a:tint val="82000"/>
                  </a:schemeClr>
                </a:solidFill>
                <a:effectLst/>
                <a:uFillTx/>
                <a:latin typeface="等线"/>
              </a:rPr>
              <a:t>&lt;日期/时间&gt;</a:t>
            </a:r>
            <a:endParaRPr lang="en-US" sz="670" b="0" u="none" strike="noStrike">
              <a:solidFill>
                <a:srgbClr val="000000"/>
              </a:solidFill>
              <a:effectLst/>
              <a:uFillTx/>
              <a:latin typeface="Times New Roman"/>
            </a:endParaRPr>
          </a:p>
        </p:txBody>
      </p:sp>
      <p:sp>
        <p:nvSpPr>
          <p:cNvPr id="41" name="PlaceHolder 4"/>
          <p:cNvSpPr>
            <a:spLocks noGrp="1"/>
          </p:cNvSpPr>
          <p:nvPr>
            <p:ph type="ftr" idx="23"/>
          </p:nvPr>
        </p:nvSpPr>
        <p:spPr>
          <a:xfrm>
            <a:off x="2456280" y="5860440"/>
            <a:ext cx="2498760" cy="332640"/>
          </a:xfrm>
          <a:prstGeom prst="rect">
            <a:avLst/>
          </a:prstGeom>
          <a:noFill/>
          <a:ln w="0">
            <a:noFill/>
          </a:ln>
        </p:spPr>
        <p:txBody>
          <a:bodyPr lIns="91440" tIns="45720" rIns="91440" bIns="45720" anchor="ctr">
            <a:noAutofit/>
          </a:bodyPr>
          <a:lstStyle>
            <a:lvl1pPr indent="0" algn="ctr" defTabSz="914400">
              <a:lnSpc>
                <a:spcPct val="100000"/>
              </a:lnSpc>
              <a:buNone/>
              <a:tabLst>
                <a:tab pos="0" algn="l"/>
              </a:tabLst>
              <a:defRPr lang="en-US" sz="1400" b="0" u="none" strike="noStrike">
                <a:solidFill>
                  <a:srgbClr val="000000"/>
                </a:solidFill>
                <a:effectLst/>
                <a:uFillTx/>
                <a:latin typeface="Times New Roman"/>
              </a:defRPr>
            </a:lvl1pPr>
          </a:lstStyle>
          <a:p>
            <a:pPr indent="0" algn="ctr" defTabSz="914400">
              <a:lnSpc>
                <a:spcPct val="100000"/>
              </a:lnSpc>
              <a:buNone/>
              <a:tabLst>
                <a:tab pos="0" algn="l"/>
              </a:tabLst>
            </a:pPr>
            <a:r>
              <a:rPr lang="en-US" sz="1400" b="0" u="none" strike="noStrike">
                <a:solidFill>
                  <a:srgbClr val="000000"/>
                </a:solidFill>
                <a:effectLst/>
                <a:uFillTx/>
                <a:latin typeface="Times New Roman"/>
              </a:rPr>
              <a:t>&lt;页脚&gt;</a:t>
            </a:r>
          </a:p>
        </p:txBody>
      </p:sp>
      <p:sp>
        <p:nvSpPr>
          <p:cNvPr id="42" name="PlaceHolder 5"/>
          <p:cNvSpPr>
            <a:spLocks noGrp="1"/>
          </p:cNvSpPr>
          <p:nvPr>
            <p:ph type="sldNum" idx="24"/>
          </p:nvPr>
        </p:nvSpPr>
        <p:spPr>
          <a:xfrm>
            <a:off x="5236920" y="5860440"/>
            <a:ext cx="1664640" cy="33264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n-US" sz="670" b="0" u="none" strike="noStrike">
                <a:solidFill>
                  <a:schemeClr val="dk1">
                    <a:tint val="82000"/>
                  </a:schemeClr>
                </a:solidFill>
                <a:effectLst/>
                <a:uFillTx/>
                <a:latin typeface="等线"/>
              </a:defRPr>
            </a:lvl1pPr>
          </a:lstStyle>
          <a:p>
            <a:pPr indent="0" algn="r" defTabSz="914400">
              <a:lnSpc>
                <a:spcPct val="100000"/>
              </a:lnSpc>
              <a:buNone/>
              <a:tabLst>
                <a:tab pos="0" algn="l"/>
              </a:tabLst>
            </a:pPr>
            <a:fld id="{7B3D1B73-5939-4620-AFF5-42D300636313}" type="slidenum">
              <a:rPr lang="en-US" sz="670" b="0" u="none" strike="noStrike">
                <a:solidFill>
                  <a:schemeClr val="dk1">
                    <a:tint val="82000"/>
                  </a:schemeClr>
                </a:solidFill>
                <a:effectLst/>
                <a:uFillTx/>
                <a:latin typeface="等线"/>
              </a:rPr>
              <a:t>‹#›</a:t>
            </a:fld>
            <a:endParaRPr lang="en-US" sz="670" b="0" u="none" strike="noStrike">
              <a:solidFill>
                <a:srgbClr val="000000"/>
              </a:solidFill>
              <a:effectLst/>
              <a:uFillTx/>
              <a:latin typeface="Times New Roman"/>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itleOnly" preserve="1">
  <p:cSld name="Title Only">
    <p:bg>
      <p:bgPr>
        <a:solidFill>
          <a:srgbClr val="FFFFFF"/>
        </a:solidFill>
        <a:effectLst/>
      </p:bgPr>
    </p:bg>
    <p:spTree>
      <p:nvGrpSpPr>
        <p:cNvPr id="1" name=""/>
        <p:cNvGrpSpPr/>
        <p:nvPr/>
      </p:nvGrpSpPr>
      <p:grpSpPr>
        <a:xfrm>
          <a:off x="0" y="0"/>
          <a:ext cx="0" cy="0"/>
          <a:chOff x="0" y="0"/>
          <a:chExt cx="0" cy="0"/>
        </a:xfrm>
      </p:grpSpPr>
      <p:sp>
        <p:nvSpPr>
          <p:cNvPr id="43" name="PlaceHolder 1"/>
          <p:cNvSpPr>
            <a:spLocks noGrp="1"/>
          </p:cNvSpPr>
          <p:nvPr>
            <p:ph type="title"/>
          </p:nvPr>
        </p:nvSpPr>
        <p:spPr>
          <a:xfrm>
            <a:off x="509760" y="336600"/>
            <a:ext cx="6391800" cy="1218240"/>
          </a:xfrm>
          <a:prstGeom prst="rect">
            <a:avLst/>
          </a:prstGeom>
          <a:noFill/>
          <a:ln w="0">
            <a:noFill/>
          </a:ln>
        </p:spPr>
        <p:txBody>
          <a:bodyPr lIns="91440" tIns="45720" rIns="91440" bIns="45720" anchor="ctr">
            <a:noAutofit/>
          </a:bodyPr>
          <a:lstStyle>
            <a:lvl1pPr indent="0" algn="l" defTabSz="512640">
              <a:lnSpc>
                <a:spcPct val="90000"/>
              </a:lnSpc>
              <a:buNone/>
              <a:tabLst>
                <a:tab pos="0" algn="l"/>
              </a:tabLst>
              <a:defRPr lang="en-US" sz="2470" b="0" u="none" strike="noStrike">
                <a:solidFill>
                  <a:schemeClr val="dk1"/>
                </a:solidFill>
                <a:effectLst/>
                <a:uFillTx/>
                <a:latin typeface="等线 Light"/>
              </a:defRPr>
            </a:lvl1pPr>
          </a:lstStyle>
          <a:p>
            <a:pPr indent="0" algn="l" defTabSz="512640">
              <a:lnSpc>
                <a:spcPct val="90000"/>
              </a:lnSpc>
              <a:buNone/>
              <a:tabLst>
                <a:tab pos="0" algn="l"/>
              </a:tabLst>
            </a:pPr>
            <a:r>
              <a:rPr lang="en-US" sz="2470" b="0" u="none" strike="noStrike">
                <a:solidFill>
                  <a:schemeClr val="dk1"/>
                </a:solidFill>
                <a:effectLst/>
                <a:uFillTx/>
                <a:latin typeface="等线 Light"/>
              </a:rPr>
              <a:t>Click to edit Master title style</a:t>
            </a:r>
          </a:p>
        </p:txBody>
      </p:sp>
      <p:sp>
        <p:nvSpPr>
          <p:cNvPr id="44" name="PlaceHolder 2"/>
          <p:cNvSpPr>
            <a:spLocks noGrp="1"/>
          </p:cNvSpPr>
          <p:nvPr>
            <p:ph type="dt" idx="25"/>
          </p:nvPr>
        </p:nvSpPr>
        <p:spPr>
          <a:xfrm>
            <a:off x="509760" y="5860440"/>
            <a:ext cx="1664640" cy="332640"/>
          </a:xfrm>
          <a:prstGeom prst="rect">
            <a:avLst/>
          </a:prstGeom>
          <a:noFill/>
          <a:ln w="0">
            <a:noFill/>
          </a:ln>
        </p:spPr>
        <p:txBody>
          <a:bodyPr lIns="91440" tIns="45720" rIns="91440" bIns="45720" anchor="ctr">
            <a:noAutofit/>
          </a:bodyPr>
          <a:lstStyle>
            <a:lvl1pPr indent="0" algn="l" defTabSz="914400">
              <a:lnSpc>
                <a:spcPct val="100000"/>
              </a:lnSpc>
              <a:buNone/>
              <a:tabLst>
                <a:tab pos="0" algn="l"/>
              </a:tabLst>
              <a:defRPr lang="en-US" sz="670" b="0" u="none" strike="noStrike">
                <a:solidFill>
                  <a:schemeClr val="dk1">
                    <a:tint val="82000"/>
                  </a:schemeClr>
                </a:solidFill>
                <a:effectLst/>
                <a:uFillTx/>
                <a:latin typeface="等线"/>
              </a:defRPr>
            </a:lvl1pPr>
          </a:lstStyle>
          <a:p>
            <a:pPr indent="0" algn="l" defTabSz="914400">
              <a:lnSpc>
                <a:spcPct val="100000"/>
              </a:lnSpc>
              <a:buNone/>
              <a:tabLst>
                <a:tab pos="0" algn="l"/>
              </a:tabLst>
            </a:pPr>
            <a:r>
              <a:rPr lang="en-US" sz="670" b="0" u="none" strike="noStrike">
                <a:solidFill>
                  <a:schemeClr val="dk1">
                    <a:tint val="82000"/>
                  </a:schemeClr>
                </a:solidFill>
                <a:effectLst/>
                <a:uFillTx/>
                <a:latin typeface="等线"/>
              </a:rPr>
              <a:t>&lt;日期/时间&gt;</a:t>
            </a:r>
            <a:endParaRPr lang="en-US" sz="670" b="0" u="none" strike="noStrike">
              <a:solidFill>
                <a:srgbClr val="000000"/>
              </a:solidFill>
              <a:effectLst/>
              <a:uFillTx/>
              <a:latin typeface="Times New Roman"/>
            </a:endParaRPr>
          </a:p>
        </p:txBody>
      </p:sp>
      <p:sp>
        <p:nvSpPr>
          <p:cNvPr id="45" name="PlaceHolder 3"/>
          <p:cNvSpPr>
            <a:spLocks noGrp="1"/>
          </p:cNvSpPr>
          <p:nvPr>
            <p:ph type="ftr" idx="26"/>
          </p:nvPr>
        </p:nvSpPr>
        <p:spPr>
          <a:xfrm>
            <a:off x="2456280" y="5860440"/>
            <a:ext cx="2498760" cy="332640"/>
          </a:xfrm>
          <a:prstGeom prst="rect">
            <a:avLst/>
          </a:prstGeom>
          <a:noFill/>
          <a:ln w="0">
            <a:noFill/>
          </a:ln>
        </p:spPr>
        <p:txBody>
          <a:bodyPr lIns="91440" tIns="45720" rIns="91440" bIns="45720" anchor="ctr">
            <a:noAutofit/>
          </a:bodyPr>
          <a:lstStyle>
            <a:lvl1pPr indent="0" algn="ctr" defTabSz="914400">
              <a:lnSpc>
                <a:spcPct val="100000"/>
              </a:lnSpc>
              <a:buNone/>
              <a:tabLst>
                <a:tab pos="0" algn="l"/>
              </a:tabLst>
              <a:defRPr lang="en-US" sz="1400" b="0" u="none" strike="noStrike">
                <a:solidFill>
                  <a:srgbClr val="000000"/>
                </a:solidFill>
                <a:effectLst/>
                <a:uFillTx/>
                <a:latin typeface="Times New Roman"/>
              </a:defRPr>
            </a:lvl1pPr>
          </a:lstStyle>
          <a:p>
            <a:pPr indent="0" algn="ctr" defTabSz="914400">
              <a:lnSpc>
                <a:spcPct val="100000"/>
              </a:lnSpc>
              <a:buNone/>
              <a:tabLst>
                <a:tab pos="0" algn="l"/>
              </a:tabLst>
            </a:pPr>
            <a:r>
              <a:rPr lang="en-US" sz="1400" b="0" u="none" strike="noStrike">
                <a:solidFill>
                  <a:srgbClr val="000000"/>
                </a:solidFill>
                <a:effectLst/>
                <a:uFillTx/>
                <a:latin typeface="Times New Roman"/>
              </a:rPr>
              <a:t>&lt;页脚&gt;</a:t>
            </a:r>
          </a:p>
        </p:txBody>
      </p:sp>
      <p:sp>
        <p:nvSpPr>
          <p:cNvPr id="46" name="PlaceHolder 4"/>
          <p:cNvSpPr>
            <a:spLocks noGrp="1"/>
          </p:cNvSpPr>
          <p:nvPr>
            <p:ph type="sldNum" idx="27"/>
          </p:nvPr>
        </p:nvSpPr>
        <p:spPr>
          <a:xfrm>
            <a:off x="5236920" y="5860440"/>
            <a:ext cx="1664640" cy="33264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n-US" sz="670" b="0" u="none" strike="noStrike">
                <a:solidFill>
                  <a:schemeClr val="dk1">
                    <a:tint val="82000"/>
                  </a:schemeClr>
                </a:solidFill>
                <a:effectLst/>
                <a:uFillTx/>
                <a:latin typeface="等线"/>
              </a:defRPr>
            </a:lvl1pPr>
          </a:lstStyle>
          <a:p>
            <a:pPr indent="0" algn="r" defTabSz="914400">
              <a:lnSpc>
                <a:spcPct val="100000"/>
              </a:lnSpc>
              <a:buNone/>
              <a:tabLst>
                <a:tab pos="0" algn="l"/>
              </a:tabLst>
            </a:pPr>
            <a:fld id="{65D10A3E-4A3E-4AE4-BB5A-6176A7121961}" type="slidenum">
              <a:rPr lang="en-US" sz="670" b="0" u="none" strike="noStrike">
                <a:solidFill>
                  <a:schemeClr val="dk1">
                    <a:tint val="82000"/>
                  </a:schemeClr>
                </a:solidFill>
                <a:effectLst/>
                <a:uFillTx/>
                <a:latin typeface="等线"/>
              </a:rPr>
              <a:t>‹#›</a:t>
            </a:fld>
            <a:endParaRPr lang="en-US" sz="670" b="0" u="none" strike="noStrike">
              <a:solidFill>
                <a:srgbClr val="000000"/>
              </a:solidFill>
              <a:effectLst/>
              <a:uFillTx/>
              <a:latin typeface="Times New Roman"/>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woObj" preserve="1">
  <p:cSld name="Two Content">
    <p:bg>
      <p:bgPr>
        <a:solidFill>
          <a:srgbClr val="FFFFFF"/>
        </a:solidFill>
        <a:effectLst/>
      </p:bgPr>
    </p:bg>
    <p:spTree>
      <p:nvGrpSpPr>
        <p:cNvPr id="1" name=""/>
        <p:cNvGrpSpPr/>
        <p:nvPr/>
      </p:nvGrpSpPr>
      <p:grpSpPr>
        <a:xfrm>
          <a:off x="0" y="0"/>
          <a:ext cx="0" cy="0"/>
          <a:chOff x="0" y="0"/>
          <a:chExt cx="0" cy="0"/>
        </a:xfrm>
      </p:grpSpPr>
      <p:sp>
        <p:nvSpPr>
          <p:cNvPr id="47" name="PlaceHolder 1"/>
          <p:cNvSpPr>
            <a:spLocks noGrp="1"/>
          </p:cNvSpPr>
          <p:nvPr>
            <p:ph type="title"/>
          </p:nvPr>
        </p:nvSpPr>
        <p:spPr>
          <a:xfrm>
            <a:off x="509760" y="336600"/>
            <a:ext cx="6391800" cy="1218240"/>
          </a:xfrm>
          <a:prstGeom prst="rect">
            <a:avLst/>
          </a:prstGeom>
          <a:noFill/>
          <a:ln w="0">
            <a:noFill/>
          </a:ln>
        </p:spPr>
        <p:txBody>
          <a:bodyPr lIns="91440" tIns="45720" rIns="91440" bIns="45720" anchor="ctr">
            <a:noAutofit/>
          </a:bodyPr>
          <a:lstStyle>
            <a:lvl1pPr indent="0" algn="l" defTabSz="512640">
              <a:lnSpc>
                <a:spcPct val="90000"/>
              </a:lnSpc>
              <a:buNone/>
              <a:tabLst>
                <a:tab pos="0" algn="l"/>
              </a:tabLst>
              <a:defRPr lang="en-US" sz="2470" b="0" u="none" strike="noStrike">
                <a:solidFill>
                  <a:schemeClr val="dk1"/>
                </a:solidFill>
                <a:effectLst/>
                <a:uFillTx/>
                <a:latin typeface="等线 Light"/>
              </a:defRPr>
            </a:lvl1pPr>
          </a:lstStyle>
          <a:p>
            <a:pPr indent="0" algn="l" defTabSz="512640">
              <a:lnSpc>
                <a:spcPct val="90000"/>
              </a:lnSpc>
              <a:buNone/>
              <a:tabLst>
                <a:tab pos="0" algn="l"/>
              </a:tabLst>
            </a:pPr>
            <a:r>
              <a:rPr lang="en-US" sz="2470" b="0" u="none" strike="noStrike">
                <a:solidFill>
                  <a:schemeClr val="dk1"/>
                </a:solidFill>
                <a:effectLst/>
                <a:uFillTx/>
                <a:latin typeface="等线 Light"/>
              </a:rPr>
              <a:t>Click to edit Master title style</a:t>
            </a:r>
          </a:p>
        </p:txBody>
      </p:sp>
      <p:sp>
        <p:nvSpPr>
          <p:cNvPr id="48" name="PlaceHolder 2"/>
          <p:cNvSpPr>
            <a:spLocks noGrp="1"/>
          </p:cNvSpPr>
          <p:nvPr>
            <p:ph type="body"/>
          </p:nvPr>
        </p:nvSpPr>
        <p:spPr>
          <a:xfrm>
            <a:off x="509760" y="1683360"/>
            <a:ext cx="3147480" cy="4007880"/>
          </a:xfrm>
          <a:prstGeom prst="rect">
            <a:avLst/>
          </a:prstGeom>
          <a:noFill/>
          <a:ln w="0">
            <a:noFill/>
          </a:ln>
        </p:spPr>
        <p:txBody>
          <a:bodyPr lIns="91440" tIns="45720" rIns="91440" bIns="45720" anchor="t">
            <a:noAutofit/>
          </a:bodyPr>
          <a:lstStyle>
            <a:lvl1pPr algn="l" defTabSz="512640">
              <a:lnSpc>
                <a:spcPct val="90000"/>
              </a:lnSpc>
              <a:spcBef>
                <a:spcPts val="561"/>
              </a:spcBef>
              <a:buClr>
                <a:srgbClr val="000000"/>
              </a:buClr>
              <a:buFont typeface="Arial"/>
              <a:buChar char="•"/>
              <a:defRPr lang="en-US" sz="1570" b="0" u="none" strike="noStrike">
                <a:solidFill>
                  <a:schemeClr val="dk1"/>
                </a:solidFill>
                <a:effectLst/>
                <a:uFillTx/>
                <a:latin typeface="等线"/>
              </a:defRPr>
            </a:lvl1pPr>
            <a:lvl2pPr lvl="1" algn="l" defTabSz="512640">
              <a:lnSpc>
                <a:spcPct val="90000"/>
              </a:lnSpc>
              <a:spcBef>
                <a:spcPts val="281"/>
              </a:spcBef>
              <a:buClr>
                <a:srgbClr val="000000"/>
              </a:buClr>
              <a:buFont typeface="Arial"/>
              <a:buChar char="•"/>
              <a:defRPr lang="en-US" sz="1340" b="0" u="none" strike="noStrike">
                <a:solidFill>
                  <a:schemeClr val="dk1"/>
                </a:solidFill>
                <a:effectLst/>
                <a:uFillTx/>
                <a:latin typeface="等线"/>
              </a:defRPr>
            </a:lvl2pPr>
            <a:lvl3pPr lvl="2" algn="l" defTabSz="512640">
              <a:lnSpc>
                <a:spcPct val="90000"/>
              </a:lnSpc>
              <a:spcBef>
                <a:spcPts val="281"/>
              </a:spcBef>
              <a:buClr>
                <a:srgbClr val="000000"/>
              </a:buClr>
              <a:buFont typeface="Arial"/>
              <a:buChar char="•"/>
              <a:defRPr lang="en-US" sz="1120" b="0" u="none" strike="noStrike">
                <a:solidFill>
                  <a:schemeClr val="dk1"/>
                </a:solidFill>
                <a:effectLst/>
                <a:uFillTx/>
                <a:latin typeface="等线"/>
              </a:defRPr>
            </a:lvl3pPr>
            <a:lvl4pPr lvl="3" algn="l" defTabSz="512640">
              <a:lnSpc>
                <a:spcPct val="90000"/>
              </a:lnSpc>
              <a:spcBef>
                <a:spcPts val="281"/>
              </a:spcBef>
              <a:buClr>
                <a:srgbClr val="000000"/>
              </a:buClr>
              <a:buFont typeface="Arial"/>
              <a:buChar char="•"/>
              <a:defRPr lang="en-US" sz="1010" b="0" u="none" strike="noStrike">
                <a:solidFill>
                  <a:schemeClr val="dk1"/>
                </a:solidFill>
                <a:effectLst/>
                <a:uFillTx/>
                <a:latin typeface="等线"/>
              </a:defRPr>
            </a:lvl4pPr>
            <a:lvl5pPr lvl="4" algn="l" defTabSz="512640">
              <a:lnSpc>
                <a:spcPct val="90000"/>
              </a:lnSpc>
              <a:spcBef>
                <a:spcPts val="281"/>
              </a:spcBef>
              <a:buClr>
                <a:srgbClr val="000000"/>
              </a:buClr>
              <a:buFont typeface="Arial"/>
              <a:buChar char="•"/>
              <a:defRPr lang="en-US" sz="1010" b="0" u="none" strike="noStrike">
                <a:solidFill>
                  <a:schemeClr val="dk1"/>
                </a:solidFill>
                <a:effectLst/>
                <a:uFillTx/>
                <a:latin typeface="等线"/>
              </a:defRPr>
            </a:lvl5pPr>
          </a:lstStyle>
          <a:p>
            <a:pPr marL="128160" indent="-128160" algn="l" defTabSz="512640">
              <a:lnSpc>
                <a:spcPct val="90000"/>
              </a:lnSpc>
              <a:spcBef>
                <a:spcPts val="561"/>
              </a:spcBef>
              <a:buClr>
                <a:srgbClr val="000000"/>
              </a:buClr>
              <a:buFont typeface="Arial"/>
              <a:buChar char="•"/>
            </a:pPr>
            <a:r>
              <a:rPr lang="en-US" sz="1570" b="0" u="none" strike="noStrike">
                <a:solidFill>
                  <a:schemeClr val="dk1"/>
                </a:solidFill>
                <a:effectLst/>
                <a:uFillTx/>
                <a:latin typeface="等线"/>
              </a:rPr>
              <a:t>Click to edit Master text styles</a:t>
            </a:r>
          </a:p>
          <a:p>
            <a:pPr marL="384480" lvl="1" indent="-128160" algn="l" defTabSz="512640">
              <a:lnSpc>
                <a:spcPct val="90000"/>
              </a:lnSpc>
              <a:spcBef>
                <a:spcPts val="281"/>
              </a:spcBef>
              <a:buClr>
                <a:srgbClr val="000000"/>
              </a:buClr>
              <a:buFont typeface="Arial"/>
              <a:buChar char="•"/>
            </a:pPr>
            <a:r>
              <a:rPr lang="en-US" sz="1340" b="0" u="none" strike="noStrike">
                <a:solidFill>
                  <a:schemeClr val="dk1"/>
                </a:solidFill>
                <a:effectLst/>
                <a:uFillTx/>
                <a:latin typeface="等线"/>
              </a:rPr>
              <a:t>Second level</a:t>
            </a:r>
          </a:p>
          <a:p>
            <a:pPr marL="640800" lvl="2" indent="-128160" algn="l" defTabSz="512640">
              <a:lnSpc>
                <a:spcPct val="90000"/>
              </a:lnSpc>
              <a:spcBef>
                <a:spcPts val="281"/>
              </a:spcBef>
              <a:buClr>
                <a:srgbClr val="000000"/>
              </a:buClr>
              <a:buFont typeface="Arial"/>
              <a:buChar char="•"/>
            </a:pPr>
            <a:r>
              <a:rPr lang="en-US" sz="1120" b="0" u="none" strike="noStrike">
                <a:solidFill>
                  <a:schemeClr val="dk1"/>
                </a:solidFill>
                <a:effectLst/>
                <a:uFillTx/>
                <a:latin typeface="等线"/>
              </a:rPr>
              <a:t>Third level</a:t>
            </a:r>
          </a:p>
          <a:p>
            <a:pPr marL="897480" lvl="3" indent="-128160" algn="l" defTabSz="512640">
              <a:lnSpc>
                <a:spcPct val="90000"/>
              </a:lnSpc>
              <a:spcBef>
                <a:spcPts val="281"/>
              </a:spcBef>
              <a:buClr>
                <a:srgbClr val="000000"/>
              </a:buClr>
              <a:buFont typeface="Arial"/>
              <a:buChar char="•"/>
            </a:pPr>
            <a:r>
              <a:rPr lang="en-US" sz="1010" b="0" u="none" strike="noStrike">
                <a:solidFill>
                  <a:schemeClr val="dk1"/>
                </a:solidFill>
                <a:effectLst/>
                <a:uFillTx/>
                <a:latin typeface="等线"/>
              </a:rPr>
              <a:t>Fourth level</a:t>
            </a:r>
          </a:p>
          <a:p>
            <a:pPr marL="1153800" lvl="4" indent="-128160" algn="l" defTabSz="512640">
              <a:lnSpc>
                <a:spcPct val="90000"/>
              </a:lnSpc>
              <a:spcBef>
                <a:spcPts val="281"/>
              </a:spcBef>
              <a:buClr>
                <a:srgbClr val="000000"/>
              </a:buClr>
              <a:buFont typeface="Arial"/>
              <a:buChar char="•"/>
            </a:pPr>
            <a:r>
              <a:rPr lang="en-US" sz="1010" b="0" u="none" strike="noStrike">
                <a:solidFill>
                  <a:schemeClr val="dk1"/>
                </a:solidFill>
                <a:effectLst/>
                <a:uFillTx/>
                <a:latin typeface="等线"/>
              </a:rPr>
              <a:t>Fifth level</a:t>
            </a:r>
          </a:p>
        </p:txBody>
      </p:sp>
      <p:sp>
        <p:nvSpPr>
          <p:cNvPr id="49" name="PlaceHolder 3"/>
          <p:cNvSpPr>
            <a:spLocks noGrp="1"/>
          </p:cNvSpPr>
          <p:nvPr>
            <p:ph type="body"/>
          </p:nvPr>
        </p:nvSpPr>
        <p:spPr>
          <a:xfrm>
            <a:off x="3754080" y="1683360"/>
            <a:ext cx="3147480" cy="4007880"/>
          </a:xfrm>
          <a:prstGeom prst="rect">
            <a:avLst/>
          </a:prstGeom>
          <a:noFill/>
          <a:ln w="0">
            <a:noFill/>
          </a:ln>
        </p:spPr>
        <p:txBody>
          <a:bodyPr lIns="91440" tIns="45720" rIns="91440" bIns="45720" anchor="t">
            <a:noAutofit/>
          </a:bodyPr>
          <a:lstStyle>
            <a:lvl1pPr algn="l" defTabSz="512640">
              <a:lnSpc>
                <a:spcPct val="90000"/>
              </a:lnSpc>
              <a:spcBef>
                <a:spcPts val="561"/>
              </a:spcBef>
              <a:buClr>
                <a:srgbClr val="000000"/>
              </a:buClr>
              <a:buFont typeface="Arial"/>
              <a:buChar char="•"/>
              <a:defRPr lang="en-US" sz="1570" b="0" u="none" strike="noStrike">
                <a:solidFill>
                  <a:schemeClr val="dk1"/>
                </a:solidFill>
                <a:effectLst/>
                <a:uFillTx/>
                <a:latin typeface="等线"/>
              </a:defRPr>
            </a:lvl1pPr>
            <a:lvl2pPr lvl="1" algn="l" defTabSz="512640">
              <a:lnSpc>
                <a:spcPct val="90000"/>
              </a:lnSpc>
              <a:spcBef>
                <a:spcPts val="281"/>
              </a:spcBef>
              <a:buClr>
                <a:srgbClr val="000000"/>
              </a:buClr>
              <a:buFont typeface="Arial"/>
              <a:buChar char="•"/>
              <a:defRPr lang="en-US" sz="1340" b="0" u="none" strike="noStrike">
                <a:solidFill>
                  <a:schemeClr val="dk1"/>
                </a:solidFill>
                <a:effectLst/>
                <a:uFillTx/>
                <a:latin typeface="等线"/>
              </a:defRPr>
            </a:lvl2pPr>
            <a:lvl3pPr lvl="2" algn="l" defTabSz="512640">
              <a:lnSpc>
                <a:spcPct val="90000"/>
              </a:lnSpc>
              <a:spcBef>
                <a:spcPts val="281"/>
              </a:spcBef>
              <a:buClr>
                <a:srgbClr val="000000"/>
              </a:buClr>
              <a:buFont typeface="Arial"/>
              <a:buChar char="•"/>
              <a:defRPr lang="en-US" sz="1120" b="0" u="none" strike="noStrike">
                <a:solidFill>
                  <a:schemeClr val="dk1"/>
                </a:solidFill>
                <a:effectLst/>
                <a:uFillTx/>
                <a:latin typeface="等线"/>
              </a:defRPr>
            </a:lvl3pPr>
            <a:lvl4pPr lvl="3" algn="l" defTabSz="512640">
              <a:lnSpc>
                <a:spcPct val="90000"/>
              </a:lnSpc>
              <a:spcBef>
                <a:spcPts val="281"/>
              </a:spcBef>
              <a:buClr>
                <a:srgbClr val="000000"/>
              </a:buClr>
              <a:buFont typeface="Arial"/>
              <a:buChar char="•"/>
              <a:defRPr lang="en-US" sz="1010" b="0" u="none" strike="noStrike">
                <a:solidFill>
                  <a:schemeClr val="dk1"/>
                </a:solidFill>
                <a:effectLst/>
                <a:uFillTx/>
                <a:latin typeface="等线"/>
              </a:defRPr>
            </a:lvl4pPr>
            <a:lvl5pPr lvl="4" algn="l" defTabSz="512640">
              <a:lnSpc>
                <a:spcPct val="90000"/>
              </a:lnSpc>
              <a:spcBef>
                <a:spcPts val="281"/>
              </a:spcBef>
              <a:buClr>
                <a:srgbClr val="000000"/>
              </a:buClr>
              <a:buFont typeface="Arial"/>
              <a:buChar char="•"/>
              <a:defRPr lang="en-US" sz="1010" b="0" u="none" strike="noStrike">
                <a:solidFill>
                  <a:schemeClr val="dk1"/>
                </a:solidFill>
                <a:effectLst/>
                <a:uFillTx/>
                <a:latin typeface="等线"/>
              </a:defRPr>
            </a:lvl5pPr>
          </a:lstStyle>
          <a:p>
            <a:pPr marL="128160" indent="-128160" algn="l" defTabSz="512640">
              <a:lnSpc>
                <a:spcPct val="90000"/>
              </a:lnSpc>
              <a:spcBef>
                <a:spcPts val="561"/>
              </a:spcBef>
              <a:buClr>
                <a:srgbClr val="000000"/>
              </a:buClr>
              <a:buFont typeface="Arial"/>
              <a:buChar char="•"/>
            </a:pPr>
            <a:r>
              <a:rPr lang="en-US" sz="1570" b="0" u="none" strike="noStrike">
                <a:solidFill>
                  <a:schemeClr val="dk1"/>
                </a:solidFill>
                <a:effectLst/>
                <a:uFillTx/>
                <a:latin typeface="等线"/>
              </a:rPr>
              <a:t>Click to edit Master text styles</a:t>
            </a:r>
          </a:p>
          <a:p>
            <a:pPr marL="384480" lvl="1" indent="-128160" algn="l" defTabSz="512640">
              <a:lnSpc>
                <a:spcPct val="90000"/>
              </a:lnSpc>
              <a:spcBef>
                <a:spcPts val="281"/>
              </a:spcBef>
              <a:buClr>
                <a:srgbClr val="000000"/>
              </a:buClr>
              <a:buFont typeface="Arial"/>
              <a:buChar char="•"/>
            </a:pPr>
            <a:r>
              <a:rPr lang="en-US" sz="1340" b="0" u="none" strike="noStrike">
                <a:solidFill>
                  <a:schemeClr val="dk1"/>
                </a:solidFill>
                <a:effectLst/>
                <a:uFillTx/>
                <a:latin typeface="等线"/>
              </a:rPr>
              <a:t>Second level</a:t>
            </a:r>
          </a:p>
          <a:p>
            <a:pPr marL="640800" lvl="2" indent="-128160" algn="l" defTabSz="512640">
              <a:lnSpc>
                <a:spcPct val="90000"/>
              </a:lnSpc>
              <a:spcBef>
                <a:spcPts val="281"/>
              </a:spcBef>
              <a:buClr>
                <a:srgbClr val="000000"/>
              </a:buClr>
              <a:buFont typeface="Arial"/>
              <a:buChar char="•"/>
            </a:pPr>
            <a:r>
              <a:rPr lang="en-US" sz="1120" b="0" u="none" strike="noStrike">
                <a:solidFill>
                  <a:schemeClr val="dk1"/>
                </a:solidFill>
                <a:effectLst/>
                <a:uFillTx/>
                <a:latin typeface="等线"/>
              </a:rPr>
              <a:t>Third level</a:t>
            </a:r>
          </a:p>
          <a:p>
            <a:pPr marL="897480" lvl="3" indent="-128160" algn="l" defTabSz="512640">
              <a:lnSpc>
                <a:spcPct val="90000"/>
              </a:lnSpc>
              <a:spcBef>
                <a:spcPts val="281"/>
              </a:spcBef>
              <a:buClr>
                <a:srgbClr val="000000"/>
              </a:buClr>
              <a:buFont typeface="Arial"/>
              <a:buChar char="•"/>
            </a:pPr>
            <a:r>
              <a:rPr lang="en-US" sz="1010" b="0" u="none" strike="noStrike">
                <a:solidFill>
                  <a:schemeClr val="dk1"/>
                </a:solidFill>
                <a:effectLst/>
                <a:uFillTx/>
                <a:latin typeface="等线"/>
              </a:rPr>
              <a:t>Fourth level</a:t>
            </a:r>
          </a:p>
          <a:p>
            <a:pPr marL="1153800" lvl="4" indent="-128160" algn="l" defTabSz="512640">
              <a:lnSpc>
                <a:spcPct val="90000"/>
              </a:lnSpc>
              <a:spcBef>
                <a:spcPts val="281"/>
              </a:spcBef>
              <a:buClr>
                <a:srgbClr val="000000"/>
              </a:buClr>
              <a:buFont typeface="Arial"/>
              <a:buChar char="•"/>
            </a:pPr>
            <a:r>
              <a:rPr lang="en-US" sz="1010" b="0" u="none" strike="noStrike">
                <a:solidFill>
                  <a:schemeClr val="dk1"/>
                </a:solidFill>
                <a:effectLst/>
                <a:uFillTx/>
                <a:latin typeface="等线"/>
              </a:rPr>
              <a:t>Fifth level</a:t>
            </a:r>
          </a:p>
        </p:txBody>
      </p:sp>
      <p:sp>
        <p:nvSpPr>
          <p:cNvPr id="50" name="PlaceHolder 4"/>
          <p:cNvSpPr>
            <a:spLocks noGrp="1"/>
          </p:cNvSpPr>
          <p:nvPr>
            <p:ph type="dt" idx="28"/>
          </p:nvPr>
        </p:nvSpPr>
        <p:spPr>
          <a:xfrm>
            <a:off x="509760" y="5860440"/>
            <a:ext cx="1664640" cy="332640"/>
          </a:xfrm>
          <a:prstGeom prst="rect">
            <a:avLst/>
          </a:prstGeom>
          <a:noFill/>
          <a:ln w="0">
            <a:noFill/>
          </a:ln>
        </p:spPr>
        <p:txBody>
          <a:bodyPr lIns="91440" tIns="45720" rIns="91440" bIns="45720" anchor="ctr">
            <a:noAutofit/>
          </a:bodyPr>
          <a:lstStyle>
            <a:lvl1pPr indent="0" algn="l" defTabSz="914400">
              <a:lnSpc>
                <a:spcPct val="100000"/>
              </a:lnSpc>
              <a:buNone/>
              <a:tabLst>
                <a:tab pos="0" algn="l"/>
              </a:tabLst>
              <a:defRPr lang="en-US" sz="670" b="0" u="none" strike="noStrike">
                <a:solidFill>
                  <a:schemeClr val="dk1">
                    <a:tint val="82000"/>
                  </a:schemeClr>
                </a:solidFill>
                <a:effectLst/>
                <a:uFillTx/>
                <a:latin typeface="等线"/>
              </a:defRPr>
            </a:lvl1pPr>
          </a:lstStyle>
          <a:p>
            <a:pPr indent="0" algn="l" defTabSz="914400">
              <a:lnSpc>
                <a:spcPct val="100000"/>
              </a:lnSpc>
              <a:buNone/>
              <a:tabLst>
                <a:tab pos="0" algn="l"/>
              </a:tabLst>
            </a:pPr>
            <a:r>
              <a:rPr lang="en-US" sz="670" b="0" u="none" strike="noStrike">
                <a:solidFill>
                  <a:schemeClr val="dk1">
                    <a:tint val="82000"/>
                  </a:schemeClr>
                </a:solidFill>
                <a:effectLst/>
                <a:uFillTx/>
                <a:latin typeface="等线"/>
              </a:rPr>
              <a:t>&lt;日期/时间&gt;</a:t>
            </a:r>
            <a:endParaRPr lang="en-US" sz="670" b="0" u="none" strike="noStrike">
              <a:solidFill>
                <a:srgbClr val="000000"/>
              </a:solidFill>
              <a:effectLst/>
              <a:uFillTx/>
              <a:latin typeface="Times New Roman"/>
            </a:endParaRPr>
          </a:p>
        </p:txBody>
      </p:sp>
      <p:sp>
        <p:nvSpPr>
          <p:cNvPr id="51" name="PlaceHolder 5"/>
          <p:cNvSpPr>
            <a:spLocks noGrp="1"/>
          </p:cNvSpPr>
          <p:nvPr>
            <p:ph type="ftr" idx="29"/>
          </p:nvPr>
        </p:nvSpPr>
        <p:spPr>
          <a:xfrm>
            <a:off x="2456280" y="5860440"/>
            <a:ext cx="2498760" cy="332640"/>
          </a:xfrm>
          <a:prstGeom prst="rect">
            <a:avLst/>
          </a:prstGeom>
          <a:noFill/>
          <a:ln w="0">
            <a:noFill/>
          </a:ln>
        </p:spPr>
        <p:txBody>
          <a:bodyPr lIns="91440" tIns="45720" rIns="91440" bIns="45720" anchor="ctr">
            <a:noAutofit/>
          </a:bodyPr>
          <a:lstStyle>
            <a:lvl1pPr indent="0" algn="ctr" defTabSz="914400">
              <a:lnSpc>
                <a:spcPct val="100000"/>
              </a:lnSpc>
              <a:buNone/>
              <a:tabLst>
                <a:tab pos="0" algn="l"/>
              </a:tabLst>
              <a:defRPr lang="en-US" sz="1400" b="0" u="none" strike="noStrike">
                <a:solidFill>
                  <a:srgbClr val="000000"/>
                </a:solidFill>
                <a:effectLst/>
                <a:uFillTx/>
                <a:latin typeface="Times New Roman"/>
              </a:defRPr>
            </a:lvl1pPr>
          </a:lstStyle>
          <a:p>
            <a:pPr indent="0" algn="ctr" defTabSz="914400">
              <a:lnSpc>
                <a:spcPct val="100000"/>
              </a:lnSpc>
              <a:buNone/>
              <a:tabLst>
                <a:tab pos="0" algn="l"/>
              </a:tabLst>
            </a:pPr>
            <a:r>
              <a:rPr lang="en-US" sz="1400" b="0" u="none" strike="noStrike">
                <a:solidFill>
                  <a:srgbClr val="000000"/>
                </a:solidFill>
                <a:effectLst/>
                <a:uFillTx/>
                <a:latin typeface="Times New Roman"/>
              </a:rPr>
              <a:t>&lt;页脚&gt;</a:t>
            </a:r>
          </a:p>
        </p:txBody>
      </p:sp>
      <p:sp>
        <p:nvSpPr>
          <p:cNvPr id="52" name="PlaceHolder 6"/>
          <p:cNvSpPr>
            <a:spLocks noGrp="1"/>
          </p:cNvSpPr>
          <p:nvPr>
            <p:ph type="sldNum" idx="30"/>
          </p:nvPr>
        </p:nvSpPr>
        <p:spPr>
          <a:xfrm>
            <a:off x="5236920" y="5860440"/>
            <a:ext cx="1664640" cy="33264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n-US" sz="670" b="0" u="none" strike="noStrike">
                <a:solidFill>
                  <a:schemeClr val="dk1">
                    <a:tint val="82000"/>
                  </a:schemeClr>
                </a:solidFill>
                <a:effectLst/>
                <a:uFillTx/>
                <a:latin typeface="等线"/>
              </a:defRPr>
            </a:lvl1pPr>
          </a:lstStyle>
          <a:p>
            <a:pPr indent="0" algn="r" defTabSz="914400">
              <a:lnSpc>
                <a:spcPct val="100000"/>
              </a:lnSpc>
              <a:buNone/>
              <a:tabLst>
                <a:tab pos="0" algn="l"/>
              </a:tabLst>
            </a:pPr>
            <a:fld id="{D6F2469A-242C-4206-B440-DE53B49DB932}" type="slidenum">
              <a:rPr lang="en-US" sz="670" b="0" u="none" strike="noStrike">
                <a:solidFill>
                  <a:schemeClr val="dk1">
                    <a:tint val="82000"/>
                  </a:schemeClr>
                </a:solidFill>
                <a:effectLst/>
                <a:uFillTx/>
                <a:latin typeface="等线"/>
              </a:rPr>
              <a:t>‹#›</a:t>
            </a:fld>
            <a:endParaRPr lang="en-US" sz="670" b="0" u="none" strike="noStrike">
              <a:solidFill>
                <a:srgbClr val="000000"/>
              </a:solidFill>
              <a:effectLst/>
              <a:uFillTx/>
              <a:latin typeface="Times New Roman"/>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Comparison">
    <p:bg>
      <p:bgPr>
        <a:solidFill>
          <a:srgbClr val="FFFFFF"/>
        </a:solidFill>
        <a:effectLst/>
      </p:bgPr>
    </p:bg>
    <p:spTree>
      <p:nvGrpSpPr>
        <p:cNvPr id="1" name=""/>
        <p:cNvGrpSpPr/>
        <p:nvPr/>
      </p:nvGrpSpPr>
      <p:grpSpPr>
        <a:xfrm>
          <a:off x="0" y="0"/>
          <a:ext cx="0" cy="0"/>
          <a:chOff x="0" y="0"/>
          <a:chExt cx="0" cy="0"/>
        </a:xfrm>
      </p:grpSpPr>
      <p:sp>
        <p:nvSpPr>
          <p:cNvPr id="53" name="PlaceHolder 1"/>
          <p:cNvSpPr>
            <a:spLocks noGrp="1"/>
          </p:cNvSpPr>
          <p:nvPr>
            <p:ph type="title"/>
          </p:nvPr>
        </p:nvSpPr>
        <p:spPr>
          <a:xfrm>
            <a:off x="510840" y="336600"/>
            <a:ext cx="6391800" cy="1218240"/>
          </a:xfrm>
          <a:prstGeom prst="rect">
            <a:avLst/>
          </a:prstGeom>
          <a:noFill/>
          <a:ln w="0">
            <a:noFill/>
          </a:ln>
        </p:spPr>
        <p:txBody>
          <a:bodyPr lIns="91440" tIns="45720" rIns="91440" bIns="45720" anchor="ctr">
            <a:noAutofit/>
          </a:bodyPr>
          <a:lstStyle>
            <a:lvl1pPr indent="0" algn="l" defTabSz="512640">
              <a:lnSpc>
                <a:spcPct val="90000"/>
              </a:lnSpc>
              <a:buNone/>
              <a:tabLst>
                <a:tab pos="0" algn="l"/>
              </a:tabLst>
              <a:defRPr lang="en-US" sz="2470" b="0" u="none" strike="noStrike">
                <a:solidFill>
                  <a:schemeClr val="dk1"/>
                </a:solidFill>
                <a:effectLst/>
                <a:uFillTx/>
                <a:latin typeface="等线 Light"/>
              </a:defRPr>
            </a:lvl1pPr>
          </a:lstStyle>
          <a:p>
            <a:pPr indent="0" algn="l" defTabSz="512640">
              <a:lnSpc>
                <a:spcPct val="90000"/>
              </a:lnSpc>
              <a:buNone/>
              <a:tabLst>
                <a:tab pos="0" algn="l"/>
              </a:tabLst>
            </a:pPr>
            <a:r>
              <a:rPr lang="en-US" sz="2470" b="0" u="none" strike="noStrike">
                <a:solidFill>
                  <a:schemeClr val="dk1"/>
                </a:solidFill>
                <a:effectLst/>
                <a:uFillTx/>
                <a:latin typeface="等线 Light"/>
              </a:rPr>
              <a:t>Click to edit Master title style</a:t>
            </a:r>
          </a:p>
        </p:txBody>
      </p:sp>
      <p:sp>
        <p:nvSpPr>
          <p:cNvPr id="54" name="PlaceHolder 2"/>
          <p:cNvSpPr>
            <a:spLocks noGrp="1"/>
          </p:cNvSpPr>
          <p:nvPr>
            <p:ph type="body"/>
          </p:nvPr>
        </p:nvSpPr>
        <p:spPr>
          <a:xfrm>
            <a:off x="510840" y="1550160"/>
            <a:ext cx="3133080" cy="755640"/>
          </a:xfrm>
          <a:prstGeom prst="rect">
            <a:avLst/>
          </a:prstGeom>
          <a:noFill/>
          <a:ln w="0">
            <a:noFill/>
          </a:ln>
        </p:spPr>
        <p:txBody>
          <a:bodyPr lIns="91440" tIns="45720" rIns="91440" bIns="45720" anchor="b">
            <a:noAutofit/>
          </a:bodyPr>
          <a:lstStyle>
            <a:lvl1pPr marL="228600" indent="0" algn="l" defTabSz="512640">
              <a:lnSpc>
                <a:spcPct val="90000"/>
              </a:lnSpc>
              <a:spcBef>
                <a:spcPts val="561"/>
              </a:spcBef>
              <a:buNone/>
              <a:tabLst>
                <a:tab pos="0" algn="l"/>
              </a:tabLst>
              <a:defRPr lang="en-US" sz="1340" b="1" u="none" strike="noStrike">
                <a:solidFill>
                  <a:schemeClr val="dk1"/>
                </a:solidFill>
                <a:effectLst/>
                <a:uFillTx/>
                <a:latin typeface="等线"/>
              </a:defRPr>
            </a:lvl1pPr>
          </a:lstStyle>
          <a:p>
            <a:pPr marL="228600" indent="0" algn="l" defTabSz="512640">
              <a:lnSpc>
                <a:spcPct val="90000"/>
              </a:lnSpc>
              <a:spcBef>
                <a:spcPts val="561"/>
              </a:spcBef>
              <a:buNone/>
              <a:tabLst>
                <a:tab pos="0" algn="l"/>
              </a:tabLst>
            </a:pPr>
            <a:r>
              <a:rPr lang="en-US" sz="1340" b="1" u="none" strike="noStrike">
                <a:solidFill>
                  <a:schemeClr val="dk1"/>
                </a:solidFill>
                <a:effectLst/>
                <a:uFillTx/>
                <a:latin typeface="等线"/>
              </a:rPr>
              <a:t>Click to edit Master text styles</a:t>
            </a:r>
            <a:endParaRPr lang="en-US" sz="1340" b="0" u="none" strike="noStrike">
              <a:solidFill>
                <a:schemeClr val="dk1"/>
              </a:solidFill>
              <a:effectLst/>
              <a:uFillTx/>
              <a:latin typeface="等线"/>
            </a:endParaRPr>
          </a:p>
        </p:txBody>
      </p:sp>
      <p:sp>
        <p:nvSpPr>
          <p:cNvPr id="55" name="PlaceHolder 3"/>
          <p:cNvSpPr>
            <a:spLocks noGrp="1"/>
          </p:cNvSpPr>
          <p:nvPr>
            <p:ph type="body"/>
          </p:nvPr>
        </p:nvSpPr>
        <p:spPr>
          <a:xfrm>
            <a:off x="510840" y="2309760"/>
            <a:ext cx="3133080" cy="3393360"/>
          </a:xfrm>
          <a:prstGeom prst="rect">
            <a:avLst/>
          </a:prstGeom>
          <a:noFill/>
          <a:ln w="0">
            <a:noFill/>
          </a:ln>
        </p:spPr>
        <p:txBody>
          <a:bodyPr lIns="91440" tIns="45720" rIns="91440" bIns="45720" anchor="t">
            <a:noAutofit/>
          </a:bodyPr>
          <a:lstStyle>
            <a:lvl1pPr algn="l" defTabSz="512640">
              <a:lnSpc>
                <a:spcPct val="90000"/>
              </a:lnSpc>
              <a:spcBef>
                <a:spcPts val="561"/>
              </a:spcBef>
              <a:buClr>
                <a:srgbClr val="000000"/>
              </a:buClr>
              <a:buFont typeface="Arial"/>
              <a:buChar char="•"/>
              <a:tabLst>
                <a:tab pos="0" algn="l"/>
              </a:tabLst>
              <a:defRPr lang="en-US" sz="1570" b="0" u="none" strike="noStrike">
                <a:solidFill>
                  <a:schemeClr val="dk1"/>
                </a:solidFill>
                <a:effectLst/>
                <a:uFillTx/>
                <a:latin typeface="等线"/>
              </a:defRPr>
            </a:lvl1pPr>
            <a:lvl2pPr lvl="1" algn="l" defTabSz="512640">
              <a:lnSpc>
                <a:spcPct val="90000"/>
              </a:lnSpc>
              <a:spcBef>
                <a:spcPts val="281"/>
              </a:spcBef>
              <a:buClr>
                <a:srgbClr val="000000"/>
              </a:buClr>
              <a:buFont typeface="Arial"/>
              <a:buChar char="•"/>
              <a:tabLst>
                <a:tab pos="0" algn="l"/>
              </a:tabLst>
              <a:defRPr lang="en-US" sz="1340" b="0" u="none" strike="noStrike">
                <a:solidFill>
                  <a:schemeClr val="dk1"/>
                </a:solidFill>
                <a:effectLst/>
                <a:uFillTx/>
                <a:latin typeface="等线"/>
              </a:defRPr>
            </a:lvl2pPr>
            <a:lvl3pPr lvl="2" algn="l" defTabSz="512640">
              <a:lnSpc>
                <a:spcPct val="90000"/>
              </a:lnSpc>
              <a:spcBef>
                <a:spcPts val="281"/>
              </a:spcBef>
              <a:buClr>
                <a:srgbClr val="000000"/>
              </a:buClr>
              <a:buFont typeface="Arial"/>
              <a:buChar char="•"/>
              <a:tabLst>
                <a:tab pos="0" algn="l"/>
              </a:tabLst>
              <a:defRPr lang="en-US" sz="1120" b="0" u="none" strike="noStrike">
                <a:solidFill>
                  <a:schemeClr val="dk1"/>
                </a:solidFill>
                <a:effectLst/>
                <a:uFillTx/>
                <a:latin typeface="等线"/>
              </a:defRPr>
            </a:lvl3pPr>
            <a:lvl4pPr lvl="3" algn="l" defTabSz="512640">
              <a:lnSpc>
                <a:spcPct val="90000"/>
              </a:lnSpc>
              <a:spcBef>
                <a:spcPts val="281"/>
              </a:spcBef>
              <a:buClr>
                <a:srgbClr val="000000"/>
              </a:buClr>
              <a:buFont typeface="Arial"/>
              <a:buChar char="•"/>
              <a:tabLst>
                <a:tab pos="0" algn="l"/>
              </a:tabLst>
              <a:defRPr lang="en-US" sz="1010" b="0" u="none" strike="noStrike">
                <a:solidFill>
                  <a:schemeClr val="dk1"/>
                </a:solidFill>
                <a:effectLst/>
                <a:uFillTx/>
                <a:latin typeface="等线"/>
              </a:defRPr>
            </a:lvl4pPr>
            <a:lvl5pPr lvl="4" algn="l" defTabSz="512640">
              <a:lnSpc>
                <a:spcPct val="90000"/>
              </a:lnSpc>
              <a:spcBef>
                <a:spcPts val="281"/>
              </a:spcBef>
              <a:buClr>
                <a:srgbClr val="000000"/>
              </a:buClr>
              <a:buFont typeface="Arial"/>
              <a:buChar char="•"/>
              <a:tabLst>
                <a:tab pos="0" algn="l"/>
              </a:tabLst>
              <a:defRPr lang="en-US" sz="1010" b="0" u="none" strike="noStrike">
                <a:solidFill>
                  <a:schemeClr val="dk1"/>
                </a:solidFill>
                <a:effectLst/>
                <a:uFillTx/>
                <a:latin typeface="等线"/>
              </a:defRPr>
            </a:lvl5pPr>
          </a:lstStyle>
          <a:p>
            <a:pPr marL="128160" indent="-128160" algn="l" defTabSz="512640">
              <a:lnSpc>
                <a:spcPct val="90000"/>
              </a:lnSpc>
              <a:spcBef>
                <a:spcPts val="561"/>
              </a:spcBef>
              <a:buClr>
                <a:srgbClr val="000000"/>
              </a:buClr>
              <a:buFont typeface="Arial"/>
              <a:buChar char="•"/>
              <a:tabLst>
                <a:tab pos="0" algn="l"/>
              </a:tabLst>
            </a:pPr>
            <a:r>
              <a:rPr lang="en-US" sz="1570" b="0" u="none" strike="noStrike">
                <a:solidFill>
                  <a:schemeClr val="dk1"/>
                </a:solidFill>
                <a:effectLst/>
                <a:uFillTx/>
                <a:latin typeface="等线"/>
              </a:rPr>
              <a:t>Click to edit Master text styles</a:t>
            </a:r>
          </a:p>
          <a:p>
            <a:pPr marL="384480" lvl="1" indent="-128160" algn="l" defTabSz="512640">
              <a:lnSpc>
                <a:spcPct val="90000"/>
              </a:lnSpc>
              <a:spcBef>
                <a:spcPts val="281"/>
              </a:spcBef>
              <a:buClr>
                <a:srgbClr val="000000"/>
              </a:buClr>
              <a:buFont typeface="Arial"/>
              <a:buChar char="•"/>
              <a:tabLst>
                <a:tab pos="0" algn="l"/>
              </a:tabLst>
            </a:pPr>
            <a:r>
              <a:rPr lang="en-US" sz="1340" b="0" u="none" strike="noStrike">
                <a:solidFill>
                  <a:schemeClr val="dk1"/>
                </a:solidFill>
                <a:effectLst/>
                <a:uFillTx/>
                <a:latin typeface="等线"/>
              </a:rPr>
              <a:t>Second level</a:t>
            </a:r>
          </a:p>
          <a:p>
            <a:pPr marL="640800" lvl="2" indent="-128160" algn="l" defTabSz="512640">
              <a:lnSpc>
                <a:spcPct val="90000"/>
              </a:lnSpc>
              <a:spcBef>
                <a:spcPts val="281"/>
              </a:spcBef>
              <a:buClr>
                <a:srgbClr val="000000"/>
              </a:buClr>
              <a:buFont typeface="Arial"/>
              <a:buChar char="•"/>
              <a:tabLst>
                <a:tab pos="0" algn="l"/>
              </a:tabLst>
            </a:pPr>
            <a:r>
              <a:rPr lang="en-US" sz="1120" b="0" u="none" strike="noStrike">
                <a:solidFill>
                  <a:schemeClr val="dk1"/>
                </a:solidFill>
                <a:effectLst/>
                <a:uFillTx/>
                <a:latin typeface="等线"/>
              </a:rPr>
              <a:t>Third level</a:t>
            </a:r>
          </a:p>
          <a:p>
            <a:pPr marL="897480" lvl="3" indent="-128160" algn="l" defTabSz="512640">
              <a:lnSpc>
                <a:spcPct val="90000"/>
              </a:lnSpc>
              <a:spcBef>
                <a:spcPts val="281"/>
              </a:spcBef>
              <a:buClr>
                <a:srgbClr val="000000"/>
              </a:buClr>
              <a:buFont typeface="Arial"/>
              <a:buChar char="•"/>
              <a:tabLst>
                <a:tab pos="0" algn="l"/>
              </a:tabLst>
            </a:pPr>
            <a:r>
              <a:rPr lang="en-US" sz="1010" b="0" u="none" strike="noStrike">
                <a:solidFill>
                  <a:schemeClr val="dk1"/>
                </a:solidFill>
                <a:effectLst/>
                <a:uFillTx/>
                <a:latin typeface="等线"/>
              </a:rPr>
              <a:t>Fourth level</a:t>
            </a:r>
          </a:p>
          <a:p>
            <a:pPr marL="1153800" lvl="4" indent="-128160" algn="l" defTabSz="512640">
              <a:lnSpc>
                <a:spcPct val="90000"/>
              </a:lnSpc>
              <a:spcBef>
                <a:spcPts val="281"/>
              </a:spcBef>
              <a:buClr>
                <a:srgbClr val="000000"/>
              </a:buClr>
              <a:buFont typeface="Arial"/>
              <a:buChar char="•"/>
              <a:tabLst>
                <a:tab pos="0" algn="l"/>
              </a:tabLst>
            </a:pPr>
            <a:r>
              <a:rPr lang="en-US" sz="1010" b="0" u="none" strike="noStrike">
                <a:solidFill>
                  <a:schemeClr val="dk1"/>
                </a:solidFill>
                <a:effectLst/>
                <a:uFillTx/>
                <a:latin typeface="等线"/>
              </a:rPr>
              <a:t>Fifth level</a:t>
            </a:r>
          </a:p>
        </p:txBody>
      </p:sp>
      <p:sp>
        <p:nvSpPr>
          <p:cNvPr id="56" name="PlaceHolder 4"/>
          <p:cNvSpPr>
            <a:spLocks noGrp="1"/>
          </p:cNvSpPr>
          <p:nvPr>
            <p:ph type="body"/>
          </p:nvPr>
        </p:nvSpPr>
        <p:spPr>
          <a:xfrm>
            <a:off x="3754080" y="1550160"/>
            <a:ext cx="3148560" cy="755640"/>
          </a:xfrm>
          <a:prstGeom prst="rect">
            <a:avLst/>
          </a:prstGeom>
          <a:noFill/>
          <a:ln w="0">
            <a:noFill/>
          </a:ln>
        </p:spPr>
        <p:txBody>
          <a:bodyPr lIns="91440" tIns="45720" rIns="91440" bIns="45720" anchor="b">
            <a:noAutofit/>
          </a:bodyPr>
          <a:lstStyle>
            <a:lvl1pPr marL="228600" indent="0" algn="l" defTabSz="512640">
              <a:lnSpc>
                <a:spcPct val="90000"/>
              </a:lnSpc>
              <a:spcBef>
                <a:spcPts val="561"/>
              </a:spcBef>
              <a:buNone/>
              <a:tabLst>
                <a:tab pos="0" algn="l"/>
              </a:tabLst>
              <a:defRPr lang="en-US" sz="1340" b="1" u="none" strike="noStrike">
                <a:solidFill>
                  <a:schemeClr val="dk1"/>
                </a:solidFill>
                <a:effectLst/>
                <a:uFillTx/>
                <a:latin typeface="等线"/>
              </a:defRPr>
            </a:lvl1pPr>
          </a:lstStyle>
          <a:p>
            <a:pPr marL="228600" indent="0" algn="l" defTabSz="512640">
              <a:lnSpc>
                <a:spcPct val="90000"/>
              </a:lnSpc>
              <a:spcBef>
                <a:spcPts val="561"/>
              </a:spcBef>
              <a:buNone/>
              <a:tabLst>
                <a:tab pos="0" algn="l"/>
              </a:tabLst>
            </a:pPr>
            <a:r>
              <a:rPr lang="en-US" sz="1340" b="1" u="none" strike="noStrike">
                <a:solidFill>
                  <a:schemeClr val="dk1"/>
                </a:solidFill>
                <a:effectLst/>
                <a:uFillTx/>
                <a:latin typeface="等线"/>
              </a:rPr>
              <a:t>Click to edit Master text styles</a:t>
            </a:r>
            <a:endParaRPr lang="en-US" sz="1340" b="0" u="none" strike="noStrike">
              <a:solidFill>
                <a:schemeClr val="dk1"/>
              </a:solidFill>
              <a:effectLst/>
              <a:uFillTx/>
              <a:latin typeface="等线"/>
            </a:endParaRPr>
          </a:p>
        </p:txBody>
      </p:sp>
      <p:sp>
        <p:nvSpPr>
          <p:cNvPr id="57" name="PlaceHolder 5"/>
          <p:cNvSpPr>
            <a:spLocks noGrp="1"/>
          </p:cNvSpPr>
          <p:nvPr>
            <p:ph type="body"/>
          </p:nvPr>
        </p:nvSpPr>
        <p:spPr>
          <a:xfrm>
            <a:off x="3754080" y="2309760"/>
            <a:ext cx="3148560" cy="3393360"/>
          </a:xfrm>
          <a:prstGeom prst="rect">
            <a:avLst/>
          </a:prstGeom>
          <a:noFill/>
          <a:ln w="0">
            <a:noFill/>
          </a:ln>
        </p:spPr>
        <p:txBody>
          <a:bodyPr lIns="91440" tIns="45720" rIns="91440" bIns="45720" anchor="t">
            <a:noAutofit/>
          </a:bodyPr>
          <a:lstStyle>
            <a:lvl1pPr algn="l" defTabSz="512640">
              <a:lnSpc>
                <a:spcPct val="90000"/>
              </a:lnSpc>
              <a:spcBef>
                <a:spcPts val="561"/>
              </a:spcBef>
              <a:buClr>
                <a:srgbClr val="000000"/>
              </a:buClr>
              <a:buFont typeface="Arial"/>
              <a:buChar char="•"/>
              <a:tabLst>
                <a:tab pos="0" algn="l"/>
              </a:tabLst>
              <a:defRPr lang="en-US" sz="1570" b="0" u="none" strike="noStrike">
                <a:solidFill>
                  <a:schemeClr val="dk1"/>
                </a:solidFill>
                <a:effectLst/>
                <a:uFillTx/>
                <a:latin typeface="等线"/>
              </a:defRPr>
            </a:lvl1pPr>
            <a:lvl2pPr lvl="1" algn="l" defTabSz="512640">
              <a:lnSpc>
                <a:spcPct val="90000"/>
              </a:lnSpc>
              <a:spcBef>
                <a:spcPts val="281"/>
              </a:spcBef>
              <a:buClr>
                <a:srgbClr val="000000"/>
              </a:buClr>
              <a:buFont typeface="Arial"/>
              <a:buChar char="•"/>
              <a:tabLst>
                <a:tab pos="0" algn="l"/>
              </a:tabLst>
              <a:defRPr lang="en-US" sz="1340" b="0" u="none" strike="noStrike">
                <a:solidFill>
                  <a:schemeClr val="dk1"/>
                </a:solidFill>
                <a:effectLst/>
                <a:uFillTx/>
                <a:latin typeface="等线"/>
              </a:defRPr>
            </a:lvl2pPr>
            <a:lvl3pPr lvl="2" algn="l" defTabSz="512640">
              <a:lnSpc>
                <a:spcPct val="90000"/>
              </a:lnSpc>
              <a:spcBef>
                <a:spcPts val="281"/>
              </a:spcBef>
              <a:buClr>
                <a:srgbClr val="000000"/>
              </a:buClr>
              <a:buFont typeface="Arial"/>
              <a:buChar char="•"/>
              <a:tabLst>
                <a:tab pos="0" algn="l"/>
              </a:tabLst>
              <a:defRPr lang="en-US" sz="1120" b="0" u="none" strike="noStrike">
                <a:solidFill>
                  <a:schemeClr val="dk1"/>
                </a:solidFill>
                <a:effectLst/>
                <a:uFillTx/>
                <a:latin typeface="等线"/>
              </a:defRPr>
            </a:lvl3pPr>
            <a:lvl4pPr lvl="3" algn="l" defTabSz="512640">
              <a:lnSpc>
                <a:spcPct val="90000"/>
              </a:lnSpc>
              <a:spcBef>
                <a:spcPts val="281"/>
              </a:spcBef>
              <a:buClr>
                <a:srgbClr val="000000"/>
              </a:buClr>
              <a:buFont typeface="Arial"/>
              <a:buChar char="•"/>
              <a:tabLst>
                <a:tab pos="0" algn="l"/>
              </a:tabLst>
              <a:defRPr lang="en-US" sz="1010" b="0" u="none" strike="noStrike">
                <a:solidFill>
                  <a:schemeClr val="dk1"/>
                </a:solidFill>
                <a:effectLst/>
                <a:uFillTx/>
                <a:latin typeface="等线"/>
              </a:defRPr>
            </a:lvl4pPr>
            <a:lvl5pPr lvl="4" algn="l" defTabSz="512640">
              <a:lnSpc>
                <a:spcPct val="90000"/>
              </a:lnSpc>
              <a:spcBef>
                <a:spcPts val="281"/>
              </a:spcBef>
              <a:buClr>
                <a:srgbClr val="000000"/>
              </a:buClr>
              <a:buFont typeface="Arial"/>
              <a:buChar char="•"/>
              <a:tabLst>
                <a:tab pos="0" algn="l"/>
              </a:tabLst>
              <a:defRPr lang="en-US" sz="1010" b="0" u="none" strike="noStrike">
                <a:solidFill>
                  <a:schemeClr val="dk1"/>
                </a:solidFill>
                <a:effectLst/>
                <a:uFillTx/>
                <a:latin typeface="等线"/>
              </a:defRPr>
            </a:lvl5pPr>
          </a:lstStyle>
          <a:p>
            <a:pPr marL="128160" indent="-128160" algn="l" defTabSz="512640">
              <a:lnSpc>
                <a:spcPct val="90000"/>
              </a:lnSpc>
              <a:spcBef>
                <a:spcPts val="561"/>
              </a:spcBef>
              <a:buClr>
                <a:srgbClr val="000000"/>
              </a:buClr>
              <a:buFont typeface="Arial"/>
              <a:buChar char="•"/>
              <a:tabLst>
                <a:tab pos="0" algn="l"/>
              </a:tabLst>
            </a:pPr>
            <a:r>
              <a:rPr lang="en-US" sz="1570" b="0" u="none" strike="noStrike">
                <a:solidFill>
                  <a:schemeClr val="dk1"/>
                </a:solidFill>
                <a:effectLst/>
                <a:uFillTx/>
                <a:latin typeface="等线"/>
              </a:rPr>
              <a:t>Click to edit Master text styles</a:t>
            </a:r>
          </a:p>
          <a:p>
            <a:pPr marL="384480" lvl="1" indent="-128160" algn="l" defTabSz="512640">
              <a:lnSpc>
                <a:spcPct val="90000"/>
              </a:lnSpc>
              <a:spcBef>
                <a:spcPts val="281"/>
              </a:spcBef>
              <a:buClr>
                <a:srgbClr val="000000"/>
              </a:buClr>
              <a:buFont typeface="Arial"/>
              <a:buChar char="•"/>
              <a:tabLst>
                <a:tab pos="0" algn="l"/>
              </a:tabLst>
            </a:pPr>
            <a:r>
              <a:rPr lang="en-US" sz="1340" b="0" u="none" strike="noStrike">
                <a:solidFill>
                  <a:schemeClr val="dk1"/>
                </a:solidFill>
                <a:effectLst/>
                <a:uFillTx/>
                <a:latin typeface="等线"/>
              </a:rPr>
              <a:t>Second level</a:t>
            </a:r>
          </a:p>
          <a:p>
            <a:pPr marL="640800" lvl="2" indent="-128160" algn="l" defTabSz="512640">
              <a:lnSpc>
                <a:spcPct val="90000"/>
              </a:lnSpc>
              <a:spcBef>
                <a:spcPts val="281"/>
              </a:spcBef>
              <a:buClr>
                <a:srgbClr val="000000"/>
              </a:buClr>
              <a:buFont typeface="Arial"/>
              <a:buChar char="•"/>
              <a:tabLst>
                <a:tab pos="0" algn="l"/>
              </a:tabLst>
            </a:pPr>
            <a:r>
              <a:rPr lang="en-US" sz="1120" b="0" u="none" strike="noStrike">
                <a:solidFill>
                  <a:schemeClr val="dk1"/>
                </a:solidFill>
                <a:effectLst/>
                <a:uFillTx/>
                <a:latin typeface="等线"/>
              </a:rPr>
              <a:t>Third level</a:t>
            </a:r>
          </a:p>
          <a:p>
            <a:pPr marL="897480" lvl="3" indent="-128160" algn="l" defTabSz="512640">
              <a:lnSpc>
                <a:spcPct val="90000"/>
              </a:lnSpc>
              <a:spcBef>
                <a:spcPts val="281"/>
              </a:spcBef>
              <a:buClr>
                <a:srgbClr val="000000"/>
              </a:buClr>
              <a:buFont typeface="Arial"/>
              <a:buChar char="•"/>
              <a:tabLst>
                <a:tab pos="0" algn="l"/>
              </a:tabLst>
            </a:pPr>
            <a:r>
              <a:rPr lang="en-US" sz="1010" b="0" u="none" strike="noStrike">
                <a:solidFill>
                  <a:schemeClr val="dk1"/>
                </a:solidFill>
                <a:effectLst/>
                <a:uFillTx/>
                <a:latin typeface="等线"/>
              </a:rPr>
              <a:t>Fourth level</a:t>
            </a:r>
          </a:p>
          <a:p>
            <a:pPr marL="1153800" lvl="4" indent="-128160" algn="l" defTabSz="512640">
              <a:lnSpc>
                <a:spcPct val="90000"/>
              </a:lnSpc>
              <a:spcBef>
                <a:spcPts val="281"/>
              </a:spcBef>
              <a:buClr>
                <a:srgbClr val="000000"/>
              </a:buClr>
              <a:buFont typeface="Arial"/>
              <a:buChar char="•"/>
              <a:tabLst>
                <a:tab pos="0" algn="l"/>
              </a:tabLst>
            </a:pPr>
            <a:r>
              <a:rPr lang="en-US" sz="1010" b="0" u="none" strike="noStrike">
                <a:solidFill>
                  <a:schemeClr val="dk1"/>
                </a:solidFill>
                <a:effectLst/>
                <a:uFillTx/>
                <a:latin typeface="等线"/>
              </a:rPr>
              <a:t>Fifth level</a:t>
            </a:r>
          </a:p>
        </p:txBody>
      </p:sp>
      <p:sp>
        <p:nvSpPr>
          <p:cNvPr id="58" name="PlaceHolder 6"/>
          <p:cNvSpPr>
            <a:spLocks noGrp="1"/>
          </p:cNvSpPr>
          <p:nvPr>
            <p:ph type="dt" idx="31"/>
          </p:nvPr>
        </p:nvSpPr>
        <p:spPr>
          <a:xfrm>
            <a:off x="509760" y="5860440"/>
            <a:ext cx="1664640" cy="332640"/>
          </a:xfrm>
          <a:prstGeom prst="rect">
            <a:avLst/>
          </a:prstGeom>
          <a:noFill/>
          <a:ln w="0">
            <a:noFill/>
          </a:ln>
        </p:spPr>
        <p:txBody>
          <a:bodyPr lIns="91440" tIns="45720" rIns="91440" bIns="45720" anchor="ctr">
            <a:noAutofit/>
          </a:bodyPr>
          <a:lstStyle>
            <a:lvl1pPr indent="0" algn="l" defTabSz="914400">
              <a:lnSpc>
                <a:spcPct val="100000"/>
              </a:lnSpc>
              <a:buNone/>
              <a:tabLst>
                <a:tab pos="0" algn="l"/>
              </a:tabLst>
              <a:defRPr lang="en-US" sz="670" b="0" u="none" strike="noStrike">
                <a:solidFill>
                  <a:schemeClr val="dk1">
                    <a:tint val="82000"/>
                  </a:schemeClr>
                </a:solidFill>
                <a:effectLst/>
                <a:uFillTx/>
                <a:latin typeface="等线"/>
              </a:defRPr>
            </a:lvl1pPr>
          </a:lstStyle>
          <a:p>
            <a:pPr indent="0" algn="l" defTabSz="914400">
              <a:lnSpc>
                <a:spcPct val="100000"/>
              </a:lnSpc>
              <a:buNone/>
              <a:tabLst>
                <a:tab pos="0" algn="l"/>
              </a:tabLst>
            </a:pPr>
            <a:r>
              <a:rPr lang="en-US" sz="670" b="0" u="none" strike="noStrike">
                <a:solidFill>
                  <a:schemeClr val="dk1">
                    <a:tint val="82000"/>
                  </a:schemeClr>
                </a:solidFill>
                <a:effectLst/>
                <a:uFillTx/>
                <a:latin typeface="等线"/>
              </a:rPr>
              <a:t>&lt;日期/时间&gt;</a:t>
            </a:r>
            <a:endParaRPr lang="en-US" sz="670" b="0" u="none" strike="noStrike">
              <a:solidFill>
                <a:srgbClr val="000000"/>
              </a:solidFill>
              <a:effectLst/>
              <a:uFillTx/>
              <a:latin typeface="Times New Roman"/>
            </a:endParaRPr>
          </a:p>
        </p:txBody>
      </p:sp>
      <p:sp>
        <p:nvSpPr>
          <p:cNvPr id="59" name="PlaceHolder 7"/>
          <p:cNvSpPr>
            <a:spLocks noGrp="1"/>
          </p:cNvSpPr>
          <p:nvPr>
            <p:ph type="ftr" idx="32"/>
          </p:nvPr>
        </p:nvSpPr>
        <p:spPr>
          <a:xfrm>
            <a:off x="2456280" y="5860440"/>
            <a:ext cx="2498760" cy="332640"/>
          </a:xfrm>
          <a:prstGeom prst="rect">
            <a:avLst/>
          </a:prstGeom>
          <a:noFill/>
          <a:ln w="0">
            <a:noFill/>
          </a:ln>
        </p:spPr>
        <p:txBody>
          <a:bodyPr lIns="91440" tIns="45720" rIns="91440" bIns="45720" anchor="ctr">
            <a:noAutofit/>
          </a:bodyPr>
          <a:lstStyle>
            <a:lvl1pPr indent="0" algn="ctr" defTabSz="914400">
              <a:lnSpc>
                <a:spcPct val="100000"/>
              </a:lnSpc>
              <a:buNone/>
              <a:tabLst>
                <a:tab pos="0" algn="l"/>
              </a:tabLst>
              <a:defRPr lang="en-US" sz="1400" b="0" u="none" strike="noStrike">
                <a:solidFill>
                  <a:srgbClr val="000000"/>
                </a:solidFill>
                <a:effectLst/>
                <a:uFillTx/>
                <a:latin typeface="Times New Roman"/>
              </a:defRPr>
            </a:lvl1pPr>
          </a:lstStyle>
          <a:p>
            <a:pPr indent="0" algn="ctr" defTabSz="914400">
              <a:lnSpc>
                <a:spcPct val="100000"/>
              </a:lnSpc>
              <a:buNone/>
              <a:tabLst>
                <a:tab pos="0" algn="l"/>
              </a:tabLst>
            </a:pPr>
            <a:r>
              <a:rPr lang="en-US" sz="1400" b="0" u="none" strike="noStrike">
                <a:solidFill>
                  <a:srgbClr val="000000"/>
                </a:solidFill>
                <a:effectLst/>
                <a:uFillTx/>
                <a:latin typeface="Times New Roman"/>
              </a:rPr>
              <a:t>&lt;页脚&gt;</a:t>
            </a:r>
          </a:p>
        </p:txBody>
      </p:sp>
      <p:sp>
        <p:nvSpPr>
          <p:cNvPr id="60" name="PlaceHolder 8"/>
          <p:cNvSpPr>
            <a:spLocks noGrp="1"/>
          </p:cNvSpPr>
          <p:nvPr>
            <p:ph type="sldNum" idx="33"/>
          </p:nvPr>
        </p:nvSpPr>
        <p:spPr>
          <a:xfrm>
            <a:off x="5236920" y="5860440"/>
            <a:ext cx="1664640" cy="33264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n-US" sz="670" b="0" u="none" strike="noStrike">
                <a:solidFill>
                  <a:schemeClr val="dk1">
                    <a:tint val="82000"/>
                  </a:schemeClr>
                </a:solidFill>
                <a:effectLst/>
                <a:uFillTx/>
                <a:latin typeface="等线"/>
              </a:defRPr>
            </a:lvl1pPr>
          </a:lstStyle>
          <a:p>
            <a:pPr indent="0" algn="r" defTabSz="914400">
              <a:lnSpc>
                <a:spcPct val="100000"/>
              </a:lnSpc>
              <a:buNone/>
              <a:tabLst>
                <a:tab pos="0" algn="l"/>
              </a:tabLst>
            </a:pPr>
            <a:fld id="{E88DFF69-EBBB-4D0D-AEA7-0821B0E08ADB}" type="slidenum">
              <a:rPr lang="en-US" sz="670" b="0" u="none" strike="noStrike">
                <a:solidFill>
                  <a:schemeClr val="dk1">
                    <a:tint val="82000"/>
                  </a:schemeClr>
                </a:solidFill>
                <a:effectLst/>
                <a:uFillTx/>
                <a:latin typeface="等线"/>
              </a:rPr>
              <a:t>‹#›</a:t>
            </a:fld>
            <a:endParaRPr lang="en-US" sz="670" b="0" u="none" strike="noStrike">
              <a:solidFill>
                <a:srgbClr val="000000"/>
              </a:solidFill>
              <a:effectLst/>
              <a:uFillTx/>
              <a:latin typeface="Times New Roman"/>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13" Type="http://schemas.openxmlformats.org/officeDocument/2006/relationships/image" Target="../media/image11.png"/><Relationship Id="rId18" Type="http://schemas.openxmlformats.org/officeDocument/2006/relationships/image" Target="../media/image16.png"/><Relationship Id="rId3" Type="http://schemas.openxmlformats.org/officeDocument/2006/relationships/image" Target="../media/image1.jpeg"/><Relationship Id="rId21" Type="http://schemas.openxmlformats.org/officeDocument/2006/relationships/image" Target="../media/image19.png"/><Relationship Id="rId7" Type="http://schemas.openxmlformats.org/officeDocument/2006/relationships/image" Target="../media/image5.png"/><Relationship Id="rId12" Type="http://schemas.openxmlformats.org/officeDocument/2006/relationships/image" Target="../media/image10.png"/><Relationship Id="rId17" Type="http://schemas.openxmlformats.org/officeDocument/2006/relationships/image" Target="../media/image15.png"/><Relationship Id="rId2" Type="http://schemas.openxmlformats.org/officeDocument/2006/relationships/notesSlide" Target="../notesSlides/notesSlide1.xml"/><Relationship Id="rId16" Type="http://schemas.openxmlformats.org/officeDocument/2006/relationships/image" Target="../media/image14.png"/><Relationship Id="rId20" Type="http://schemas.openxmlformats.org/officeDocument/2006/relationships/image" Target="../media/image18.png"/><Relationship Id="rId1" Type="http://schemas.openxmlformats.org/officeDocument/2006/relationships/slideLayout" Target="../slideLayouts/slideLayout1.xml"/><Relationship Id="rId6" Type="http://schemas.openxmlformats.org/officeDocument/2006/relationships/image" Target="../media/image4.png"/><Relationship Id="rId11" Type="http://schemas.openxmlformats.org/officeDocument/2006/relationships/image" Target="../media/image9.png"/><Relationship Id="rId24" Type="http://schemas.openxmlformats.org/officeDocument/2006/relationships/image" Target="../media/image22.png"/><Relationship Id="rId5" Type="http://schemas.openxmlformats.org/officeDocument/2006/relationships/image" Target="../media/image3.png"/><Relationship Id="rId15" Type="http://schemas.openxmlformats.org/officeDocument/2006/relationships/image" Target="../media/image13.png"/><Relationship Id="rId23" Type="http://schemas.openxmlformats.org/officeDocument/2006/relationships/image" Target="../media/image21.png"/><Relationship Id="rId10" Type="http://schemas.openxmlformats.org/officeDocument/2006/relationships/image" Target="../media/image8.png"/><Relationship Id="rId19" Type="http://schemas.openxmlformats.org/officeDocument/2006/relationships/image" Target="../media/image17.png"/><Relationship Id="rId4" Type="http://schemas.openxmlformats.org/officeDocument/2006/relationships/image" Target="../media/image2.png"/><Relationship Id="rId9" Type="http://schemas.openxmlformats.org/officeDocument/2006/relationships/image" Target="../media/image7.png"/><Relationship Id="rId14" Type="http://schemas.openxmlformats.org/officeDocument/2006/relationships/image" Target="../media/image12.png"/><Relationship Id="rId22" Type="http://schemas.openxmlformats.org/officeDocument/2006/relationships/image" Target="../media/image20.png"/></Relationships>
</file>

<file path=ppt/slides/_rels/slide2.xml.rels><?xml version='1.0' encoding='UTF-8' standalone='yes'?>
<Relationships xmlns="http://schemas.openxmlformats.org/package/2006/relationships"><Relationship Id="rId8" Type="http://schemas.openxmlformats.org/officeDocument/2006/relationships/image" Target="../media/image28.png"/><Relationship Id="rId13" Type="http://schemas.openxmlformats.org/officeDocument/2006/relationships/image" Target="../media/image33.png"/><Relationship Id="rId18" Type="http://schemas.openxmlformats.org/officeDocument/2006/relationships/image" Target="../media/image38.png"/><Relationship Id="rId3" Type="http://schemas.openxmlformats.org/officeDocument/2006/relationships/image" Target="../media/image23.png"/><Relationship Id="rId7" Type="http://schemas.openxmlformats.org/officeDocument/2006/relationships/image" Target="../media/image27.png"/><Relationship Id="rId12" Type="http://schemas.openxmlformats.org/officeDocument/2006/relationships/image" Target="../media/image32.png"/><Relationship Id="rId17" Type="http://schemas.openxmlformats.org/officeDocument/2006/relationships/image" Target="../media/image37.png"/><Relationship Id="rId2" Type="http://schemas.openxmlformats.org/officeDocument/2006/relationships/notesSlide" Target="../notesSlides/notesSlide2.xml"/><Relationship Id="rId16" Type="http://schemas.openxmlformats.org/officeDocument/2006/relationships/image" Target="../media/image25.svg"/><Relationship Id="rId1" Type="http://schemas.openxmlformats.org/officeDocument/2006/relationships/slideLayout" Target="../slideLayouts/slideLayout8.xml"/><Relationship Id="rId6" Type="http://schemas.openxmlformats.org/officeDocument/2006/relationships/image" Target="../media/image26.png"/><Relationship Id="rId11" Type="http://schemas.openxmlformats.org/officeDocument/2006/relationships/image" Target="../media/image31.png"/><Relationship Id="rId5" Type="http://schemas.openxmlformats.org/officeDocument/2006/relationships/image" Target="../media/image25.png"/><Relationship Id="rId15" Type="http://schemas.openxmlformats.org/officeDocument/2006/relationships/image" Target="../media/image24.svg"/><Relationship Id="rId10" Type="http://schemas.openxmlformats.org/officeDocument/2006/relationships/image" Target="../media/image30.png"/><Relationship Id="rId4" Type="http://schemas.openxmlformats.org/officeDocument/2006/relationships/image" Target="../media/image24.png"/><Relationship Id="rId9" Type="http://schemas.openxmlformats.org/officeDocument/2006/relationships/image" Target="../media/image29.png"/><Relationship Id="rId14" Type="http://schemas.openxmlformats.org/officeDocument/2006/relationships/image" Target="../media/image23.svg"/><Relationship Id="rIdFormula377_0" Type="http://schemas.openxmlformats.org/officeDocument/2006/relationships/image" Target="../media/formula_2_377_0.png"/><Relationship Id="rIdFormula400_0" Type="http://schemas.openxmlformats.org/officeDocument/2006/relationships/image" Target="../media/formula_2_400_0.png"/><Relationship Id="rIdFormula403_0" Type="http://schemas.openxmlformats.org/officeDocument/2006/relationships/image" Target="../media/formula_2_403_0.png"/><Relationship Id="rIdFormula405_0" Type="http://schemas.openxmlformats.org/officeDocument/2006/relationships/image" Target="../media/formula_2_405_0.png"/><Relationship Id="rIdFormula406_0" Type="http://schemas.openxmlformats.org/officeDocument/2006/relationships/image" Target="../media/formula_2_406_0.png"/><Relationship Id="rIdFormula411_0" Type="http://schemas.openxmlformats.org/officeDocument/2006/relationships/image" Target="../media/formula_2_411_0.png"/><Relationship Id="rIdFormula411_1" Type="http://schemas.openxmlformats.org/officeDocument/2006/relationships/image" Target="../media/formula_2_411_1.png"/><Relationship Id="rIdFormula413_0" Type="http://schemas.openxmlformats.org/officeDocument/2006/relationships/image" Target="../media/formula_2_413_0.png"/><Relationship Id="rIdFormula413_1" Type="http://schemas.openxmlformats.org/officeDocument/2006/relationships/image" Target="../media/formula_2_413_1.png"/><Relationship Id="rIdFormula415_0" Type="http://schemas.openxmlformats.org/officeDocument/2006/relationships/image" Target="../media/formula_2_415_0.png"/><Relationship Id="rIdFormula421_0" Type="http://schemas.openxmlformats.org/officeDocument/2006/relationships/image" Target="../media/formula_2_421_0.png"/><Relationship Id="rIdFormula423_0" Type="http://schemas.openxmlformats.org/officeDocument/2006/relationships/image" Target="../media/formula_2_423_0.png"/><Relationship Id="rIdFormula426_0" Type="http://schemas.openxmlformats.org/officeDocument/2006/relationships/image" Target="../media/formula_2_426_0.png"/><Relationship Id="rIdFormula426_1" Type="http://schemas.openxmlformats.org/officeDocument/2006/relationships/image" Target="../media/formula_2_426_1.png"/><Relationship Id="rIdFormula4_0" Type="http://schemas.openxmlformats.org/officeDocument/2006/relationships/image" Target="../media/formula_2_4_0.png"/><Relationship Id="rIdFormula14_0" Type="http://schemas.openxmlformats.org/officeDocument/2006/relationships/image" Target="../media/formula_2_14_0.png"/></Relationships>
</file>

<file path=ppt/slides/_rels/slide3.xml.rels><?xml version='1.0' encoding='UTF-8' standalone='yes'?>
<Relationships xmlns="http://schemas.openxmlformats.org/package/2006/relationships"><Relationship Id="rId8" Type="http://schemas.openxmlformats.org/officeDocument/2006/relationships/image" Target="../media/image44.png"/><Relationship Id="rId13" Type="http://schemas.openxmlformats.org/officeDocument/2006/relationships/image" Target="../media/image49.png"/><Relationship Id="rId3" Type="http://schemas.openxmlformats.org/officeDocument/2006/relationships/image" Target="../media/image39.png"/><Relationship Id="rId7" Type="http://schemas.openxmlformats.org/officeDocument/2006/relationships/image" Target="../media/image43.png"/><Relationship Id="rId12" Type="http://schemas.openxmlformats.org/officeDocument/2006/relationships/image" Target="../media/image48.png"/><Relationship Id="rId2" Type="http://schemas.openxmlformats.org/officeDocument/2006/relationships/notesSlide" Target="../notesSlides/notesSlide3.xml"/><Relationship Id="rId16" Type="http://schemas.openxmlformats.org/officeDocument/2006/relationships/image" Target="../media/image52.png"/><Relationship Id="rId1" Type="http://schemas.openxmlformats.org/officeDocument/2006/relationships/slideLayout" Target="../slideLayouts/slideLayout8.xml"/><Relationship Id="rId6" Type="http://schemas.openxmlformats.org/officeDocument/2006/relationships/image" Target="../media/image42.png"/><Relationship Id="rId11" Type="http://schemas.openxmlformats.org/officeDocument/2006/relationships/image" Target="../media/image47.png"/><Relationship Id="rId5" Type="http://schemas.openxmlformats.org/officeDocument/2006/relationships/image" Target="../media/image41.png"/><Relationship Id="rId15" Type="http://schemas.openxmlformats.org/officeDocument/2006/relationships/image" Target="../media/image51.png"/><Relationship Id="rId10" Type="http://schemas.openxmlformats.org/officeDocument/2006/relationships/image" Target="../media/image46.png"/><Relationship Id="rId4" Type="http://schemas.openxmlformats.org/officeDocument/2006/relationships/image" Target="../media/image40.png"/><Relationship Id="rId9" Type="http://schemas.openxmlformats.org/officeDocument/2006/relationships/image" Target="../media/image45.png"/><Relationship Id="rId14" Type="http://schemas.openxmlformats.org/officeDocument/2006/relationships/image" Target="../media/image50.png"/><Relationship Id="rIdFormula528_0" Type="http://schemas.openxmlformats.org/officeDocument/2006/relationships/image" Target="../media/formula_3_528_0.png"/><Relationship Id="rIdFormula529_0" Type="http://schemas.openxmlformats.org/officeDocument/2006/relationships/image" Target="../media/formula_3_529_0.png"/><Relationship Id="rIdFormula531_0" Type="http://schemas.openxmlformats.org/officeDocument/2006/relationships/image" Target="../media/formula_3_531_0.png"/><Relationship Id="rIdFormula531_1" Type="http://schemas.openxmlformats.org/officeDocument/2006/relationships/image" Target="../media/formula_3_531_1.png"/><Relationship Id="rIdFormula533_0" Type="http://schemas.openxmlformats.org/officeDocument/2006/relationships/image" Target="../media/formula_3_533_0.png"/><Relationship Id="rIdFormula533_1" Type="http://schemas.openxmlformats.org/officeDocument/2006/relationships/image" Target="../media/formula_3_533_1.png"/><Relationship Id="rIdFormula536_0" Type="http://schemas.openxmlformats.org/officeDocument/2006/relationships/image" Target="../media/formula_3_536_0.png"/><Relationship Id="rIdFormula537_0" Type="http://schemas.openxmlformats.org/officeDocument/2006/relationships/image" Target="../media/formula_3_537_0.png"/><Relationship Id="rIdFormula541_0" Type="http://schemas.openxmlformats.org/officeDocument/2006/relationships/image" Target="../media/formula_3_541_0.png"/><Relationship Id="rIdFormula541_1" Type="http://schemas.openxmlformats.org/officeDocument/2006/relationships/image" Target="../media/formula_3_541_1.png"/><Relationship Id="rIdFormula545_0" Type="http://schemas.openxmlformats.org/officeDocument/2006/relationships/image" Target="../media/formula_3_545_0.png"/><Relationship Id="rIdFormula552_0" Type="http://schemas.openxmlformats.org/officeDocument/2006/relationships/image" Target="../media/formula_3_552_0.png"/><Relationship Id="rIdFormula554_0" Type="http://schemas.openxmlformats.org/officeDocument/2006/relationships/image" Target="../media/formula_3_554_0.png"/><Relationship Id="rIdFormula557_0" Type="http://schemas.openxmlformats.org/officeDocument/2006/relationships/image" Target="../media/formula_3_557_0.png"/><Relationship Id="rIdFormula561_0" Type="http://schemas.openxmlformats.org/officeDocument/2006/relationships/image" Target="../media/formula_3_561_0.png"/><Relationship Id="rIdFormula562_0" Type="http://schemas.openxmlformats.org/officeDocument/2006/relationships/image" Target="../media/formula_3_562_0.png"/><Relationship Id="rIdFormula563_0" Type="http://schemas.openxmlformats.org/officeDocument/2006/relationships/image" Target="../media/formula_3_563_0.png"/></Relationships>
</file>

<file path=ppt/slides/_rels/slide4.xml.rels><?xml version='1.0' encoding='UTF-8' standalone='yes'?>
<Relationships xmlns="http://schemas.openxmlformats.org/package/2006/relationships"><Relationship Id="rId8" Type="http://schemas.openxmlformats.org/officeDocument/2006/relationships/image" Target="../media/image58.png"/><Relationship Id="rId3" Type="http://schemas.openxmlformats.org/officeDocument/2006/relationships/image" Target="../media/image53.png"/><Relationship Id="rId7" Type="http://schemas.openxmlformats.org/officeDocument/2006/relationships/image" Target="../media/image57.png"/><Relationship Id="rId2" Type="http://schemas.openxmlformats.org/officeDocument/2006/relationships/notesSlide" Target="../notesSlides/notesSlide4.xml"/><Relationship Id="rId1" Type="http://schemas.openxmlformats.org/officeDocument/2006/relationships/slideLayout" Target="../slideLayouts/slideLayout8.xml"/><Relationship Id="rId6" Type="http://schemas.openxmlformats.org/officeDocument/2006/relationships/image" Target="../media/image56.png"/><Relationship Id="rId11" Type="http://schemas.openxmlformats.org/officeDocument/2006/relationships/image" Target="../media/image61.png"/><Relationship Id="rId5" Type="http://schemas.openxmlformats.org/officeDocument/2006/relationships/image" Target="../media/image55.png"/><Relationship Id="rId10" Type="http://schemas.openxmlformats.org/officeDocument/2006/relationships/image" Target="../media/image60.png"/><Relationship Id="rId4" Type="http://schemas.openxmlformats.org/officeDocument/2006/relationships/image" Target="../media/image54.png"/><Relationship Id="rId9" Type="http://schemas.openxmlformats.org/officeDocument/2006/relationships/image" Target="../media/image59.png"/><Relationship Id="rIdFormula465_0" Type="http://schemas.openxmlformats.org/officeDocument/2006/relationships/image" Target="../media/formula_4_465_0.png"/><Relationship Id="rIdFormula472_0" Type="http://schemas.openxmlformats.org/officeDocument/2006/relationships/image" Target="../media/formula_4_472_0.png"/><Relationship Id="rIdFormula472_1" Type="http://schemas.openxmlformats.org/officeDocument/2006/relationships/image" Target="../media/formula_4_472_1.png"/><Relationship Id="rIdFormula474_0" Type="http://schemas.openxmlformats.org/officeDocument/2006/relationships/image" Target="../media/formula_4_474_0.png"/><Relationship Id="rIdFormula474_1" Type="http://schemas.openxmlformats.org/officeDocument/2006/relationships/image" Target="../media/formula_4_474_1.png"/><Relationship Id="rIdFormula477_0" Type="http://schemas.openxmlformats.org/officeDocument/2006/relationships/image" Target="../media/formula_4_477_0.png"/><Relationship Id="rIdFormula478_0" Type="http://schemas.openxmlformats.org/officeDocument/2006/relationships/image" Target="../media/formula_4_478_0.png"/><Relationship Id="rIdFormula482_0" Type="http://schemas.openxmlformats.org/officeDocument/2006/relationships/image" Target="../media/formula_4_482_0.png"/><Relationship Id="rIdFormula485_0" Type="http://schemas.openxmlformats.org/officeDocument/2006/relationships/image" Target="../media/formula_4_485_0.png"/><Relationship Id="rIdFormula499_0" Type="http://schemas.openxmlformats.org/officeDocument/2006/relationships/image" Target="../media/formula_4_499_0.png"/><Relationship Id="rIdFormula502_0" Type="http://schemas.openxmlformats.org/officeDocument/2006/relationships/image" Target="../media/formula_4_502_0.png"/></Relationships>
</file>

<file path=ppt/slides/_rels/slide5.xml.rels><?xml version='1.0' encoding='UTF-8' standalone='yes'?>
<Relationships xmlns="http://schemas.openxmlformats.org/package/2006/relationships"><Relationship Id="rId8" Type="http://schemas.openxmlformats.org/officeDocument/2006/relationships/image" Target="../media/image67.png"/><Relationship Id="rId3" Type="http://schemas.openxmlformats.org/officeDocument/2006/relationships/image" Target="../media/image62.png"/><Relationship Id="rId7" Type="http://schemas.openxmlformats.org/officeDocument/2006/relationships/image" Target="../media/image66.png"/><Relationship Id="rId2" Type="http://schemas.openxmlformats.org/officeDocument/2006/relationships/notesSlide" Target="../notesSlides/notesSlide5.xml"/><Relationship Id="rId1" Type="http://schemas.openxmlformats.org/officeDocument/2006/relationships/slideLayout" Target="../slideLayouts/slideLayout8.xml"/><Relationship Id="rId6" Type="http://schemas.openxmlformats.org/officeDocument/2006/relationships/image" Target="../media/image65.png"/><Relationship Id="rId5" Type="http://schemas.openxmlformats.org/officeDocument/2006/relationships/image" Target="../media/image64.png"/><Relationship Id="rId4" Type="http://schemas.openxmlformats.org/officeDocument/2006/relationships/image" Target="../media/image63.png"/><Relationship Id="rId9" Type="http://schemas.openxmlformats.org/officeDocument/2006/relationships/image" Target="../media/image68.png"/><Relationship Id="rIdFormula580_0" Type="http://schemas.openxmlformats.org/officeDocument/2006/relationships/image" Target="../media/formula_5_580_0.png"/><Relationship Id="rIdFormula580_1" Type="http://schemas.openxmlformats.org/officeDocument/2006/relationships/image" Target="../media/formula_5_580_1.png"/><Relationship Id="rIdFormula582_0" Type="http://schemas.openxmlformats.org/officeDocument/2006/relationships/image" Target="../media/formula_5_582_0.png"/><Relationship Id="rIdFormula592_0" Type="http://schemas.openxmlformats.org/officeDocument/2006/relationships/image" Target="../media/formula_5_592_0.png"/><Relationship Id="rIdFormula593_0" Type="http://schemas.openxmlformats.org/officeDocument/2006/relationships/image" Target="../media/formula_5_593_0.png"/><Relationship Id="rIdFormula601_0" Type="http://schemas.openxmlformats.org/officeDocument/2006/relationships/image" Target="../media/formula_5_601_0.png"/><Relationship Id="rIdFormula607_0" Type="http://schemas.openxmlformats.org/officeDocument/2006/relationships/image" Target="../media/formula_5_607_0.png"/><Relationship Id="rIdFormula608_0" Type="http://schemas.openxmlformats.org/officeDocument/2006/relationships/image" Target="../media/formula_5_608_0.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598" name="组合 597">
            <a:extLst>
              <a:ext uri="{FF2B5EF4-FFF2-40B4-BE49-F238E27FC236}">
                <a16:creationId xmlns:a16="http://schemas.microsoft.com/office/drawing/2014/main" id="{6B09F2E0-A5BE-5A12-586A-E1F0D1CCF0B2}"/>
              </a:ext>
            </a:extLst>
          </p:cNvPr>
          <p:cNvGrpSpPr/>
          <p:nvPr/>
        </p:nvGrpSpPr>
        <p:grpSpPr>
          <a:xfrm>
            <a:off x="736468" y="158875"/>
            <a:ext cx="6299064" cy="5976330"/>
            <a:chOff x="736468" y="158875"/>
            <a:chExt cx="6299064" cy="5976330"/>
          </a:xfrm>
        </p:grpSpPr>
        <p:cxnSp>
          <p:nvCxnSpPr>
            <p:cNvPr id="17" name="input_encoder__0">
              <a:extLst>
                <a:ext uri="{FF2B5EF4-FFF2-40B4-BE49-F238E27FC236}">
                  <a16:creationId xmlns:a16="http://schemas.microsoft.com/office/drawing/2014/main" id="{66662046-CA62-393D-A628-B9A2C20F1350}"/>
                </a:ext>
              </a:extLst>
            </p:cNvPr>
            <p:cNvCxnSpPr>
              <a:cxnSpLocks/>
            </p:cNvCxnSpPr>
            <p:nvPr/>
          </p:nvCxnSpPr>
          <p:spPr>
            <a:xfrm>
              <a:off x="1097757" y="1280910"/>
              <a:ext cx="0" cy="123346"/>
            </a:xfrm>
            <a:prstGeom prst="straightConnector1">
              <a:avLst/>
            </a:prstGeom>
            <a:ln w="12700">
              <a:solidFill>
                <a:srgbClr val="687D89"/>
              </a:solidFill>
              <a:round/>
              <a:tailEnd type="triangle" w="sm" len="sm"/>
            </a:ln>
          </p:spPr>
        </p:cxnSp>
        <p:sp>
          <p:nvSpPr>
            <p:cNvPr id="68" name="encoder"/>
            <p:cNvSpPr/>
            <p:nvPr/>
          </p:nvSpPr>
          <p:spPr>
            <a:xfrm rot="5400000">
              <a:off x="1017409" y="842576"/>
              <a:ext cx="177368" cy="686340"/>
            </a:xfrm>
            <a:custGeom>
              <a:avLst/>
              <a:gdLst>
                <a:gd name="textAreaLeft" fmla="*/ 0 w 491040"/>
                <a:gd name="textAreaRight" fmla="*/ 494640 w 491040"/>
                <a:gd name="textAreaTop" fmla="*/ 0 h 409680"/>
                <a:gd name="textAreaBottom" fmla="*/ 413280 h 409680"/>
              </a:gdLst>
              <a:ahLst/>
              <a:cxnLst/>
              <a:rect l="textAreaLeft" t="textAreaTop" r="textAreaRight" b="textAreaBottom"/>
              <a:pathLst>
                <a:path w="443189" h="413642">
                  <a:moveTo>
                    <a:pt x="0" y="0"/>
                  </a:moveTo>
                  <a:lnTo>
                    <a:pt x="443188" y="73864"/>
                  </a:lnTo>
                  <a:lnTo>
                    <a:pt x="443188" y="339777"/>
                  </a:lnTo>
                  <a:lnTo>
                    <a:pt x="0" y="413641"/>
                  </a:lnTo>
                  <a:close/>
                </a:path>
              </a:pathLst>
            </a:custGeom>
            <a:solidFill>
              <a:srgbClr val="E7EEF3"/>
            </a:solidFill>
            <a:ln w="7620">
              <a:solidFill>
                <a:srgbClr val="94A3AD"/>
              </a:solid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endParaRPr lang="en-US" sz="1800" b="1" u="none" strike="noStrike">
                <a:effectLst/>
                <a:uFillTx/>
                <a:latin typeface="Times New Roman" panose="02020603050405020304" pitchFamily="18" charset="0"/>
                <a:cs typeface="Times New Roman" panose="02020603050405020304" pitchFamily="18" charset="0"/>
              </a:endParaRPr>
            </a:p>
          </p:txBody>
        </p:sp>
        <p:sp>
          <p:nvSpPr>
            <p:cNvPr id="13" name="encoder">
              <a:extLst>
                <a:ext uri="{FF2B5EF4-FFF2-40B4-BE49-F238E27FC236}">
                  <a16:creationId xmlns:a16="http://schemas.microsoft.com/office/drawing/2014/main" id="{787D34B6-A9E9-8B43-2861-B5FF60544536}"/>
                </a:ext>
              </a:extLst>
            </p:cNvPr>
            <p:cNvSpPr/>
            <p:nvPr/>
          </p:nvSpPr>
          <p:spPr>
            <a:xfrm rot="5400000">
              <a:off x="993927" y="1171818"/>
              <a:ext cx="177365" cy="642242"/>
            </a:xfrm>
            <a:custGeom>
              <a:avLst/>
              <a:gdLst>
                <a:gd name="textAreaLeft" fmla="*/ 0 w 491040"/>
                <a:gd name="textAreaRight" fmla="*/ 494640 w 491040"/>
                <a:gd name="textAreaTop" fmla="*/ 0 h 409680"/>
                <a:gd name="textAreaBottom" fmla="*/ 413280 h 409680"/>
              </a:gdLst>
              <a:ahLst/>
              <a:cxnLst/>
              <a:rect l="textAreaLeft" t="textAreaTop" r="textAreaRight" b="textAreaBottom"/>
              <a:pathLst>
                <a:path w="443189" h="413642">
                  <a:moveTo>
                    <a:pt x="0" y="0"/>
                  </a:moveTo>
                  <a:lnTo>
                    <a:pt x="443188" y="73864"/>
                  </a:lnTo>
                  <a:lnTo>
                    <a:pt x="443188" y="339777"/>
                  </a:lnTo>
                  <a:lnTo>
                    <a:pt x="0" y="413641"/>
                  </a:lnTo>
                  <a:close/>
                </a:path>
              </a:pathLst>
            </a:custGeom>
            <a:solidFill>
              <a:srgbClr val="C4E2F2"/>
            </a:solidFill>
            <a:ln w="7620">
              <a:solidFill>
                <a:srgbClr val="508FB0"/>
              </a:solid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endParaRPr lang="en-US" sz="1800" b="1" u="none" strike="noStrike">
                <a:effectLst/>
                <a:uFillTx/>
                <a:latin typeface="Times New Roman" panose="02020603050405020304" pitchFamily="18" charset="0"/>
                <a:cs typeface="Times New Roman" panose="02020603050405020304" pitchFamily="18" charset="0"/>
              </a:endParaRPr>
            </a:p>
          </p:txBody>
        </p:sp>
        <p:sp>
          <p:nvSpPr>
            <p:cNvPr id="67" name="input_label"/>
            <p:cNvSpPr/>
            <p:nvPr/>
          </p:nvSpPr>
          <p:spPr>
            <a:xfrm>
              <a:off x="978799" y="976853"/>
              <a:ext cx="615960" cy="10476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650" b="1" u="none" strike="noStrike" dirty="0">
                  <a:effectLst/>
                  <a:uFillTx/>
                  <a:latin typeface="Times New Roman" panose="02020603050405020304" pitchFamily="18" charset="0"/>
                  <a:cs typeface="Times New Roman" panose="02020603050405020304" pitchFamily="18" charset="0"/>
                </a:rPr>
                <a:t>Input</a:t>
              </a:r>
            </a:p>
          </p:txBody>
        </p:sp>
        <p:sp>
          <p:nvSpPr>
            <p:cNvPr id="69" name="encoder_title"/>
            <p:cNvSpPr/>
            <p:nvPr/>
          </p:nvSpPr>
          <p:spPr>
            <a:xfrm>
              <a:off x="893873" y="1370631"/>
              <a:ext cx="424440" cy="22644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700" b="1" u="none" strike="noStrike" spc="-45" dirty="0">
                  <a:effectLst/>
                  <a:uFillTx/>
                  <a:latin typeface="Times New Roman" panose="02020603050405020304" pitchFamily="18" charset="0"/>
                  <a:cs typeface="Times New Roman" panose="02020603050405020304" pitchFamily="18" charset="0"/>
                </a:rPr>
                <a:t>Encoder</a:t>
              </a:r>
              <a:endParaRPr lang="en-US" sz="700" b="1" u="none" strike="noStrike" dirty="0">
                <a:effectLst/>
                <a:uFillTx/>
                <a:latin typeface="Times New Roman" panose="02020603050405020304" pitchFamily="18" charset="0"/>
                <a:cs typeface="Times New Roman" panose="02020603050405020304" pitchFamily="18" charset="0"/>
              </a:endParaRPr>
            </a:p>
          </p:txBody>
        </p:sp>
        <p:grpSp>
          <p:nvGrpSpPr>
            <p:cNvPr id="70" name="initial_head_group"/>
            <p:cNvGrpSpPr/>
            <p:nvPr/>
          </p:nvGrpSpPr>
          <p:grpSpPr>
            <a:xfrm>
              <a:off x="4184640" y="473911"/>
              <a:ext cx="646200" cy="262080"/>
              <a:chOff x="2806920" y="417240"/>
              <a:chExt cx="646200" cy="262080"/>
            </a:xfrm>
          </p:grpSpPr>
          <p:sp>
            <p:nvSpPr>
              <p:cNvPr id="71" name="initial_head"/>
              <p:cNvSpPr/>
              <p:nvPr/>
            </p:nvSpPr>
            <p:spPr>
              <a:xfrm>
                <a:off x="2806920" y="417240"/>
                <a:ext cx="646200" cy="262080"/>
              </a:xfrm>
              <a:prstGeom prst="roundRect">
                <a:avLst>
                  <a:gd name="adj" fmla="val 15000"/>
                </a:avLst>
              </a:prstGeom>
              <a:solidFill>
                <a:srgbClr val="C4E2F2"/>
              </a:solidFill>
              <a:ln w="7620">
                <a:solidFill>
                  <a:srgbClr val="508FB0"/>
                </a:solid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endParaRPr lang="en-US" sz="1800" b="1" u="none" strike="noStrike">
                  <a:effectLst/>
                  <a:uFillTx/>
                  <a:latin typeface="Times New Roman" panose="02020603050405020304" pitchFamily="18" charset="0"/>
                  <a:cs typeface="Times New Roman" panose="02020603050405020304" pitchFamily="18" charset="0"/>
                </a:endParaRPr>
              </a:p>
            </p:txBody>
          </p:sp>
          <p:sp>
            <p:nvSpPr>
              <p:cNvPr id="72" name="initial_head_title"/>
              <p:cNvSpPr/>
              <p:nvPr/>
            </p:nvSpPr>
            <p:spPr>
              <a:xfrm>
                <a:off x="2824560" y="435600"/>
                <a:ext cx="610560" cy="22536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700" b="1" u="none" strike="noStrike" dirty="0">
                    <a:effectLst/>
                    <a:uFillTx/>
                    <a:latin typeface="Times New Roman" panose="02020603050405020304" pitchFamily="18" charset="0"/>
                    <a:cs typeface="Times New Roman" panose="02020603050405020304" pitchFamily="18" charset="0"/>
                  </a:rPr>
                  <a:t>Initial box</a:t>
                </a:r>
              </a:p>
              <a:p>
                <a:pPr algn="ctr" defTabSz="914400">
                  <a:lnSpc>
                    <a:spcPct val="100000"/>
                  </a:lnSpc>
                </a:pPr>
                <a:r>
                  <a:rPr lang="en-US" sz="700" b="1" u="none" strike="noStrike" dirty="0">
                    <a:effectLst/>
                    <a:uFillTx/>
                    <a:latin typeface="Times New Roman" panose="02020603050405020304" pitchFamily="18" charset="0"/>
                    <a:cs typeface="Times New Roman" panose="02020603050405020304" pitchFamily="18" charset="0"/>
                  </a:rPr>
                  <a:t>prediction</a:t>
                </a:r>
              </a:p>
            </p:txBody>
          </p:sp>
        </p:grpSp>
        <p:sp>
          <p:nvSpPr>
            <p:cNvPr id="73" name="reference_caption"/>
            <p:cNvSpPr/>
            <p:nvPr/>
          </p:nvSpPr>
          <p:spPr>
            <a:xfrm>
              <a:off x="6113479" y="161791"/>
              <a:ext cx="733320" cy="10476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900" b="1" u="none" strike="noStrike" dirty="0">
                  <a:effectLst/>
                  <a:uFillTx/>
                  <a:latin typeface="Times New Roman" panose="02020603050405020304" pitchFamily="18" charset="0"/>
                  <a:cs typeface="Times New Roman" panose="02020603050405020304" pitchFamily="18" charset="0"/>
                </a:rPr>
                <a:t>Initial box</a:t>
              </a:r>
            </a:p>
          </p:txBody>
        </p:sp>
        <p:sp>
          <p:nvSpPr>
            <p:cNvPr id="74" name="edge_heading"/>
            <p:cNvSpPr/>
            <p:nvPr/>
          </p:nvSpPr>
          <p:spPr>
            <a:xfrm>
              <a:off x="2651484" y="901080"/>
              <a:ext cx="1122631" cy="22068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650" b="1" u="none" strike="noStrike" dirty="0">
                  <a:effectLst/>
                  <a:uFillTx/>
                  <a:latin typeface="Times New Roman" panose="02020603050405020304" pitchFamily="18" charset="0"/>
                  <a:cs typeface="Times New Roman" panose="02020603050405020304" pitchFamily="18" charset="0"/>
                </a:rPr>
                <a:t>Refined distributions</a:t>
              </a:r>
              <a:r>
                <a:rPr lang="en-US" sz="650" b="1" dirty="0">
                  <a:latin typeface="Times New Roman" panose="02020603050405020304" pitchFamily="18" charset="0"/>
                  <a:cs typeface="Times New Roman" panose="02020603050405020304" pitchFamily="18" charset="0"/>
                </a:rPr>
                <a:t/>
              </a:r>
              <a:r>
                <a:rPr lang="en-US" sz="650" b="1" u="none" strike="noStrike" dirty="0">
                  <a:effectLst/>
                  <a:uFillTx/>
                  <a:latin typeface="Times New Roman" panose="02020603050405020304" pitchFamily="18" charset="0"/>
                  <a:cs typeface="Times New Roman" panose="02020603050405020304" pitchFamily="18" charset="0"/>
                </a:rPr>
                <a:t/>
              </a:r>
            </a:p>
          </p:txBody>
        </p:sp>
        <p:sp>
          <p:nvSpPr>
            <p:cNvPr id="75" name="edge_collection"/>
            <p:cNvSpPr/>
            <p:nvPr/>
          </p:nvSpPr>
          <p:spPr>
            <a:xfrm>
              <a:off x="2688840" y="1140480"/>
              <a:ext cx="1000440" cy="4345200"/>
            </a:xfrm>
            <a:prstGeom prst="roundRect">
              <a:avLst>
                <a:gd name="adj" fmla="val 15000"/>
              </a:avLst>
            </a:prstGeom>
            <a:noFill/>
            <a:ln w="19050">
              <a:solidFill>
                <a:srgbClr val="9180B0"/>
              </a:solidFill>
              <a:prstDash val="dash"/>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endParaRPr lang="en-US" sz="1800" b="1" u="none" strike="noStrike">
                <a:effectLst/>
                <a:uFillTx/>
                <a:latin typeface="Times New Roman" panose="02020603050405020304" pitchFamily="18" charset="0"/>
                <a:cs typeface="Times New Roman" panose="02020603050405020304" pitchFamily="18" charset="0"/>
              </a:endParaRPr>
            </a:p>
          </p:txBody>
        </p:sp>
        <p:grpSp>
          <p:nvGrpSpPr>
            <p:cNvPr id="76" name="ddo_1_group"/>
            <p:cNvGrpSpPr/>
            <p:nvPr/>
          </p:nvGrpSpPr>
          <p:grpSpPr>
            <a:xfrm>
              <a:off x="4195440" y="978120"/>
              <a:ext cx="586800" cy="185040"/>
              <a:chOff x="4195440" y="978120"/>
              <a:chExt cx="586800" cy="185040"/>
            </a:xfrm>
            <a:solidFill>
              <a:srgbClr val="FFE7A1"/>
            </a:solidFill>
          </p:grpSpPr>
          <p:sp>
            <p:nvSpPr>
              <p:cNvPr id="77" name="ddo_1"/>
              <p:cNvSpPr/>
              <p:nvPr/>
            </p:nvSpPr>
            <p:spPr>
              <a:xfrm>
                <a:off x="4195440" y="978120"/>
                <a:ext cx="586800" cy="185040"/>
              </a:xfrm>
              <a:prstGeom prst="roundRect">
                <a:avLst>
                  <a:gd name="adj" fmla="val 15000"/>
                </a:avLst>
              </a:prstGeom>
              <a:solidFill>
                <a:srgbClr val="F7DDA7"/>
              </a:solidFill>
              <a:ln w="7620">
                <a:solidFill>
                  <a:srgbClr val="C49B50"/>
                </a:solid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endParaRPr lang="en-US" sz="1800" b="1" u="none" strike="noStrike">
                  <a:effectLst/>
                  <a:uFillTx/>
                  <a:latin typeface="Times New Roman" panose="02020603050405020304" pitchFamily="18" charset="0"/>
                  <a:cs typeface="Times New Roman" panose="02020603050405020304" pitchFamily="18" charset="0"/>
                </a:endParaRPr>
              </a:p>
            </p:txBody>
          </p:sp>
          <p:sp>
            <p:nvSpPr>
              <p:cNvPr id="78" name="ddo_1_title"/>
              <p:cNvSpPr/>
              <p:nvPr/>
            </p:nvSpPr>
            <p:spPr>
              <a:xfrm>
                <a:off x="4213080" y="992880"/>
                <a:ext cx="551520" cy="15552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700" b="1" u="none" strike="noStrike">
                    <a:effectLst/>
                    <a:uFillTx/>
                    <a:latin typeface="Times New Roman" panose="02020603050405020304" pitchFamily="18" charset="0"/>
                    <a:cs typeface="Times New Roman" panose="02020603050405020304" pitchFamily="18" charset="0"/>
                  </a:rPr>
                  <a:t>DDO</a:t>
                </a:r>
              </a:p>
            </p:txBody>
          </p:sp>
        </p:grpSp>
        <p:sp>
          <p:nvSpPr>
            <p:cNvPr id="79" name="ddo_b0_1"/>
            <p:cNvSpPr/>
            <p:nvPr/>
          </p:nvSpPr>
          <p:spPr>
            <a:xfrm>
              <a:off x="4417200" y="717840"/>
              <a:ext cx="143640" cy="96480"/>
            </a:xfrm>
            <a:prstGeom prst="rect">
              <a:avLst/>
            </a:prstGeom>
            <a:noFill/>
            <a:ln>
              <a:noFill/>
            </a:ln>
          </p:spPr>
          <p:style>
            <a:lnRef idx="2">
              <a:schemeClr val="accent1">
                <a:shade val="15000"/>
              </a:schemeClr>
            </a:lnRef>
            <a:fillRef idx="1">
              <a:schemeClr val="accent1"/>
            </a:fillRef>
            <a:effectRef idx="0">
              <a:schemeClr val="accent1"/>
            </a:effectRef>
            <a:fontRef idx="minor"/>
          </p:style>
          <p:txBody>
            <a:bodyPr lIns="72000" tIns="45000" rIns="72000" bIns="45000" anchor="ctr">
              <a:noAutofit/>
            </a:bodyPr>
            <a:lstStyle/>
            <a:p>
              <a:endParaRPr lang="en-US" sz="1800" b="1" u="none" strike="noStrike">
                <a:effectLst/>
                <a:uFillTx/>
                <a:latin typeface="Times New Roman" panose="02020603050405020304" pitchFamily="18" charset="0"/>
                <a:cs typeface="Times New Roman" panose="02020603050405020304" pitchFamily="18" charset="0"/>
              </a:endParaRPr>
            </a:p>
          </p:txBody>
        </p:sp>
        <p:sp>
          <p:nvSpPr>
            <p:cNvPr id="80" name="ddo_b0_1_text"/>
            <p:cNvSpPr/>
            <p:nvPr/>
          </p:nvSpPr>
          <p:spPr>
            <a:xfrm>
              <a:off x="4183758" y="795203"/>
              <a:ext cx="143640" cy="10476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900" b="1" i="1" u="none" strike="noStrike" dirty="0">
                  <a:effectLst/>
                  <a:uFillTx/>
                  <a:latin typeface="Times New Roman" panose="02020603050405020304" pitchFamily="18" charset="0"/>
                  <a:cs typeface="Times New Roman" panose="02020603050405020304" pitchFamily="18" charset="0"/>
                </a:rPr>
                <a:t>b</a:t>
              </a:r>
              <a:r>
                <a:rPr lang="en-US" sz="900" b="1" i="1" u="none" strike="noStrike" baseline="-25000" dirty="0">
                  <a:effectLst/>
                  <a:uFillTx/>
                  <a:latin typeface="Times New Roman" panose="02020603050405020304" pitchFamily="18" charset="0"/>
                  <a:cs typeface="Times New Roman" panose="02020603050405020304" pitchFamily="18" charset="0"/>
                </a:rPr>
                <a:t>0</a:t>
              </a:r>
              <a:endParaRPr lang="en-US" sz="900" b="1" u="none" strike="noStrike" dirty="0">
                <a:effectLst/>
                <a:uFillTx/>
                <a:latin typeface="Times New Roman" panose="02020603050405020304" pitchFamily="18" charset="0"/>
                <a:cs typeface="Times New Roman" panose="02020603050405020304" pitchFamily="18" charset="0"/>
              </a:endParaRPr>
            </a:p>
          </p:txBody>
        </p:sp>
        <p:grpSp>
          <p:nvGrpSpPr>
            <p:cNvPr id="81" name="integral_1_group"/>
            <p:cNvGrpSpPr/>
            <p:nvPr/>
          </p:nvGrpSpPr>
          <p:grpSpPr>
            <a:xfrm>
              <a:off x="4195440" y="1370880"/>
              <a:ext cx="586800" cy="185040"/>
              <a:chOff x="4195440" y="1370880"/>
              <a:chExt cx="586800" cy="185040"/>
            </a:xfrm>
          </p:grpSpPr>
          <p:sp>
            <p:nvSpPr>
              <p:cNvPr id="82" name="integral_1"/>
              <p:cNvSpPr/>
              <p:nvPr/>
            </p:nvSpPr>
            <p:spPr>
              <a:xfrm>
                <a:off x="4195440" y="1370880"/>
                <a:ext cx="586800" cy="185040"/>
              </a:xfrm>
              <a:prstGeom prst="roundRect">
                <a:avLst>
                  <a:gd name="adj" fmla="val 15000"/>
                </a:avLst>
              </a:prstGeom>
              <a:solidFill>
                <a:srgbClr val="C4E2F2"/>
              </a:solidFill>
              <a:ln w="7620">
                <a:solidFill>
                  <a:srgbClr val="508FB0"/>
                </a:solid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endParaRPr lang="en-US" sz="1800" b="1" u="none" strike="noStrike">
                  <a:effectLst/>
                  <a:uFillTx/>
                  <a:latin typeface="Times New Roman" panose="02020603050405020304" pitchFamily="18" charset="0"/>
                  <a:cs typeface="Times New Roman" panose="02020603050405020304" pitchFamily="18" charset="0"/>
                </a:endParaRPr>
              </a:p>
            </p:txBody>
          </p:sp>
          <p:sp>
            <p:nvSpPr>
              <p:cNvPr id="83" name="integral_1_title"/>
              <p:cNvSpPr/>
              <p:nvPr/>
            </p:nvSpPr>
            <p:spPr>
              <a:xfrm>
                <a:off x="4213080" y="1385640"/>
                <a:ext cx="551520" cy="15552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700" b="1" u="none" strike="noStrike">
                    <a:effectLst/>
                    <a:uFillTx/>
                    <a:latin typeface="Times New Roman" panose="02020603050405020304" pitchFamily="18" charset="0"/>
                    <a:cs typeface="Times New Roman" panose="02020603050405020304" pitchFamily="18" charset="0"/>
                  </a:rPr>
                  <a:t>Integral</a:t>
                </a:r>
              </a:p>
            </p:txBody>
          </p:sp>
        </p:grpSp>
        <p:sp>
          <p:nvSpPr>
            <p:cNvPr id="84" name="weight_1"/>
            <p:cNvSpPr/>
            <p:nvPr/>
          </p:nvSpPr>
          <p:spPr>
            <a:xfrm>
              <a:off x="4033080" y="1725480"/>
              <a:ext cx="911880" cy="96480"/>
            </a:xfrm>
            <a:prstGeom prst="rect">
              <a:avLst/>
            </a:prstGeom>
            <a:no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endParaRPr lang="en-US" sz="1800" b="1" u="none" strike="noStrike">
                <a:effectLst/>
                <a:uFillTx/>
                <a:latin typeface="Times New Roman" panose="02020603050405020304" pitchFamily="18" charset="0"/>
                <a:cs typeface="Times New Roman" panose="02020603050405020304" pitchFamily="18" charset="0"/>
              </a:endParaRPr>
            </a:p>
          </p:txBody>
        </p:sp>
        <p:sp>
          <p:nvSpPr>
            <p:cNvPr id="85" name="weight_1_text"/>
            <p:cNvSpPr/>
            <p:nvPr/>
          </p:nvSpPr>
          <p:spPr>
            <a:xfrm>
              <a:off x="4327398" y="1604743"/>
              <a:ext cx="911880" cy="10476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650" b="1" u="none" strike="noStrike" dirty="0">
                  <a:effectLst/>
                  <a:uFillTx/>
                  <a:latin typeface="Times New Roman" panose="02020603050405020304" pitchFamily="18" charset="0"/>
                  <a:cs typeface="Times New Roman" panose="02020603050405020304" pitchFamily="18" charset="0"/>
                </a:rPr>
                <a:t>Adaptive </a:t>
              </a:r>
              <a:r>
                <a:rPr lang="en-US" sz="650" b="1" i="1" u="none" strike="noStrike" dirty="0">
                  <a:effectLst/>
                  <a:uFillTx/>
                  <a:latin typeface="Times New Roman" panose="02020603050405020304" pitchFamily="18" charset="0"/>
                  <a:cs typeface="Times New Roman" panose="02020603050405020304" pitchFamily="18" charset="0"/>
                </a:rPr>
                <a:t>W</a:t>
              </a:r>
              <a:r>
                <a:rPr lang="en-US" sz="650" b="1" u="none" strike="noStrike" dirty="0">
                  <a:effectLst/>
                  <a:uFillTx/>
                  <a:latin typeface="Times New Roman" panose="02020603050405020304" pitchFamily="18" charset="0"/>
                  <a:cs typeface="Times New Roman" panose="02020603050405020304" pitchFamily="18" charset="0"/>
                </a:rPr>
                <a:t>(</a:t>
              </a:r>
              <a:r>
                <a:rPr lang="en-US" sz="650" b="1" i="1" u="none" strike="noStrike" dirty="0">
                  <a:effectLst/>
                  <a:uFillTx/>
                  <a:latin typeface="Times New Roman" panose="02020603050405020304" pitchFamily="18" charset="0"/>
                  <a:cs typeface="Times New Roman" panose="02020603050405020304" pitchFamily="18" charset="0"/>
                </a:rPr>
                <a:t>n</a:t>
              </a:r>
              <a:r>
                <a:rPr lang="en-US" sz="650" b="1" u="none" strike="noStrike" dirty="0">
                  <a:effectLst/>
                  <a:uFillTx/>
                  <a:latin typeface="Times New Roman" panose="02020603050405020304" pitchFamily="18" charset="0"/>
                  <a:cs typeface="Times New Roman" panose="02020603050405020304" pitchFamily="18" charset="0"/>
                </a:rPr>
                <a:t>)</a:t>
              </a:r>
            </a:p>
          </p:txBody>
        </p:sp>
        <p:grpSp>
          <p:nvGrpSpPr>
            <p:cNvPr id="86" name="box_1_group"/>
            <p:cNvGrpSpPr/>
            <p:nvPr/>
          </p:nvGrpSpPr>
          <p:grpSpPr>
            <a:xfrm>
              <a:off x="5436360" y="1370880"/>
              <a:ext cx="658440" cy="185040"/>
              <a:chOff x="5436360" y="1370880"/>
              <a:chExt cx="658440" cy="185040"/>
            </a:xfrm>
            <a:solidFill>
              <a:srgbClr val="FFD3AC"/>
            </a:solidFill>
          </p:grpSpPr>
          <p:sp>
            <p:nvSpPr>
              <p:cNvPr id="87" name="box_1"/>
              <p:cNvSpPr/>
              <p:nvPr/>
            </p:nvSpPr>
            <p:spPr>
              <a:xfrm>
                <a:off x="5436360" y="1370880"/>
                <a:ext cx="658440" cy="185040"/>
              </a:xfrm>
              <a:prstGeom prst="roundRect">
                <a:avLst>
                  <a:gd name="adj" fmla="val 15000"/>
                </a:avLst>
              </a:prstGeom>
              <a:solidFill>
                <a:srgbClr val="F2CDB8"/>
              </a:solidFill>
              <a:ln w="7620">
                <a:solidFill>
                  <a:srgbClr val="BD896D"/>
                </a:solid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endParaRPr lang="en-US" sz="1800" b="1" u="none" strike="noStrike">
                  <a:effectLst/>
                  <a:uFillTx/>
                  <a:latin typeface="Times New Roman" panose="02020603050405020304" pitchFamily="18" charset="0"/>
                  <a:cs typeface="Times New Roman" panose="02020603050405020304" pitchFamily="18" charset="0"/>
                </a:endParaRPr>
              </a:p>
            </p:txBody>
          </p:sp>
          <p:sp>
            <p:nvSpPr>
              <p:cNvPr id="88" name="box_1_title"/>
              <p:cNvSpPr/>
              <p:nvPr/>
            </p:nvSpPr>
            <p:spPr>
              <a:xfrm>
                <a:off x="5454000" y="1385640"/>
                <a:ext cx="610560" cy="15552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700" b="1" u="none" strike="noStrike">
                    <a:effectLst/>
                    <a:uFillTx/>
                    <a:latin typeface="Times New Roman" panose="02020603050405020304" pitchFamily="18" charset="0"/>
                    <a:cs typeface="Times New Roman" panose="02020603050405020304" pitchFamily="18" charset="0"/>
                  </a:rPr>
                  <a:t>Box Decoder</a:t>
                </a:r>
              </a:p>
            </p:txBody>
          </p:sp>
        </p:grpSp>
        <p:sp>
          <p:nvSpPr>
            <p:cNvPr id="89" name="scale_1"/>
            <p:cNvSpPr/>
            <p:nvPr/>
          </p:nvSpPr>
          <p:spPr>
            <a:xfrm>
              <a:off x="4830840" y="940680"/>
              <a:ext cx="882360" cy="10476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650" b="1" u="none" strike="noStrike" dirty="0">
                  <a:effectLst/>
                  <a:uFillTx/>
                  <a:latin typeface="Times New Roman" panose="02020603050405020304" pitchFamily="18" charset="0"/>
                  <a:cs typeface="Times New Roman" panose="02020603050405020304" pitchFamily="18" charset="0"/>
                </a:rPr>
                <a:t>Adaptive scale </a:t>
              </a:r>
              <a:r>
                <a:rPr lang="en-US" sz="900" b="1" i="1" u="none" strike="noStrike" dirty="0" err="1">
                  <a:effectLst/>
                  <a:uFillTx/>
                  <a:latin typeface="Times New Roman" panose="02020603050405020304" pitchFamily="18" charset="0"/>
                  <a:cs typeface="Times New Roman" panose="02020603050405020304" pitchFamily="18" charset="0"/>
                </a:rPr>
                <a:t>r</a:t>
              </a:r>
              <a:r>
                <a:rPr lang="en-US" sz="900" b="1" i="1" u="none" strike="noStrike" baseline="-25000" dirty="0" err="1">
                  <a:effectLst/>
                  <a:uFillTx/>
                  <a:latin typeface="Times New Roman" panose="02020603050405020304" pitchFamily="18" charset="0"/>
                  <a:cs typeface="Times New Roman" panose="02020603050405020304" pitchFamily="18" charset="0"/>
                </a:rPr>
                <a:t>i</a:t>
              </a:r>
              <a:endParaRPr lang="en-US" sz="650" b="1" u="none" strike="noStrike" dirty="0">
                <a:effectLst/>
                <a:uFillTx/>
                <a:latin typeface="Times New Roman" panose="02020603050405020304" pitchFamily="18" charset="0"/>
                <a:cs typeface="Times New Roman" panose="02020603050405020304" pitchFamily="18" charset="0"/>
              </a:endParaRPr>
            </a:p>
          </p:txBody>
        </p:sp>
        <p:sp>
          <p:nvSpPr>
            <p:cNvPr id="90" name="box_b0_1"/>
            <p:cNvSpPr/>
            <p:nvPr/>
          </p:nvSpPr>
          <p:spPr>
            <a:xfrm>
              <a:off x="5687640" y="1722600"/>
              <a:ext cx="143640" cy="96480"/>
            </a:xfrm>
            <a:prstGeom prst="rect">
              <a:avLst/>
            </a:prstGeom>
            <a:noFill/>
            <a:ln>
              <a:noFill/>
            </a:ln>
          </p:spPr>
          <p:style>
            <a:lnRef idx="2">
              <a:schemeClr val="accent1">
                <a:shade val="15000"/>
              </a:schemeClr>
            </a:lnRef>
            <a:fillRef idx="1">
              <a:schemeClr val="accent1"/>
            </a:fillRef>
            <a:effectRef idx="0">
              <a:schemeClr val="accent1"/>
            </a:effectRef>
            <a:fontRef idx="minor"/>
          </p:style>
          <p:txBody>
            <a:bodyPr lIns="72000" tIns="45000" rIns="72000" bIns="45000" anchor="ctr">
              <a:noAutofit/>
            </a:bodyPr>
            <a:lstStyle/>
            <a:p>
              <a:endParaRPr lang="en-US" sz="1800" b="1" u="none" strike="noStrike">
                <a:effectLst/>
                <a:uFillTx/>
                <a:latin typeface="Times New Roman" panose="02020603050405020304" pitchFamily="18" charset="0"/>
                <a:cs typeface="Times New Roman" panose="02020603050405020304" pitchFamily="18" charset="0"/>
              </a:endParaRPr>
            </a:p>
          </p:txBody>
        </p:sp>
        <p:sp>
          <p:nvSpPr>
            <p:cNvPr id="91" name="box_b0_1_text"/>
            <p:cNvSpPr/>
            <p:nvPr/>
          </p:nvSpPr>
          <p:spPr>
            <a:xfrm>
              <a:off x="5494603" y="1591178"/>
              <a:ext cx="143640" cy="10476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650" b="1" i="1" u="none" strike="noStrike" dirty="0">
                  <a:effectLst/>
                  <a:uFillTx/>
                  <a:latin typeface="Times New Roman" panose="02020603050405020304" pitchFamily="18" charset="0"/>
                  <a:cs typeface="Times New Roman" panose="02020603050405020304" pitchFamily="18" charset="0"/>
                </a:rPr>
                <a:t>b</a:t>
              </a:r>
              <a:r>
                <a:rPr lang="en-US" sz="650" b="1" i="1" u="none" strike="noStrike" baseline="-25000" dirty="0">
                  <a:effectLst/>
                  <a:uFillTx/>
                  <a:latin typeface="Times New Roman" panose="02020603050405020304" pitchFamily="18" charset="0"/>
                  <a:cs typeface="Times New Roman" panose="02020603050405020304" pitchFamily="18" charset="0"/>
                </a:rPr>
                <a:t>0</a:t>
              </a:r>
              <a:endParaRPr lang="en-US" sz="650" b="1" u="none" strike="noStrike" dirty="0">
                <a:effectLst/>
                <a:uFillTx/>
                <a:latin typeface="Times New Roman" panose="02020603050405020304" pitchFamily="18" charset="0"/>
                <a:cs typeface="Times New Roman" panose="02020603050405020304" pitchFamily="18" charset="0"/>
              </a:endParaRPr>
            </a:p>
          </p:txBody>
        </p:sp>
        <p:grpSp>
          <p:nvGrpSpPr>
            <p:cNvPr id="92" name="lqe_1_group"/>
            <p:cNvGrpSpPr/>
            <p:nvPr/>
          </p:nvGrpSpPr>
          <p:grpSpPr>
            <a:xfrm>
              <a:off x="4673602" y="1762740"/>
              <a:ext cx="677160" cy="173160"/>
              <a:chOff x="5433480" y="1929240"/>
              <a:chExt cx="677160" cy="173160"/>
            </a:xfrm>
          </p:grpSpPr>
          <p:sp>
            <p:nvSpPr>
              <p:cNvPr id="93" name="lqe_1"/>
              <p:cNvSpPr/>
              <p:nvPr/>
            </p:nvSpPr>
            <p:spPr>
              <a:xfrm>
                <a:off x="5433480" y="1929240"/>
                <a:ext cx="677160" cy="173160"/>
              </a:xfrm>
              <a:prstGeom prst="roundRect">
                <a:avLst>
                  <a:gd name="adj" fmla="val 15000"/>
                </a:avLst>
              </a:prstGeom>
              <a:solidFill>
                <a:srgbClr val="C5E7DA"/>
              </a:solidFill>
              <a:ln w="7620">
                <a:solidFill>
                  <a:srgbClr val="4F9A83"/>
                </a:solid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endParaRPr lang="en-US" sz="1800" b="1" u="none" strike="noStrike">
                  <a:effectLst/>
                  <a:uFillTx/>
                  <a:latin typeface="Times New Roman" panose="02020603050405020304" pitchFamily="18" charset="0"/>
                  <a:cs typeface="Times New Roman" panose="02020603050405020304" pitchFamily="18" charset="0"/>
                </a:endParaRPr>
              </a:p>
            </p:txBody>
          </p:sp>
          <p:sp>
            <p:nvSpPr>
              <p:cNvPr id="94" name="lqe_1_title"/>
              <p:cNvSpPr/>
              <p:nvPr/>
            </p:nvSpPr>
            <p:spPr>
              <a:xfrm>
                <a:off x="5454000" y="1944000"/>
                <a:ext cx="610560" cy="14364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700" b="1" u="none" strike="noStrike" spc="-26">
                    <a:effectLst/>
                    <a:uFillTx/>
                    <a:latin typeface="Times New Roman" panose="02020603050405020304" pitchFamily="18" charset="0"/>
                    <a:cs typeface="Times New Roman" panose="02020603050405020304" pitchFamily="18" charset="0"/>
                  </a:rPr>
                  <a:t>LQE + Entropy</a:t>
                </a:r>
                <a:endParaRPr lang="en-US" sz="700" b="1" u="none" strike="noStrike">
                  <a:effectLst/>
                  <a:uFillTx/>
                  <a:latin typeface="Times New Roman" panose="02020603050405020304" pitchFamily="18" charset="0"/>
                  <a:cs typeface="Times New Roman" panose="02020603050405020304" pitchFamily="18" charset="0"/>
                </a:endParaRPr>
              </a:p>
            </p:txBody>
          </p:sp>
        </p:grpSp>
        <p:sp>
          <p:nvSpPr>
            <p:cNvPr id="95" name="class_feature_1"/>
            <p:cNvSpPr/>
            <p:nvPr/>
          </p:nvSpPr>
          <p:spPr>
            <a:xfrm>
              <a:off x="4727160" y="1967760"/>
              <a:ext cx="143640" cy="96480"/>
            </a:xfrm>
            <a:prstGeom prst="rect">
              <a:avLst/>
            </a:prstGeom>
            <a:noFill/>
            <a:ln>
              <a:noFill/>
            </a:ln>
          </p:spPr>
          <p:style>
            <a:lnRef idx="2">
              <a:schemeClr val="accent1">
                <a:shade val="15000"/>
              </a:schemeClr>
            </a:lnRef>
            <a:fillRef idx="1">
              <a:schemeClr val="accent1"/>
            </a:fillRef>
            <a:effectRef idx="0">
              <a:schemeClr val="accent1"/>
            </a:effectRef>
            <a:fontRef idx="minor"/>
          </p:style>
          <p:txBody>
            <a:bodyPr lIns="72000" tIns="45000" rIns="72000" bIns="45000" anchor="ctr">
              <a:noAutofit/>
            </a:bodyPr>
            <a:lstStyle/>
            <a:p>
              <a:endParaRPr lang="en-US" sz="1800" b="1" u="none" strike="noStrike">
                <a:effectLst/>
                <a:uFillTx/>
                <a:latin typeface="Times New Roman" panose="02020603050405020304" pitchFamily="18" charset="0"/>
                <a:cs typeface="Times New Roman" panose="02020603050405020304" pitchFamily="18" charset="0"/>
              </a:endParaRPr>
            </a:p>
          </p:txBody>
        </p:sp>
        <p:sp>
          <p:nvSpPr>
            <p:cNvPr id="96" name="class_feature_1_text"/>
            <p:cNvSpPr/>
            <p:nvPr/>
          </p:nvSpPr>
          <p:spPr>
            <a:xfrm>
              <a:off x="5903950" y="1778746"/>
              <a:ext cx="143640" cy="10476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900" b="1" i="1" u="none" strike="noStrike" dirty="0">
                  <a:effectLst/>
                  <a:uFillTx/>
                  <a:latin typeface="Times New Roman" panose="02020603050405020304" pitchFamily="18" charset="0"/>
                  <a:cs typeface="Times New Roman" panose="02020603050405020304" pitchFamily="18" charset="0"/>
                </a:rPr>
                <a:t>h</a:t>
              </a:r>
              <a:r>
                <a:rPr lang="en-US" sz="900" b="1" i="1" u="none" strike="noStrike" baseline="-25000" dirty="0">
                  <a:effectLst/>
                  <a:uFillTx/>
                  <a:latin typeface="Times New Roman" panose="02020603050405020304" pitchFamily="18" charset="0"/>
                  <a:cs typeface="Times New Roman" panose="02020603050405020304" pitchFamily="18" charset="0"/>
                </a:rPr>
                <a:t>1</a:t>
              </a:r>
              <a:endParaRPr lang="en-US" sz="900" b="1" u="none" strike="noStrike" dirty="0">
                <a:effectLst/>
                <a:uFillTx/>
                <a:latin typeface="Times New Roman" panose="02020603050405020304" pitchFamily="18" charset="0"/>
                <a:cs typeface="Times New Roman" panose="02020603050405020304" pitchFamily="18" charset="0"/>
              </a:endParaRPr>
            </a:p>
          </p:txBody>
        </p:sp>
        <p:sp>
          <p:nvSpPr>
            <p:cNvPr id="97" name="class_input_label_1"/>
            <p:cNvSpPr/>
            <p:nvPr/>
          </p:nvSpPr>
          <p:spPr>
            <a:xfrm>
              <a:off x="5360617" y="1850939"/>
              <a:ext cx="527760" cy="10476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650" b="1" u="none" strike="noStrike" dirty="0">
                  <a:effectLst/>
                  <a:uFillTx/>
                  <a:latin typeface="Times New Roman" panose="02020603050405020304" pitchFamily="18" charset="0"/>
                  <a:cs typeface="Times New Roman" panose="02020603050405020304" pitchFamily="18" charset="0"/>
                </a:rPr>
                <a:t>Class logits</a:t>
              </a:r>
            </a:p>
          </p:txBody>
        </p:sp>
        <p:grpSp>
          <p:nvGrpSpPr>
            <p:cNvPr id="98" name="ddo_2_group"/>
            <p:cNvGrpSpPr/>
            <p:nvPr/>
          </p:nvGrpSpPr>
          <p:grpSpPr>
            <a:xfrm>
              <a:off x="4195440" y="2160000"/>
              <a:ext cx="586800" cy="185040"/>
              <a:chOff x="4195440" y="2160000"/>
              <a:chExt cx="586800" cy="185040"/>
            </a:xfrm>
          </p:grpSpPr>
          <p:sp>
            <p:nvSpPr>
              <p:cNvPr id="99" name="ddo_2"/>
              <p:cNvSpPr/>
              <p:nvPr/>
            </p:nvSpPr>
            <p:spPr>
              <a:xfrm>
                <a:off x="4195440" y="2160000"/>
                <a:ext cx="586800" cy="185040"/>
              </a:xfrm>
              <a:prstGeom prst="roundRect">
                <a:avLst>
                  <a:gd name="adj" fmla="val 15000"/>
                </a:avLst>
              </a:prstGeom>
              <a:solidFill>
                <a:srgbClr val="F7DDA7"/>
              </a:solidFill>
              <a:ln w="7620">
                <a:solidFill>
                  <a:srgbClr val="C49B50"/>
                </a:solid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endParaRPr lang="en-US" sz="1800" b="1" u="none" strike="noStrike">
                  <a:effectLst/>
                  <a:uFillTx/>
                  <a:latin typeface="Times New Roman" panose="02020603050405020304" pitchFamily="18" charset="0"/>
                  <a:cs typeface="Times New Roman" panose="02020603050405020304" pitchFamily="18" charset="0"/>
                </a:endParaRPr>
              </a:p>
            </p:txBody>
          </p:sp>
          <p:sp>
            <p:nvSpPr>
              <p:cNvPr id="100" name="ddo_2_title"/>
              <p:cNvSpPr/>
              <p:nvPr/>
            </p:nvSpPr>
            <p:spPr>
              <a:xfrm>
                <a:off x="4213080" y="2174760"/>
                <a:ext cx="551520" cy="15552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700" b="1" u="none" strike="noStrike">
                    <a:effectLst/>
                    <a:uFillTx/>
                    <a:latin typeface="Times New Roman" panose="02020603050405020304" pitchFamily="18" charset="0"/>
                    <a:cs typeface="Times New Roman" panose="02020603050405020304" pitchFamily="18" charset="0"/>
                  </a:rPr>
                  <a:t>DDO</a:t>
                </a:r>
              </a:p>
            </p:txBody>
          </p:sp>
        </p:grpSp>
        <p:sp>
          <p:nvSpPr>
            <p:cNvPr id="101" name="ddo_b0_2"/>
            <p:cNvSpPr/>
            <p:nvPr/>
          </p:nvSpPr>
          <p:spPr>
            <a:xfrm>
              <a:off x="4417200" y="1899720"/>
              <a:ext cx="143640" cy="96480"/>
            </a:xfrm>
            <a:prstGeom prst="rect">
              <a:avLst/>
            </a:prstGeom>
            <a:noFill/>
            <a:ln>
              <a:noFill/>
            </a:ln>
          </p:spPr>
          <p:style>
            <a:lnRef idx="2">
              <a:schemeClr val="accent1">
                <a:shade val="15000"/>
              </a:schemeClr>
            </a:lnRef>
            <a:fillRef idx="1">
              <a:schemeClr val="accent1"/>
            </a:fillRef>
            <a:effectRef idx="0">
              <a:schemeClr val="accent1"/>
            </a:effectRef>
            <a:fontRef idx="minor"/>
          </p:style>
          <p:txBody>
            <a:bodyPr lIns="72000" tIns="45000" rIns="72000" bIns="45000" anchor="ctr">
              <a:noAutofit/>
            </a:bodyPr>
            <a:lstStyle/>
            <a:p>
              <a:endParaRPr lang="en-US" sz="1800" b="1" u="none" strike="noStrike">
                <a:effectLst/>
                <a:uFillTx/>
                <a:latin typeface="Times New Roman" panose="02020603050405020304" pitchFamily="18" charset="0"/>
                <a:cs typeface="Times New Roman" panose="02020603050405020304" pitchFamily="18" charset="0"/>
              </a:endParaRPr>
            </a:p>
          </p:txBody>
        </p:sp>
        <p:sp>
          <p:nvSpPr>
            <p:cNvPr id="102" name="ddo_b0_2_text"/>
            <p:cNvSpPr/>
            <p:nvPr/>
          </p:nvSpPr>
          <p:spPr>
            <a:xfrm>
              <a:off x="4153320" y="1965960"/>
              <a:ext cx="143640" cy="10476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900" b="1" i="1" u="none" strike="noStrike" dirty="0">
                  <a:effectLst/>
                  <a:uFillTx/>
                  <a:latin typeface="Times New Roman" panose="02020603050405020304" pitchFamily="18" charset="0"/>
                  <a:cs typeface="Times New Roman" panose="02020603050405020304" pitchFamily="18" charset="0"/>
                </a:rPr>
                <a:t>b</a:t>
              </a:r>
              <a:r>
                <a:rPr lang="en-US" sz="900" b="1" i="1" u="none" strike="noStrike" baseline="-25000" dirty="0">
                  <a:effectLst/>
                  <a:uFillTx/>
                  <a:latin typeface="Times New Roman" panose="02020603050405020304" pitchFamily="18" charset="0"/>
                  <a:cs typeface="Times New Roman" panose="02020603050405020304" pitchFamily="18" charset="0"/>
                </a:rPr>
                <a:t>0</a:t>
              </a:r>
              <a:endParaRPr lang="en-US" sz="900" b="1" u="none" strike="noStrike" dirty="0">
                <a:effectLst/>
                <a:uFillTx/>
                <a:latin typeface="Times New Roman" panose="02020603050405020304" pitchFamily="18" charset="0"/>
                <a:cs typeface="Times New Roman" panose="02020603050405020304" pitchFamily="18" charset="0"/>
              </a:endParaRPr>
            </a:p>
          </p:txBody>
        </p:sp>
        <p:grpSp>
          <p:nvGrpSpPr>
            <p:cNvPr id="103" name="integral_2_group"/>
            <p:cNvGrpSpPr/>
            <p:nvPr/>
          </p:nvGrpSpPr>
          <p:grpSpPr>
            <a:xfrm>
              <a:off x="4195440" y="2552760"/>
              <a:ext cx="586800" cy="185040"/>
              <a:chOff x="4195440" y="2552760"/>
              <a:chExt cx="586800" cy="185040"/>
            </a:xfrm>
          </p:grpSpPr>
          <p:sp>
            <p:nvSpPr>
              <p:cNvPr id="104" name="integral_2"/>
              <p:cNvSpPr/>
              <p:nvPr/>
            </p:nvSpPr>
            <p:spPr>
              <a:xfrm>
                <a:off x="4195440" y="2552760"/>
                <a:ext cx="586800" cy="185040"/>
              </a:xfrm>
              <a:prstGeom prst="roundRect">
                <a:avLst>
                  <a:gd name="adj" fmla="val 15000"/>
                </a:avLst>
              </a:prstGeom>
              <a:solidFill>
                <a:srgbClr val="C4E2F2"/>
              </a:solidFill>
              <a:ln w="7620">
                <a:solidFill>
                  <a:srgbClr val="508FB0"/>
                </a:solid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endParaRPr lang="en-US" sz="1800" b="1" u="none" strike="noStrike">
                  <a:effectLst/>
                  <a:uFillTx/>
                  <a:latin typeface="Times New Roman" panose="02020603050405020304" pitchFamily="18" charset="0"/>
                  <a:cs typeface="Times New Roman" panose="02020603050405020304" pitchFamily="18" charset="0"/>
                </a:endParaRPr>
              </a:p>
            </p:txBody>
          </p:sp>
          <p:sp>
            <p:nvSpPr>
              <p:cNvPr id="105" name="integral_2_title"/>
              <p:cNvSpPr/>
              <p:nvPr/>
            </p:nvSpPr>
            <p:spPr>
              <a:xfrm>
                <a:off x="4213080" y="2567520"/>
                <a:ext cx="551520" cy="15552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700" b="1" u="none" strike="noStrike">
                    <a:effectLst/>
                    <a:uFillTx/>
                    <a:latin typeface="Times New Roman" panose="02020603050405020304" pitchFamily="18" charset="0"/>
                    <a:cs typeface="Times New Roman" panose="02020603050405020304" pitchFamily="18" charset="0"/>
                  </a:rPr>
                  <a:t>Integral</a:t>
                </a:r>
              </a:p>
            </p:txBody>
          </p:sp>
        </p:grpSp>
        <p:sp>
          <p:nvSpPr>
            <p:cNvPr id="106" name="weight_2"/>
            <p:cNvSpPr/>
            <p:nvPr/>
          </p:nvSpPr>
          <p:spPr>
            <a:xfrm>
              <a:off x="4033080" y="2907360"/>
              <a:ext cx="911880" cy="96480"/>
            </a:xfrm>
            <a:prstGeom prst="rect">
              <a:avLst/>
            </a:prstGeom>
            <a:no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endParaRPr lang="en-US" sz="1800" b="1" u="none" strike="noStrike">
                <a:effectLst/>
                <a:uFillTx/>
                <a:latin typeface="Times New Roman" panose="02020603050405020304" pitchFamily="18" charset="0"/>
                <a:cs typeface="Times New Roman" panose="02020603050405020304" pitchFamily="18" charset="0"/>
              </a:endParaRPr>
            </a:p>
          </p:txBody>
        </p:sp>
        <p:grpSp>
          <p:nvGrpSpPr>
            <p:cNvPr id="108" name="box_2_group"/>
            <p:cNvGrpSpPr/>
            <p:nvPr/>
          </p:nvGrpSpPr>
          <p:grpSpPr>
            <a:xfrm>
              <a:off x="5436360" y="2552760"/>
              <a:ext cx="658440" cy="185040"/>
              <a:chOff x="5436360" y="2552760"/>
              <a:chExt cx="658440" cy="185040"/>
            </a:xfrm>
            <a:solidFill>
              <a:srgbClr val="FFD3AC"/>
            </a:solidFill>
          </p:grpSpPr>
          <p:sp>
            <p:nvSpPr>
              <p:cNvPr id="109" name="box_2"/>
              <p:cNvSpPr/>
              <p:nvPr/>
            </p:nvSpPr>
            <p:spPr>
              <a:xfrm>
                <a:off x="5436360" y="2552760"/>
                <a:ext cx="658440" cy="185040"/>
              </a:xfrm>
              <a:prstGeom prst="roundRect">
                <a:avLst>
                  <a:gd name="adj" fmla="val 15000"/>
                </a:avLst>
              </a:prstGeom>
              <a:solidFill>
                <a:srgbClr val="F2CDB8"/>
              </a:solidFill>
              <a:ln w="7620">
                <a:solidFill>
                  <a:srgbClr val="BD896D"/>
                </a:solid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endParaRPr lang="en-US" sz="1800" b="1" u="none" strike="noStrike">
                  <a:effectLst/>
                  <a:uFillTx/>
                  <a:latin typeface="Times New Roman" panose="02020603050405020304" pitchFamily="18" charset="0"/>
                  <a:cs typeface="Times New Roman" panose="02020603050405020304" pitchFamily="18" charset="0"/>
                </a:endParaRPr>
              </a:p>
            </p:txBody>
          </p:sp>
          <p:sp>
            <p:nvSpPr>
              <p:cNvPr id="110" name="box_2_title"/>
              <p:cNvSpPr/>
              <p:nvPr/>
            </p:nvSpPr>
            <p:spPr>
              <a:xfrm>
                <a:off x="5454000" y="2567520"/>
                <a:ext cx="610560" cy="15552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700" b="1" u="none" strike="noStrike">
                    <a:effectLst/>
                    <a:uFillTx/>
                    <a:latin typeface="Times New Roman" panose="02020603050405020304" pitchFamily="18" charset="0"/>
                    <a:cs typeface="Times New Roman" panose="02020603050405020304" pitchFamily="18" charset="0"/>
                  </a:rPr>
                  <a:t>Box Decoder</a:t>
                </a:r>
              </a:p>
            </p:txBody>
          </p:sp>
        </p:grpSp>
        <p:sp>
          <p:nvSpPr>
            <p:cNvPr id="111" name="scale_2"/>
            <p:cNvSpPr/>
            <p:nvPr/>
          </p:nvSpPr>
          <p:spPr>
            <a:xfrm>
              <a:off x="4830840" y="2122560"/>
              <a:ext cx="882360" cy="10476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a:r>
                <a:rPr lang="en-US" sz="650" b="1" u="none" strike="noStrike" dirty="0">
                  <a:effectLst/>
                  <a:uFillTx/>
                  <a:latin typeface="Times New Roman" panose="02020603050405020304" pitchFamily="18" charset="0"/>
                  <a:cs typeface="Times New Roman" panose="02020603050405020304" pitchFamily="18" charset="0"/>
                </a:rPr>
                <a:t>Adaptive scale </a:t>
              </a:r>
              <a:r>
                <a:rPr lang="en-US" altLang="zh-CN" sz="800" b="1" i="1" dirty="0" err="1">
                  <a:latin typeface="Times New Roman" panose="02020603050405020304" pitchFamily="18" charset="0"/>
                  <a:cs typeface="Times New Roman" panose="02020603050405020304" pitchFamily="18" charset="0"/>
                </a:rPr>
                <a:t>r</a:t>
              </a:r>
              <a:r>
                <a:rPr lang="en-US" altLang="zh-CN" sz="800" b="1" i="1" baseline="-25000" dirty="0" err="1">
                  <a:latin typeface="Times New Roman" panose="02020603050405020304" pitchFamily="18" charset="0"/>
                  <a:cs typeface="Times New Roman" panose="02020603050405020304" pitchFamily="18" charset="0"/>
                </a:rPr>
                <a:t>i</a:t>
              </a:r>
              <a:endParaRPr lang="en-US" sz="650" b="1" u="none" strike="noStrike" dirty="0">
                <a:effectLst/>
                <a:uFillTx/>
                <a:latin typeface="Times New Roman" panose="02020603050405020304" pitchFamily="18" charset="0"/>
                <a:cs typeface="Times New Roman" panose="02020603050405020304" pitchFamily="18" charset="0"/>
              </a:endParaRPr>
            </a:p>
          </p:txBody>
        </p:sp>
        <p:sp>
          <p:nvSpPr>
            <p:cNvPr id="112" name="box_b0_2"/>
            <p:cNvSpPr/>
            <p:nvPr/>
          </p:nvSpPr>
          <p:spPr>
            <a:xfrm>
              <a:off x="5687640" y="2904480"/>
              <a:ext cx="143640" cy="96480"/>
            </a:xfrm>
            <a:prstGeom prst="rect">
              <a:avLst/>
            </a:prstGeom>
            <a:noFill/>
            <a:ln>
              <a:noFill/>
            </a:ln>
          </p:spPr>
          <p:style>
            <a:lnRef idx="2">
              <a:schemeClr val="accent1">
                <a:shade val="15000"/>
              </a:schemeClr>
            </a:lnRef>
            <a:fillRef idx="1">
              <a:schemeClr val="accent1"/>
            </a:fillRef>
            <a:effectRef idx="0">
              <a:schemeClr val="accent1"/>
            </a:effectRef>
            <a:fontRef idx="minor"/>
          </p:style>
          <p:txBody>
            <a:bodyPr lIns="72000" tIns="45000" rIns="72000" bIns="45000" anchor="ctr">
              <a:noAutofit/>
            </a:bodyPr>
            <a:lstStyle/>
            <a:p>
              <a:endParaRPr lang="en-US" sz="1800" b="1" u="none" strike="noStrike">
                <a:effectLst/>
                <a:uFillTx/>
                <a:latin typeface="Times New Roman" panose="02020603050405020304" pitchFamily="18" charset="0"/>
                <a:cs typeface="Times New Roman" panose="02020603050405020304" pitchFamily="18" charset="0"/>
              </a:endParaRPr>
            </a:p>
          </p:txBody>
        </p:sp>
        <p:grpSp>
          <p:nvGrpSpPr>
            <p:cNvPr id="114" name="lqe_2_group"/>
            <p:cNvGrpSpPr/>
            <p:nvPr/>
          </p:nvGrpSpPr>
          <p:grpSpPr>
            <a:xfrm>
              <a:off x="4678488" y="2940840"/>
              <a:ext cx="677160" cy="173160"/>
              <a:chOff x="5433480" y="3111120"/>
              <a:chExt cx="677160" cy="173160"/>
            </a:xfrm>
            <a:solidFill>
              <a:srgbClr val="B9EEDD"/>
            </a:solidFill>
          </p:grpSpPr>
          <p:sp>
            <p:nvSpPr>
              <p:cNvPr id="115" name="lqe_2"/>
              <p:cNvSpPr/>
              <p:nvPr/>
            </p:nvSpPr>
            <p:spPr>
              <a:xfrm>
                <a:off x="5433480" y="3111120"/>
                <a:ext cx="677160" cy="173160"/>
              </a:xfrm>
              <a:prstGeom prst="roundRect">
                <a:avLst>
                  <a:gd name="adj" fmla="val 15000"/>
                </a:avLst>
              </a:prstGeom>
              <a:solidFill>
                <a:srgbClr val="C5E7DA"/>
              </a:solidFill>
              <a:ln w="7620">
                <a:solidFill>
                  <a:srgbClr val="4F9A83"/>
                </a:solid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endParaRPr lang="en-US" sz="1800" b="1" u="none" strike="noStrike">
                  <a:effectLst/>
                  <a:uFillTx/>
                  <a:latin typeface="Times New Roman" panose="02020603050405020304" pitchFamily="18" charset="0"/>
                  <a:cs typeface="Times New Roman" panose="02020603050405020304" pitchFamily="18" charset="0"/>
                </a:endParaRPr>
              </a:p>
            </p:txBody>
          </p:sp>
          <p:sp>
            <p:nvSpPr>
              <p:cNvPr id="116" name="lqe_2_title"/>
              <p:cNvSpPr/>
              <p:nvPr/>
            </p:nvSpPr>
            <p:spPr>
              <a:xfrm>
                <a:off x="5454000" y="3125880"/>
                <a:ext cx="610560" cy="14364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700" b="1" u="none" strike="noStrike" spc="-26">
                    <a:effectLst/>
                    <a:uFillTx/>
                    <a:latin typeface="Times New Roman" panose="02020603050405020304" pitchFamily="18" charset="0"/>
                    <a:cs typeface="Times New Roman" panose="02020603050405020304" pitchFamily="18" charset="0"/>
                  </a:rPr>
                  <a:t>LQE + Entropy</a:t>
                </a:r>
                <a:endParaRPr lang="en-US" sz="700" b="1" u="none" strike="noStrike">
                  <a:effectLst/>
                  <a:uFillTx/>
                  <a:latin typeface="Times New Roman" panose="02020603050405020304" pitchFamily="18" charset="0"/>
                  <a:cs typeface="Times New Roman" panose="02020603050405020304" pitchFamily="18" charset="0"/>
                </a:endParaRPr>
              </a:p>
            </p:txBody>
          </p:sp>
        </p:grpSp>
        <p:sp>
          <p:nvSpPr>
            <p:cNvPr id="117" name="class_feature_2"/>
            <p:cNvSpPr/>
            <p:nvPr/>
          </p:nvSpPr>
          <p:spPr>
            <a:xfrm>
              <a:off x="4727160" y="3149640"/>
              <a:ext cx="143640" cy="96480"/>
            </a:xfrm>
            <a:prstGeom prst="rect">
              <a:avLst/>
            </a:prstGeom>
            <a:noFill/>
            <a:ln>
              <a:noFill/>
            </a:ln>
          </p:spPr>
          <p:style>
            <a:lnRef idx="2">
              <a:schemeClr val="accent1">
                <a:shade val="15000"/>
              </a:schemeClr>
            </a:lnRef>
            <a:fillRef idx="1">
              <a:schemeClr val="accent1"/>
            </a:fillRef>
            <a:effectRef idx="0">
              <a:schemeClr val="accent1"/>
            </a:effectRef>
            <a:fontRef idx="minor"/>
          </p:style>
          <p:txBody>
            <a:bodyPr lIns="72000" tIns="45000" rIns="72000" bIns="45000" anchor="ctr">
              <a:noAutofit/>
            </a:bodyPr>
            <a:lstStyle/>
            <a:p>
              <a:endParaRPr lang="en-US" sz="1800" b="1" u="none" strike="noStrike">
                <a:effectLst/>
                <a:uFillTx/>
                <a:latin typeface="Times New Roman" panose="02020603050405020304" pitchFamily="18" charset="0"/>
                <a:cs typeface="Times New Roman" panose="02020603050405020304" pitchFamily="18" charset="0"/>
              </a:endParaRPr>
            </a:p>
          </p:txBody>
        </p:sp>
        <p:sp>
          <p:nvSpPr>
            <p:cNvPr id="118" name="class_feature_2_text"/>
            <p:cNvSpPr/>
            <p:nvPr/>
          </p:nvSpPr>
          <p:spPr>
            <a:xfrm>
              <a:off x="5917338" y="2959710"/>
              <a:ext cx="143640" cy="10476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900" b="1" i="1" u="none" strike="noStrike" dirty="0">
                  <a:effectLst/>
                  <a:uFillTx/>
                  <a:latin typeface="Times New Roman" panose="02020603050405020304" pitchFamily="18" charset="0"/>
                  <a:cs typeface="Times New Roman" panose="02020603050405020304" pitchFamily="18" charset="0"/>
                </a:rPr>
                <a:t>h</a:t>
              </a:r>
              <a:r>
                <a:rPr lang="en-US" sz="900" b="1" i="1" u="none" strike="noStrike" baseline="-25000" dirty="0">
                  <a:effectLst/>
                  <a:uFillTx/>
                  <a:latin typeface="Times New Roman" panose="02020603050405020304" pitchFamily="18" charset="0"/>
                  <a:cs typeface="Times New Roman" panose="02020603050405020304" pitchFamily="18" charset="0"/>
                </a:rPr>
                <a:t>2</a:t>
              </a:r>
              <a:endParaRPr lang="en-US" sz="900" b="1" u="none" strike="noStrike" dirty="0">
                <a:effectLst/>
                <a:uFillTx/>
                <a:latin typeface="Times New Roman" panose="02020603050405020304" pitchFamily="18" charset="0"/>
                <a:cs typeface="Times New Roman" panose="02020603050405020304" pitchFamily="18" charset="0"/>
              </a:endParaRPr>
            </a:p>
          </p:txBody>
        </p:sp>
        <p:sp>
          <p:nvSpPr>
            <p:cNvPr id="119" name="class_input_label_2"/>
            <p:cNvSpPr/>
            <p:nvPr/>
          </p:nvSpPr>
          <p:spPr>
            <a:xfrm>
              <a:off x="5360617" y="3035148"/>
              <a:ext cx="527760" cy="10476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650" b="1" u="none" strike="noStrike" dirty="0">
                  <a:effectLst/>
                  <a:uFillTx/>
                  <a:latin typeface="Times New Roman" panose="02020603050405020304" pitchFamily="18" charset="0"/>
                  <a:cs typeface="Times New Roman" panose="02020603050405020304" pitchFamily="18" charset="0"/>
                </a:rPr>
                <a:t>Class logits</a:t>
              </a:r>
            </a:p>
          </p:txBody>
        </p:sp>
        <p:sp>
          <p:nvSpPr>
            <p:cNvPr id="120" name="reference_input_2"/>
            <p:cNvSpPr/>
            <p:nvPr/>
          </p:nvSpPr>
          <p:spPr>
            <a:xfrm>
              <a:off x="1211400" y="2597040"/>
              <a:ext cx="158400" cy="96480"/>
            </a:xfrm>
            <a:prstGeom prst="rect">
              <a:avLst/>
            </a:prstGeom>
            <a:noFill/>
            <a:ln>
              <a:noFill/>
            </a:ln>
          </p:spPr>
          <p:style>
            <a:lnRef idx="2">
              <a:schemeClr val="accent1">
                <a:shade val="15000"/>
              </a:schemeClr>
            </a:lnRef>
            <a:fillRef idx="1">
              <a:schemeClr val="accent1"/>
            </a:fillRef>
            <a:effectRef idx="0">
              <a:schemeClr val="accent1"/>
            </a:effectRef>
            <a:fontRef idx="minor"/>
          </p:style>
          <p:txBody>
            <a:bodyPr lIns="79200" tIns="45000" rIns="79200" bIns="45000" anchor="ctr">
              <a:noAutofit/>
            </a:bodyPr>
            <a:lstStyle/>
            <a:p>
              <a:endParaRPr lang="en-US" sz="900" b="1" u="none" strike="noStrike">
                <a:effectLst/>
                <a:uFillTx/>
                <a:latin typeface="Times New Roman" panose="02020603050405020304" pitchFamily="18" charset="0"/>
                <a:cs typeface="Times New Roman" panose="02020603050405020304" pitchFamily="18" charset="0"/>
              </a:endParaRPr>
            </a:p>
          </p:txBody>
        </p:sp>
        <p:sp>
          <p:nvSpPr>
            <p:cNvPr id="121" name="reference_input_2_text"/>
            <p:cNvSpPr/>
            <p:nvPr/>
          </p:nvSpPr>
          <p:spPr>
            <a:xfrm>
              <a:off x="1211400" y="2595240"/>
              <a:ext cx="158400" cy="10476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900" b="1" i="1" u="none" strike="noStrike" dirty="0">
                  <a:effectLst/>
                  <a:uFillTx/>
                  <a:latin typeface="Times New Roman" panose="02020603050405020304" pitchFamily="18" charset="0"/>
                  <a:cs typeface="Times New Roman" panose="02020603050405020304" pitchFamily="18" charset="0"/>
                </a:rPr>
                <a:t>b</a:t>
              </a:r>
              <a:r>
                <a:rPr lang="en-US" sz="900" b="1" i="1" u="none" strike="noStrike" baseline="-25000" dirty="0">
                  <a:effectLst/>
                  <a:uFillTx/>
                  <a:latin typeface="Times New Roman" panose="02020603050405020304" pitchFamily="18" charset="0"/>
                  <a:cs typeface="Times New Roman" panose="02020603050405020304" pitchFamily="18" charset="0"/>
                </a:rPr>
                <a:t>1</a:t>
              </a:r>
              <a:endParaRPr lang="en-US" sz="900" b="1" u="none" strike="noStrike" dirty="0">
                <a:effectLst/>
                <a:uFillTx/>
                <a:latin typeface="Times New Roman" panose="02020603050405020304" pitchFamily="18" charset="0"/>
                <a:cs typeface="Times New Roman" panose="02020603050405020304" pitchFamily="18" charset="0"/>
              </a:endParaRPr>
            </a:p>
          </p:txBody>
        </p:sp>
        <p:grpSp>
          <p:nvGrpSpPr>
            <p:cNvPr id="122" name="ddo_3_group"/>
            <p:cNvGrpSpPr/>
            <p:nvPr/>
          </p:nvGrpSpPr>
          <p:grpSpPr>
            <a:xfrm>
              <a:off x="4195440" y="3341520"/>
              <a:ext cx="586800" cy="185040"/>
              <a:chOff x="4195440" y="3341520"/>
              <a:chExt cx="586800" cy="185040"/>
            </a:xfrm>
          </p:grpSpPr>
          <p:sp>
            <p:nvSpPr>
              <p:cNvPr id="123" name="ddo_3"/>
              <p:cNvSpPr/>
              <p:nvPr/>
            </p:nvSpPr>
            <p:spPr>
              <a:xfrm>
                <a:off x="4195440" y="3341520"/>
                <a:ext cx="586800" cy="185040"/>
              </a:xfrm>
              <a:prstGeom prst="roundRect">
                <a:avLst>
                  <a:gd name="adj" fmla="val 15000"/>
                </a:avLst>
              </a:prstGeom>
              <a:solidFill>
                <a:srgbClr val="F7DDA7"/>
              </a:solidFill>
              <a:ln w="7620">
                <a:solidFill>
                  <a:srgbClr val="C49B50"/>
                </a:solid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endParaRPr lang="en-US" sz="1800" b="1" u="none" strike="noStrike">
                  <a:effectLst/>
                  <a:uFillTx/>
                  <a:latin typeface="Times New Roman" panose="02020603050405020304" pitchFamily="18" charset="0"/>
                  <a:cs typeface="Times New Roman" panose="02020603050405020304" pitchFamily="18" charset="0"/>
                </a:endParaRPr>
              </a:p>
            </p:txBody>
          </p:sp>
          <p:sp>
            <p:nvSpPr>
              <p:cNvPr id="124" name="ddo_3_title"/>
              <p:cNvSpPr/>
              <p:nvPr/>
            </p:nvSpPr>
            <p:spPr>
              <a:xfrm>
                <a:off x="4213080" y="3356280"/>
                <a:ext cx="551520" cy="15552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700" b="1" u="none" strike="noStrike">
                    <a:effectLst/>
                    <a:uFillTx/>
                    <a:latin typeface="Times New Roman" panose="02020603050405020304" pitchFamily="18" charset="0"/>
                    <a:cs typeface="Times New Roman" panose="02020603050405020304" pitchFamily="18" charset="0"/>
                  </a:rPr>
                  <a:t>DDO</a:t>
                </a:r>
              </a:p>
            </p:txBody>
          </p:sp>
        </p:grpSp>
        <p:sp>
          <p:nvSpPr>
            <p:cNvPr id="125" name="ddo_b0_3"/>
            <p:cNvSpPr/>
            <p:nvPr/>
          </p:nvSpPr>
          <p:spPr>
            <a:xfrm>
              <a:off x="4417200" y="3081600"/>
              <a:ext cx="143640" cy="96480"/>
            </a:xfrm>
            <a:prstGeom prst="rect">
              <a:avLst/>
            </a:prstGeom>
            <a:noFill/>
            <a:ln>
              <a:noFill/>
            </a:ln>
          </p:spPr>
          <p:style>
            <a:lnRef idx="2">
              <a:schemeClr val="accent1">
                <a:shade val="15000"/>
              </a:schemeClr>
            </a:lnRef>
            <a:fillRef idx="1">
              <a:schemeClr val="accent1"/>
            </a:fillRef>
            <a:effectRef idx="0">
              <a:schemeClr val="accent1"/>
            </a:effectRef>
            <a:fontRef idx="minor"/>
          </p:style>
          <p:txBody>
            <a:bodyPr lIns="72000" tIns="45000" rIns="72000" bIns="45000" anchor="ctr">
              <a:noAutofit/>
            </a:bodyPr>
            <a:lstStyle/>
            <a:p>
              <a:endParaRPr lang="en-US" sz="1800" b="1" u="none" strike="noStrike">
                <a:effectLst/>
                <a:uFillTx/>
                <a:latin typeface="Times New Roman" panose="02020603050405020304" pitchFamily="18" charset="0"/>
                <a:cs typeface="Times New Roman" panose="02020603050405020304" pitchFamily="18" charset="0"/>
              </a:endParaRPr>
            </a:p>
          </p:txBody>
        </p:sp>
        <p:sp>
          <p:nvSpPr>
            <p:cNvPr id="126" name="ddo_b0_3_text"/>
            <p:cNvSpPr/>
            <p:nvPr/>
          </p:nvSpPr>
          <p:spPr>
            <a:xfrm>
              <a:off x="4234578" y="3147840"/>
              <a:ext cx="143640" cy="10476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900" b="1" i="1" u="none" strike="noStrike" dirty="0">
                  <a:effectLst/>
                  <a:uFillTx/>
                  <a:latin typeface="Times New Roman" panose="02020603050405020304" pitchFamily="18" charset="0"/>
                  <a:cs typeface="Times New Roman" panose="02020603050405020304" pitchFamily="18" charset="0"/>
                </a:rPr>
                <a:t>b</a:t>
              </a:r>
              <a:r>
                <a:rPr lang="en-US" sz="900" b="1" i="1" u="none" strike="noStrike" baseline="-25000" dirty="0">
                  <a:effectLst/>
                  <a:uFillTx/>
                  <a:latin typeface="Times New Roman" panose="02020603050405020304" pitchFamily="18" charset="0"/>
                  <a:cs typeface="Times New Roman" panose="02020603050405020304" pitchFamily="18" charset="0"/>
                </a:rPr>
                <a:t>0</a:t>
              </a:r>
              <a:endParaRPr lang="en-US" sz="900" b="1" u="none" strike="noStrike" dirty="0">
                <a:effectLst/>
                <a:uFillTx/>
                <a:latin typeface="Times New Roman" panose="02020603050405020304" pitchFamily="18" charset="0"/>
                <a:cs typeface="Times New Roman" panose="02020603050405020304" pitchFamily="18" charset="0"/>
              </a:endParaRPr>
            </a:p>
          </p:txBody>
        </p:sp>
        <p:grpSp>
          <p:nvGrpSpPr>
            <p:cNvPr id="127" name="integral_3_group"/>
            <p:cNvGrpSpPr/>
            <p:nvPr/>
          </p:nvGrpSpPr>
          <p:grpSpPr>
            <a:xfrm>
              <a:off x="4195440" y="3734640"/>
              <a:ext cx="586800" cy="185040"/>
              <a:chOff x="4195440" y="3734640"/>
              <a:chExt cx="586800" cy="185040"/>
            </a:xfrm>
          </p:grpSpPr>
          <p:sp>
            <p:nvSpPr>
              <p:cNvPr id="128" name="integral_3"/>
              <p:cNvSpPr/>
              <p:nvPr/>
            </p:nvSpPr>
            <p:spPr>
              <a:xfrm>
                <a:off x="4195440" y="3734640"/>
                <a:ext cx="586800" cy="185040"/>
              </a:xfrm>
              <a:prstGeom prst="roundRect">
                <a:avLst>
                  <a:gd name="adj" fmla="val 15000"/>
                </a:avLst>
              </a:prstGeom>
              <a:solidFill>
                <a:srgbClr val="C4E2F2"/>
              </a:solidFill>
              <a:ln w="7620">
                <a:solidFill>
                  <a:srgbClr val="508FB0"/>
                </a:solid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endParaRPr lang="en-US" sz="1800" b="1" u="none" strike="noStrike">
                  <a:effectLst/>
                  <a:uFillTx/>
                  <a:latin typeface="Times New Roman" panose="02020603050405020304" pitchFamily="18" charset="0"/>
                  <a:cs typeface="Times New Roman" panose="02020603050405020304" pitchFamily="18" charset="0"/>
                </a:endParaRPr>
              </a:p>
            </p:txBody>
          </p:sp>
          <p:sp>
            <p:nvSpPr>
              <p:cNvPr id="129" name="integral_3_title"/>
              <p:cNvSpPr/>
              <p:nvPr/>
            </p:nvSpPr>
            <p:spPr>
              <a:xfrm>
                <a:off x="4213080" y="3749400"/>
                <a:ext cx="551520" cy="15552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700" b="1" u="none" strike="noStrike">
                    <a:effectLst/>
                    <a:uFillTx/>
                    <a:latin typeface="Times New Roman" panose="02020603050405020304" pitchFamily="18" charset="0"/>
                    <a:cs typeface="Times New Roman" panose="02020603050405020304" pitchFamily="18" charset="0"/>
                  </a:rPr>
                  <a:t>Integral</a:t>
                </a:r>
              </a:p>
            </p:txBody>
          </p:sp>
        </p:grpSp>
        <p:sp>
          <p:nvSpPr>
            <p:cNvPr id="130" name="weight_3"/>
            <p:cNvSpPr/>
            <p:nvPr/>
          </p:nvSpPr>
          <p:spPr>
            <a:xfrm>
              <a:off x="4033080" y="4089240"/>
              <a:ext cx="911880" cy="96480"/>
            </a:xfrm>
            <a:prstGeom prst="rect">
              <a:avLst/>
            </a:prstGeom>
            <a:no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endParaRPr lang="en-US" sz="1800" b="1" u="none" strike="noStrike">
                <a:effectLst/>
                <a:uFillTx/>
                <a:latin typeface="Times New Roman" panose="02020603050405020304" pitchFamily="18" charset="0"/>
                <a:cs typeface="Times New Roman" panose="02020603050405020304" pitchFamily="18" charset="0"/>
              </a:endParaRPr>
            </a:p>
          </p:txBody>
        </p:sp>
        <p:grpSp>
          <p:nvGrpSpPr>
            <p:cNvPr id="132" name="box_3_group"/>
            <p:cNvGrpSpPr/>
            <p:nvPr/>
          </p:nvGrpSpPr>
          <p:grpSpPr>
            <a:xfrm>
              <a:off x="5436360" y="3734640"/>
              <a:ext cx="658440" cy="185040"/>
              <a:chOff x="5436360" y="3734640"/>
              <a:chExt cx="658440" cy="185040"/>
            </a:xfrm>
            <a:solidFill>
              <a:srgbClr val="FFD3AC"/>
            </a:solidFill>
          </p:grpSpPr>
          <p:sp>
            <p:nvSpPr>
              <p:cNvPr id="133" name="box_3"/>
              <p:cNvSpPr/>
              <p:nvPr/>
            </p:nvSpPr>
            <p:spPr>
              <a:xfrm>
                <a:off x="5436360" y="3734640"/>
                <a:ext cx="658440" cy="185040"/>
              </a:xfrm>
              <a:prstGeom prst="roundRect">
                <a:avLst>
                  <a:gd name="adj" fmla="val 15000"/>
                </a:avLst>
              </a:prstGeom>
              <a:solidFill>
                <a:srgbClr val="F2CDB8"/>
              </a:solidFill>
              <a:ln w="7620">
                <a:solidFill>
                  <a:srgbClr val="BD896D"/>
                </a:solid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endParaRPr lang="en-US" sz="1800" b="1" u="none" strike="noStrike">
                  <a:effectLst/>
                  <a:uFillTx/>
                  <a:latin typeface="Times New Roman" panose="02020603050405020304" pitchFamily="18" charset="0"/>
                  <a:cs typeface="Times New Roman" panose="02020603050405020304" pitchFamily="18" charset="0"/>
                </a:endParaRPr>
              </a:p>
            </p:txBody>
          </p:sp>
          <p:sp>
            <p:nvSpPr>
              <p:cNvPr id="134" name="box_3_title"/>
              <p:cNvSpPr/>
              <p:nvPr/>
            </p:nvSpPr>
            <p:spPr>
              <a:xfrm>
                <a:off x="5454000" y="3749400"/>
                <a:ext cx="610560" cy="15552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700" b="1" u="none" strike="noStrike">
                    <a:effectLst/>
                    <a:uFillTx/>
                    <a:latin typeface="Times New Roman" panose="02020603050405020304" pitchFamily="18" charset="0"/>
                    <a:cs typeface="Times New Roman" panose="02020603050405020304" pitchFamily="18" charset="0"/>
                  </a:rPr>
                  <a:t>Box Decoder</a:t>
                </a:r>
              </a:p>
            </p:txBody>
          </p:sp>
        </p:grpSp>
        <p:sp>
          <p:nvSpPr>
            <p:cNvPr id="135" name="scale_3"/>
            <p:cNvSpPr/>
            <p:nvPr/>
          </p:nvSpPr>
          <p:spPr>
            <a:xfrm>
              <a:off x="4830840" y="3304440"/>
              <a:ext cx="882360" cy="10476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a:r>
                <a:rPr lang="en-US" sz="650" b="1" u="none" strike="noStrike" dirty="0">
                  <a:effectLst/>
                  <a:uFillTx/>
                  <a:latin typeface="Times New Roman" panose="02020603050405020304" pitchFamily="18" charset="0"/>
                  <a:cs typeface="Times New Roman" panose="02020603050405020304" pitchFamily="18" charset="0"/>
                </a:rPr>
                <a:t>Adaptive scale </a:t>
              </a:r>
              <a:r>
                <a:rPr lang="en-US" altLang="zh-CN" sz="800" b="1" i="1" dirty="0" err="1">
                  <a:latin typeface="Times New Roman" panose="02020603050405020304" pitchFamily="18" charset="0"/>
                  <a:cs typeface="Times New Roman" panose="02020603050405020304" pitchFamily="18" charset="0"/>
                </a:rPr>
                <a:t>r</a:t>
              </a:r>
              <a:r>
                <a:rPr lang="en-US" altLang="zh-CN" sz="800" b="1" i="1" baseline="-25000" dirty="0" err="1">
                  <a:latin typeface="Times New Roman" panose="02020603050405020304" pitchFamily="18" charset="0"/>
                  <a:cs typeface="Times New Roman" panose="02020603050405020304" pitchFamily="18" charset="0"/>
                </a:rPr>
                <a:t>i</a:t>
              </a:r>
              <a:endParaRPr lang="en-US" sz="650" b="1" u="none" strike="noStrike" dirty="0">
                <a:effectLst/>
                <a:uFillTx/>
                <a:latin typeface="Times New Roman" panose="02020603050405020304" pitchFamily="18" charset="0"/>
                <a:cs typeface="Times New Roman" panose="02020603050405020304" pitchFamily="18" charset="0"/>
              </a:endParaRPr>
            </a:p>
          </p:txBody>
        </p:sp>
        <p:grpSp>
          <p:nvGrpSpPr>
            <p:cNvPr id="138" name="lqe_3_group"/>
            <p:cNvGrpSpPr/>
            <p:nvPr/>
          </p:nvGrpSpPr>
          <p:grpSpPr>
            <a:xfrm>
              <a:off x="4710941" y="4120560"/>
              <a:ext cx="677160" cy="173160"/>
              <a:chOff x="5433480" y="4293000"/>
              <a:chExt cx="677160" cy="173160"/>
            </a:xfrm>
          </p:grpSpPr>
          <p:sp>
            <p:nvSpPr>
              <p:cNvPr id="139" name="lqe_3"/>
              <p:cNvSpPr/>
              <p:nvPr/>
            </p:nvSpPr>
            <p:spPr>
              <a:xfrm>
                <a:off x="5433480" y="4293000"/>
                <a:ext cx="677160" cy="173160"/>
              </a:xfrm>
              <a:prstGeom prst="roundRect">
                <a:avLst>
                  <a:gd name="adj" fmla="val 15000"/>
                </a:avLst>
              </a:prstGeom>
              <a:solidFill>
                <a:srgbClr val="C5E7DA"/>
              </a:solidFill>
              <a:ln w="7620">
                <a:solidFill>
                  <a:srgbClr val="4F9A83"/>
                </a:solid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endParaRPr lang="en-US" sz="1800" b="1" u="none" strike="noStrike">
                  <a:effectLst/>
                  <a:uFillTx/>
                  <a:latin typeface="Times New Roman" panose="02020603050405020304" pitchFamily="18" charset="0"/>
                  <a:cs typeface="Times New Roman" panose="02020603050405020304" pitchFamily="18" charset="0"/>
                </a:endParaRPr>
              </a:p>
            </p:txBody>
          </p:sp>
          <p:sp>
            <p:nvSpPr>
              <p:cNvPr id="140" name="lqe_3_title"/>
              <p:cNvSpPr/>
              <p:nvPr/>
            </p:nvSpPr>
            <p:spPr>
              <a:xfrm>
                <a:off x="5454000" y="4307760"/>
                <a:ext cx="610560" cy="14364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700" b="1" u="none" strike="noStrike" spc="-26">
                    <a:effectLst/>
                    <a:uFillTx/>
                    <a:latin typeface="Times New Roman" panose="02020603050405020304" pitchFamily="18" charset="0"/>
                    <a:cs typeface="Times New Roman" panose="02020603050405020304" pitchFamily="18" charset="0"/>
                  </a:rPr>
                  <a:t>LQE + Entropy</a:t>
                </a:r>
                <a:endParaRPr lang="en-US" sz="700" b="1" u="none" strike="noStrike">
                  <a:effectLst/>
                  <a:uFillTx/>
                  <a:latin typeface="Times New Roman" panose="02020603050405020304" pitchFamily="18" charset="0"/>
                  <a:cs typeface="Times New Roman" panose="02020603050405020304" pitchFamily="18" charset="0"/>
                </a:endParaRPr>
              </a:p>
            </p:txBody>
          </p:sp>
        </p:grpSp>
        <p:sp>
          <p:nvSpPr>
            <p:cNvPr id="141" name="class_feature_3"/>
            <p:cNvSpPr/>
            <p:nvPr/>
          </p:nvSpPr>
          <p:spPr>
            <a:xfrm>
              <a:off x="4727160" y="4331520"/>
              <a:ext cx="143640" cy="96480"/>
            </a:xfrm>
            <a:prstGeom prst="rect">
              <a:avLst/>
            </a:prstGeom>
            <a:noFill/>
            <a:ln>
              <a:noFill/>
            </a:ln>
          </p:spPr>
          <p:style>
            <a:lnRef idx="2">
              <a:schemeClr val="accent1">
                <a:shade val="15000"/>
              </a:schemeClr>
            </a:lnRef>
            <a:fillRef idx="1">
              <a:schemeClr val="accent1"/>
            </a:fillRef>
            <a:effectRef idx="0">
              <a:schemeClr val="accent1"/>
            </a:effectRef>
            <a:fontRef idx="minor"/>
          </p:style>
          <p:txBody>
            <a:bodyPr lIns="72000" tIns="45000" rIns="72000" bIns="45000" anchor="ctr">
              <a:noAutofit/>
            </a:bodyPr>
            <a:lstStyle/>
            <a:p>
              <a:endParaRPr lang="en-US" sz="1800" b="1" u="none" strike="noStrike">
                <a:effectLst/>
                <a:uFillTx/>
                <a:latin typeface="Times New Roman" panose="02020603050405020304" pitchFamily="18" charset="0"/>
                <a:cs typeface="Times New Roman" panose="02020603050405020304" pitchFamily="18" charset="0"/>
              </a:endParaRPr>
            </a:p>
          </p:txBody>
        </p:sp>
        <p:sp>
          <p:nvSpPr>
            <p:cNvPr id="142" name="class_feature_3_text"/>
            <p:cNvSpPr/>
            <p:nvPr/>
          </p:nvSpPr>
          <p:spPr>
            <a:xfrm>
              <a:off x="5907657" y="4152235"/>
              <a:ext cx="143640" cy="10476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900" b="1" i="1" u="none" strike="noStrike" dirty="0">
                  <a:effectLst/>
                  <a:uFillTx/>
                  <a:latin typeface="Times New Roman" panose="02020603050405020304" pitchFamily="18" charset="0"/>
                  <a:cs typeface="Times New Roman" panose="02020603050405020304" pitchFamily="18" charset="0"/>
                </a:rPr>
                <a:t>h</a:t>
              </a:r>
              <a:r>
                <a:rPr lang="en-US" sz="900" b="1" i="1" u="none" strike="noStrike" baseline="-25000" dirty="0">
                  <a:effectLst/>
                  <a:uFillTx/>
                  <a:latin typeface="Times New Roman" panose="02020603050405020304" pitchFamily="18" charset="0"/>
                  <a:cs typeface="Times New Roman" panose="02020603050405020304" pitchFamily="18" charset="0"/>
                </a:rPr>
                <a:t>3</a:t>
              </a:r>
              <a:endParaRPr lang="en-US" sz="900" b="1" u="none" strike="noStrike" dirty="0">
                <a:effectLst/>
                <a:uFillTx/>
                <a:latin typeface="Times New Roman" panose="02020603050405020304" pitchFamily="18" charset="0"/>
                <a:cs typeface="Times New Roman" panose="02020603050405020304" pitchFamily="18" charset="0"/>
              </a:endParaRPr>
            </a:p>
          </p:txBody>
        </p:sp>
        <p:sp>
          <p:nvSpPr>
            <p:cNvPr id="143" name="class_input_label_3"/>
            <p:cNvSpPr/>
            <p:nvPr/>
          </p:nvSpPr>
          <p:spPr>
            <a:xfrm>
              <a:off x="5389578" y="4200979"/>
              <a:ext cx="527760" cy="10476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650" b="1" u="none" strike="noStrike" dirty="0">
                  <a:effectLst/>
                  <a:uFillTx/>
                  <a:latin typeface="Times New Roman" panose="02020603050405020304" pitchFamily="18" charset="0"/>
                  <a:cs typeface="Times New Roman" panose="02020603050405020304" pitchFamily="18" charset="0"/>
                </a:rPr>
                <a:t>Class logits</a:t>
              </a:r>
            </a:p>
          </p:txBody>
        </p:sp>
        <p:sp>
          <p:nvSpPr>
            <p:cNvPr id="144" name="reference_input_3"/>
            <p:cNvSpPr/>
            <p:nvPr/>
          </p:nvSpPr>
          <p:spPr>
            <a:xfrm>
              <a:off x="1211400" y="3778920"/>
              <a:ext cx="158400" cy="96480"/>
            </a:xfrm>
            <a:prstGeom prst="rect">
              <a:avLst/>
            </a:prstGeom>
            <a:noFill/>
            <a:ln>
              <a:noFill/>
            </a:ln>
          </p:spPr>
          <p:style>
            <a:lnRef idx="2">
              <a:schemeClr val="accent1">
                <a:shade val="15000"/>
              </a:schemeClr>
            </a:lnRef>
            <a:fillRef idx="1">
              <a:schemeClr val="accent1"/>
            </a:fillRef>
            <a:effectRef idx="0">
              <a:schemeClr val="accent1"/>
            </a:effectRef>
            <a:fontRef idx="minor"/>
          </p:style>
          <p:txBody>
            <a:bodyPr lIns="79200" tIns="45000" rIns="79200" bIns="45000" anchor="ctr">
              <a:noAutofit/>
            </a:bodyPr>
            <a:lstStyle/>
            <a:p>
              <a:endParaRPr lang="en-US" sz="900" b="1" u="none" strike="noStrike">
                <a:effectLst/>
                <a:uFillTx/>
                <a:latin typeface="Times New Roman" panose="02020603050405020304" pitchFamily="18" charset="0"/>
                <a:cs typeface="Times New Roman" panose="02020603050405020304" pitchFamily="18" charset="0"/>
              </a:endParaRPr>
            </a:p>
          </p:txBody>
        </p:sp>
        <p:sp>
          <p:nvSpPr>
            <p:cNvPr id="145" name="reference_input_3_text"/>
            <p:cNvSpPr/>
            <p:nvPr/>
          </p:nvSpPr>
          <p:spPr>
            <a:xfrm>
              <a:off x="1211400" y="3777120"/>
              <a:ext cx="158400" cy="10476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900" b="1" i="1" u="none" strike="noStrike">
                  <a:effectLst/>
                  <a:uFillTx/>
                  <a:latin typeface="Times New Roman" panose="02020603050405020304" pitchFamily="18" charset="0"/>
                  <a:cs typeface="Times New Roman" panose="02020603050405020304" pitchFamily="18" charset="0"/>
                </a:rPr>
                <a:t>b</a:t>
              </a:r>
              <a:r>
                <a:rPr lang="en-US" sz="900" b="1" i="1" u="none" strike="noStrike" baseline="-25000">
                  <a:effectLst/>
                  <a:uFillTx/>
                  <a:latin typeface="Times New Roman" panose="02020603050405020304" pitchFamily="18" charset="0"/>
                  <a:cs typeface="Times New Roman" panose="02020603050405020304" pitchFamily="18" charset="0"/>
                </a:rPr>
                <a:t>2</a:t>
              </a:r>
              <a:endParaRPr lang="en-US" sz="900" b="1" u="none" strike="noStrike">
                <a:effectLst/>
                <a:uFillTx/>
                <a:latin typeface="Times New Roman" panose="02020603050405020304" pitchFamily="18" charset="0"/>
                <a:cs typeface="Times New Roman" panose="02020603050405020304" pitchFamily="18" charset="0"/>
              </a:endParaRPr>
            </a:p>
          </p:txBody>
        </p:sp>
        <p:grpSp>
          <p:nvGrpSpPr>
            <p:cNvPr id="146" name="ddo_6_group"/>
            <p:cNvGrpSpPr/>
            <p:nvPr/>
          </p:nvGrpSpPr>
          <p:grpSpPr>
            <a:xfrm>
              <a:off x="4195440" y="4671360"/>
              <a:ext cx="586800" cy="185040"/>
              <a:chOff x="4195440" y="4671360"/>
              <a:chExt cx="586800" cy="185040"/>
            </a:xfrm>
          </p:grpSpPr>
          <p:sp>
            <p:nvSpPr>
              <p:cNvPr id="147" name="ddo_6"/>
              <p:cNvSpPr/>
              <p:nvPr/>
            </p:nvSpPr>
            <p:spPr>
              <a:xfrm>
                <a:off x="4195440" y="4671360"/>
                <a:ext cx="586800" cy="185040"/>
              </a:xfrm>
              <a:prstGeom prst="roundRect">
                <a:avLst>
                  <a:gd name="adj" fmla="val 15000"/>
                </a:avLst>
              </a:prstGeom>
              <a:solidFill>
                <a:srgbClr val="F7DDA7"/>
              </a:solidFill>
              <a:ln w="7620">
                <a:solidFill>
                  <a:srgbClr val="C49B50"/>
                </a:solid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endParaRPr lang="en-US" sz="1800" b="1" u="none" strike="noStrike">
                  <a:effectLst/>
                  <a:uFillTx/>
                  <a:latin typeface="Times New Roman" panose="02020603050405020304" pitchFamily="18" charset="0"/>
                  <a:cs typeface="Times New Roman" panose="02020603050405020304" pitchFamily="18" charset="0"/>
                </a:endParaRPr>
              </a:p>
            </p:txBody>
          </p:sp>
          <p:sp>
            <p:nvSpPr>
              <p:cNvPr id="148" name="ddo_6_title"/>
              <p:cNvSpPr/>
              <p:nvPr/>
            </p:nvSpPr>
            <p:spPr>
              <a:xfrm>
                <a:off x="4213080" y="4686120"/>
                <a:ext cx="551520" cy="15552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700" b="1" u="none" strike="noStrike">
                    <a:effectLst/>
                    <a:uFillTx/>
                    <a:latin typeface="Times New Roman" panose="02020603050405020304" pitchFamily="18" charset="0"/>
                    <a:cs typeface="Times New Roman" panose="02020603050405020304" pitchFamily="18" charset="0"/>
                  </a:rPr>
                  <a:t>DDO</a:t>
                </a:r>
              </a:p>
            </p:txBody>
          </p:sp>
        </p:grpSp>
        <p:sp>
          <p:nvSpPr>
            <p:cNvPr id="149" name="ddo_b0_6"/>
            <p:cNvSpPr/>
            <p:nvPr/>
          </p:nvSpPr>
          <p:spPr>
            <a:xfrm>
              <a:off x="4417200" y="4411080"/>
              <a:ext cx="143640" cy="96480"/>
            </a:xfrm>
            <a:prstGeom prst="rect">
              <a:avLst/>
            </a:prstGeom>
            <a:noFill/>
            <a:ln>
              <a:noFill/>
            </a:ln>
          </p:spPr>
          <p:style>
            <a:lnRef idx="2">
              <a:schemeClr val="accent1">
                <a:shade val="15000"/>
              </a:schemeClr>
            </a:lnRef>
            <a:fillRef idx="1">
              <a:schemeClr val="accent1"/>
            </a:fillRef>
            <a:effectRef idx="0">
              <a:schemeClr val="accent1"/>
            </a:effectRef>
            <a:fontRef idx="minor"/>
          </p:style>
          <p:txBody>
            <a:bodyPr lIns="72000" tIns="45000" rIns="72000" bIns="45000" anchor="ctr">
              <a:noAutofit/>
            </a:bodyPr>
            <a:lstStyle/>
            <a:p>
              <a:endParaRPr lang="en-US" sz="1800" b="1" u="none" strike="noStrike">
                <a:effectLst/>
                <a:uFillTx/>
                <a:latin typeface="Times New Roman" panose="02020603050405020304" pitchFamily="18" charset="0"/>
                <a:cs typeface="Times New Roman" panose="02020603050405020304" pitchFamily="18" charset="0"/>
              </a:endParaRPr>
            </a:p>
          </p:txBody>
        </p:sp>
        <p:sp>
          <p:nvSpPr>
            <p:cNvPr id="150" name="ddo_b0_6_text"/>
            <p:cNvSpPr/>
            <p:nvPr/>
          </p:nvSpPr>
          <p:spPr>
            <a:xfrm>
              <a:off x="4236392" y="4493690"/>
              <a:ext cx="143640" cy="10476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900" b="1" i="1" u="none" strike="noStrike" dirty="0">
                  <a:effectLst/>
                  <a:uFillTx/>
                  <a:latin typeface="Times New Roman" panose="02020603050405020304" pitchFamily="18" charset="0"/>
                  <a:cs typeface="Times New Roman" panose="02020603050405020304" pitchFamily="18" charset="0"/>
                </a:rPr>
                <a:t>b</a:t>
              </a:r>
              <a:r>
                <a:rPr lang="en-US" sz="900" b="1" i="1" u="none" strike="noStrike" baseline="-25000" dirty="0">
                  <a:effectLst/>
                  <a:uFillTx/>
                  <a:latin typeface="Times New Roman" panose="02020603050405020304" pitchFamily="18" charset="0"/>
                  <a:cs typeface="Times New Roman" panose="02020603050405020304" pitchFamily="18" charset="0"/>
                </a:rPr>
                <a:t>0</a:t>
              </a:r>
              <a:endParaRPr lang="en-US" sz="900" b="1" u="none" strike="noStrike" dirty="0">
                <a:effectLst/>
                <a:uFillTx/>
                <a:latin typeface="Times New Roman" panose="02020603050405020304" pitchFamily="18" charset="0"/>
                <a:cs typeface="Times New Roman" panose="02020603050405020304" pitchFamily="18" charset="0"/>
              </a:endParaRPr>
            </a:p>
          </p:txBody>
        </p:sp>
        <p:grpSp>
          <p:nvGrpSpPr>
            <p:cNvPr id="151" name="integral_6_group"/>
            <p:cNvGrpSpPr/>
            <p:nvPr/>
          </p:nvGrpSpPr>
          <p:grpSpPr>
            <a:xfrm>
              <a:off x="4195440" y="5064120"/>
              <a:ext cx="586800" cy="185040"/>
              <a:chOff x="4195440" y="5064120"/>
              <a:chExt cx="586800" cy="185040"/>
            </a:xfrm>
          </p:grpSpPr>
          <p:sp>
            <p:nvSpPr>
              <p:cNvPr id="152" name="integral_6"/>
              <p:cNvSpPr/>
              <p:nvPr/>
            </p:nvSpPr>
            <p:spPr>
              <a:xfrm>
                <a:off x="4195440" y="5064120"/>
                <a:ext cx="586800" cy="185040"/>
              </a:xfrm>
              <a:prstGeom prst="roundRect">
                <a:avLst>
                  <a:gd name="adj" fmla="val 15000"/>
                </a:avLst>
              </a:prstGeom>
              <a:solidFill>
                <a:srgbClr val="C4E2F2"/>
              </a:solidFill>
              <a:ln w="7620">
                <a:solidFill>
                  <a:srgbClr val="508FB0"/>
                </a:solid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endParaRPr lang="en-US" sz="1800" b="1" u="none" strike="noStrike">
                  <a:effectLst/>
                  <a:uFillTx/>
                  <a:latin typeface="Times New Roman" panose="02020603050405020304" pitchFamily="18" charset="0"/>
                  <a:cs typeface="Times New Roman" panose="02020603050405020304" pitchFamily="18" charset="0"/>
                </a:endParaRPr>
              </a:p>
            </p:txBody>
          </p:sp>
          <p:sp>
            <p:nvSpPr>
              <p:cNvPr id="153" name="integral_6_title"/>
              <p:cNvSpPr/>
              <p:nvPr/>
            </p:nvSpPr>
            <p:spPr>
              <a:xfrm>
                <a:off x="4213080" y="5078880"/>
                <a:ext cx="551520" cy="15552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700" b="1" u="none" strike="noStrike">
                    <a:effectLst/>
                    <a:uFillTx/>
                    <a:latin typeface="Times New Roman" panose="02020603050405020304" pitchFamily="18" charset="0"/>
                    <a:cs typeface="Times New Roman" panose="02020603050405020304" pitchFamily="18" charset="0"/>
                  </a:rPr>
                  <a:t>Integral</a:t>
                </a:r>
              </a:p>
            </p:txBody>
          </p:sp>
        </p:grpSp>
        <p:grpSp>
          <p:nvGrpSpPr>
            <p:cNvPr id="156" name="box_6_group"/>
            <p:cNvGrpSpPr/>
            <p:nvPr/>
          </p:nvGrpSpPr>
          <p:grpSpPr>
            <a:xfrm>
              <a:off x="5436360" y="5064120"/>
              <a:ext cx="658440" cy="185040"/>
              <a:chOff x="5436360" y="5064120"/>
              <a:chExt cx="658440" cy="185040"/>
            </a:xfrm>
            <a:solidFill>
              <a:srgbClr val="FFD3AC"/>
            </a:solidFill>
          </p:grpSpPr>
          <p:sp>
            <p:nvSpPr>
              <p:cNvPr id="157" name="box_6"/>
              <p:cNvSpPr/>
              <p:nvPr/>
            </p:nvSpPr>
            <p:spPr>
              <a:xfrm>
                <a:off x="5436360" y="5064120"/>
                <a:ext cx="658440" cy="185040"/>
              </a:xfrm>
              <a:prstGeom prst="roundRect">
                <a:avLst>
                  <a:gd name="adj" fmla="val 15000"/>
                </a:avLst>
              </a:prstGeom>
              <a:solidFill>
                <a:srgbClr val="F2CDB8"/>
              </a:solidFill>
              <a:ln w="7620">
                <a:solidFill>
                  <a:srgbClr val="BD896D"/>
                </a:solid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endParaRPr lang="en-US" sz="1800" b="1" u="none" strike="noStrike">
                  <a:effectLst/>
                  <a:uFillTx/>
                  <a:latin typeface="Times New Roman" panose="02020603050405020304" pitchFamily="18" charset="0"/>
                  <a:cs typeface="Times New Roman" panose="02020603050405020304" pitchFamily="18" charset="0"/>
                </a:endParaRPr>
              </a:p>
            </p:txBody>
          </p:sp>
          <p:sp>
            <p:nvSpPr>
              <p:cNvPr id="158" name="box_6_title"/>
              <p:cNvSpPr/>
              <p:nvPr/>
            </p:nvSpPr>
            <p:spPr>
              <a:xfrm>
                <a:off x="5454000" y="5078880"/>
                <a:ext cx="610560" cy="15552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700" b="1" u="none" strike="noStrike">
                    <a:effectLst/>
                    <a:uFillTx/>
                    <a:latin typeface="Times New Roman" panose="02020603050405020304" pitchFamily="18" charset="0"/>
                    <a:cs typeface="Times New Roman" panose="02020603050405020304" pitchFamily="18" charset="0"/>
                  </a:rPr>
                  <a:t>Box Decoder</a:t>
                </a:r>
              </a:p>
            </p:txBody>
          </p:sp>
        </p:grpSp>
        <p:sp>
          <p:nvSpPr>
            <p:cNvPr id="159" name="scale_6"/>
            <p:cNvSpPr/>
            <p:nvPr/>
          </p:nvSpPr>
          <p:spPr>
            <a:xfrm>
              <a:off x="4830840" y="4633920"/>
              <a:ext cx="882360" cy="10476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a:r>
                <a:rPr lang="en-US" sz="650" b="1" u="none" strike="noStrike" dirty="0">
                  <a:effectLst/>
                  <a:uFillTx/>
                  <a:latin typeface="Times New Roman" panose="02020603050405020304" pitchFamily="18" charset="0"/>
                  <a:cs typeface="Times New Roman" panose="02020603050405020304" pitchFamily="18" charset="0"/>
                </a:rPr>
                <a:t>Adaptive scale </a:t>
              </a:r>
              <a:r>
                <a:rPr lang="en-US" altLang="zh-CN" sz="800" b="1" i="1" dirty="0" err="1">
                  <a:latin typeface="Times New Roman" panose="02020603050405020304" pitchFamily="18" charset="0"/>
                  <a:cs typeface="Times New Roman" panose="02020603050405020304" pitchFamily="18" charset="0"/>
                </a:rPr>
                <a:t>r</a:t>
              </a:r>
              <a:r>
                <a:rPr lang="en-US" altLang="zh-CN" sz="800" b="1" i="1" baseline="-25000" dirty="0" err="1">
                  <a:latin typeface="Times New Roman" panose="02020603050405020304" pitchFamily="18" charset="0"/>
                  <a:cs typeface="Times New Roman" panose="02020603050405020304" pitchFamily="18" charset="0"/>
                </a:rPr>
                <a:t>i</a:t>
              </a:r>
              <a:endParaRPr lang="en-US" sz="650" b="1" u="none" strike="noStrike" dirty="0">
                <a:effectLst/>
                <a:uFillTx/>
                <a:latin typeface="Times New Roman" panose="02020603050405020304" pitchFamily="18" charset="0"/>
                <a:cs typeface="Times New Roman" panose="02020603050405020304" pitchFamily="18" charset="0"/>
              </a:endParaRPr>
            </a:p>
          </p:txBody>
        </p:sp>
        <p:sp>
          <p:nvSpPr>
            <p:cNvPr id="160" name="box_b0_6"/>
            <p:cNvSpPr/>
            <p:nvPr/>
          </p:nvSpPr>
          <p:spPr>
            <a:xfrm>
              <a:off x="5687640" y="5415840"/>
              <a:ext cx="143640" cy="96480"/>
            </a:xfrm>
            <a:prstGeom prst="rect">
              <a:avLst/>
            </a:prstGeom>
            <a:noFill/>
            <a:ln>
              <a:noFill/>
            </a:ln>
          </p:spPr>
          <p:style>
            <a:lnRef idx="2">
              <a:schemeClr val="accent1">
                <a:shade val="15000"/>
              </a:schemeClr>
            </a:lnRef>
            <a:fillRef idx="1">
              <a:schemeClr val="accent1"/>
            </a:fillRef>
            <a:effectRef idx="0">
              <a:schemeClr val="accent1"/>
            </a:effectRef>
            <a:fontRef idx="minor"/>
          </p:style>
          <p:txBody>
            <a:bodyPr lIns="72000" tIns="45000" rIns="72000" bIns="45000" anchor="ctr">
              <a:noAutofit/>
            </a:bodyPr>
            <a:lstStyle/>
            <a:p>
              <a:endParaRPr lang="en-US" sz="1800" b="1" u="none" strike="noStrike">
                <a:effectLst/>
                <a:uFillTx/>
                <a:latin typeface="Times New Roman" panose="02020603050405020304" pitchFamily="18" charset="0"/>
                <a:cs typeface="Times New Roman" panose="02020603050405020304" pitchFamily="18" charset="0"/>
              </a:endParaRPr>
            </a:p>
          </p:txBody>
        </p:sp>
        <p:grpSp>
          <p:nvGrpSpPr>
            <p:cNvPr id="162" name="lqe_6_group"/>
            <p:cNvGrpSpPr/>
            <p:nvPr/>
          </p:nvGrpSpPr>
          <p:grpSpPr>
            <a:xfrm>
              <a:off x="4686567" y="5487840"/>
              <a:ext cx="677160" cy="173160"/>
              <a:chOff x="5433480" y="5622480"/>
              <a:chExt cx="677160" cy="173160"/>
            </a:xfrm>
          </p:grpSpPr>
          <p:sp>
            <p:nvSpPr>
              <p:cNvPr id="163" name="lqe_6"/>
              <p:cNvSpPr/>
              <p:nvPr/>
            </p:nvSpPr>
            <p:spPr>
              <a:xfrm>
                <a:off x="5433480" y="5622480"/>
                <a:ext cx="677160" cy="173160"/>
              </a:xfrm>
              <a:prstGeom prst="roundRect">
                <a:avLst>
                  <a:gd name="adj" fmla="val 15000"/>
                </a:avLst>
              </a:prstGeom>
              <a:solidFill>
                <a:srgbClr val="C5E7DA"/>
              </a:solidFill>
              <a:ln w="7620">
                <a:solidFill>
                  <a:srgbClr val="4F9A83"/>
                </a:solid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endParaRPr lang="en-US" sz="1800" b="1" u="none" strike="noStrike">
                  <a:effectLst/>
                  <a:uFillTx/>
                  <a:latin typeface="Times New Roman" panose="02020603050405020304" pitchFamily="18" charset="0"/>
                  <a:cs typeface="Times New Roman" panose="02020603050405020304" pitchFamily="18" charset="0"/>
                </a:endParaRPr>
              </a:p>
            </p:txBody>
          </p:sp>
          <p:sp>
            <p:nvSpPr>
              <p:cNvPr id="164" name="lqe_6_title"/>
              <p:cNvSpPr/>
              <p:nvPr/>
            </p:nvSpPr>
            <p:spPr>
              <a:xfrm>
                <a:off x="5454000" y="5637240"/>
                <a:ext cx="610560" cy="14364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700" b="1" u="none" strike="noStrike" spc="-26">
                    <a:effectLst/>
                    <a:uFillTx/>
                    <a:latin typeface="Times New Roman" panose="02020603050405020304" pitchFamily="18" charset="0"/>
                    <a:cs typeface="Times New Roman" panose="02020603050405020304" pitchFamily="18" charset="0"/>
                  </a:rPr>
                  <a:t>LQE + Entropy</a:t>
                </a:r>
                <a:endParaRPr lang="en-US" sz="700" b="1" u="none" strike="noStrike">
                  <a:effectLst/>
                  <a:uFillTx/>
                  <a:latin typeface="Times New Roman" panose="02020603050405020304" pitchFamily="18" charset="0"/>
                  <a:cs typeface="Times New Roman" panose="02020603050405020304" pitchFamily="18" charset="0"/>
                </a:endParaRPr>
              </a:p>
            </p:txBody>
          </p:sp>
        </p:grpSp>
        <p:sp>
          <p:nvSpPr>
            <p:cNvPr id="165" name="class_feature_6"/>
            <p:cNvSpPr/>
            <p:nvPr/>
          </p:nvSpPr>
          <p:spPr>
            <a:xfrm>
              <a:off x="4727160" y="5661000"/>
              <a:ext cx="143640" cy="96480"/>
            </a:xfrm>
            <a:prstGeom prst="rect">
              <a:avLst/>
            </a:prstGeom>
            <a:noFill/>
            <a:ln>
              <a:noFill/>
            </a:ln>
          </p:spPr>
          <p:style>
            <a:lnRef idx="2">
              <a:schemeClr val="accent1">
                <a:shade val="15000"/>
              </a:schemeClr>
            </a:lnRef>
            <a:fillRef idx="1">
              <a:schemeClr val="accent1"/>
            </a:fillRef>
            <a:effectRef idx="0">
              <a:schemeClr val="accent1"/>
            </a:effectRef>
            <a:fontRef idx="minor"/>
          </p:style>
          <p:txBody>
            <a:bodyPr lIns="72000" tIns="45000" rIns="72000" bIns="45000" anchor="ctr">
              <a:noAutofit/>
            </a:bodyPr>
            <a:lstStyle/>
            <a:p>
              <a:endParaRPr lang="en-US" sz="1800" b="1" u="none" strike="noStrike">
                <a:effectLst/>
                <a:uFillTx/>
                <a:latin typeface="Times New Roman" panose="02020603050405020304" pitchFamily="18" charset="0"/>
                <a:cs typeface="Times New Roman" panose="02020603050405020304" pitchFamily="18" charset="0"/>
              </a:endParaRPr>
            </a:p>
          </p:txBody>
        </p:sp>
        <p:sp>
          <p:nvSpPr>
            <p:cNvPr id="166" name="class_feature_6_text"/>
            <p:cNvSpPr/>
            <p:nvPr/>
          </p:nvSpPr>
          <p:spPr>
            <a:xfrm>
              <a:off x="5888377" y="5498460"/>
              <a:ext cx="143640" cy="10476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900" b="1" i="1" u="none" strike="noStrike" dirty="0">
                  <a:effectLst/>
                  <a:uFillTx/>
                  <a:latin typeface="Times New Roman" panose="02020603050405020304" pitchFamily="18" charset="0"/>
                  <a:cs typeface="Times New Roman" panose="02020603050405020304" pitchFamily="18" charset="0"/>
                </a:rPr>
                <a:t>h</a:t>
              </a:r>
              <a:r>
                <a:rPr lang="en-US" sz="900" b="1" i="1" u="none" strike="noStrike" baseline="-25000" dirty="0">
                  <a:effectLst/>
                  <a:uFillTx/>
                  <a:latin typeface="Times New Roman" panose="02020603050405020304" pitchFamily="18" charset="0"/>
                  <a:cs typeface="Times New Roman" panose="02020603050405020304" pitchFamily="18" charset="0"/>
                </a:rPr>
                <a:t>6</a:t>
              </a:r>
              <a:endParaRPr lang="en-US" sz="900" b="1" u="none" strike="noStrike" dirty="0">
                <a:effectLst/>
                <a:uFillTx/>
                <a:latin typeface="Times New Roman" panose="02020603050405020304" pitchFamily="18" charset="0"/>
                <a:cs typeface="Times New Roman" panose="02020603050405020304" pitchFamily="18" charset="0"/>
              </a:endParaRPr>
            </a:p>
          </p:txBody>
        </p:sp>
        <p:sp>
          <p:nvSpPr>
            <p:cNvPr id="167" name="class_input_label_6"/>
            <p:cNvSpPr/>
            <p:nvPr/>
          </p:nvSpPr>
          <p:spPr>
            <a:xfrm>
              <a:off x="5374363" y="5577181"/>
              <a:ext cx="527760" cy="10476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650" b="1" u="none" strike="noStrike" dirty="0">
                  <a:effectLst/>
                  <a:uFillTx/>
                  <a:latin typeface="Times New Roman" panose="02020603050405020304" pitchFamily="18" charset="0"/>
                  <a:cs typeface="Times New Roman" panose="02020603050405020304" pitchFamily="18" charset="0"/>
                </a:rPr>
                <a:t>Class logits</a:t>
              </a:r>
            </a:p>
          </p:txBody>
        </p:sp>
        <p:sp>
          <p:nvSpPr>
            <p:cNvPr id="168" name="reference_input_6"/>
            <p:cNvSpPr/>
            <p:nvPr/>
          </p:nvSpPr>
          <p:spPr>
            <a:xfrm>
              <a:off x="1211400" y="5108400"/>
              <a:ext cx="158400" cy="96480"/>
            </a:xfrm>
            <a:prstGeom prst="rect">
              <a:avLst/>
            </a:prstGeom>
            <a:noFill/>
            <a:ln>
              <a:noFill/>
            </a:ln>
          </p:spPr>
          <p:style>
            <a:lnRef idx="2">
              <a:schemeClr val="accent1">
                <a:shade val="15000"/>
              </a:schemeClr>
            </a:lnRef>
            <a:fillRef idx="1">
              <a:schemeClr val="accent1"/>
            </a:fillRef>
            <a:effectRef idx="0">
              <a:schemeClr val="accent1"/>
            </a:effectRef>
            <a:fontRef idx="minor"/>
          </p:style>
          <p:txBody>
            <a:bodyPr lIns="79200" tIns="45000" rIns="79200" bIns="45000" anchor="ctr">
              <a:noAutofit/>
            </a:bodyPr>
            <a:lstStyle/>
            <a:p>
              <a:endParaRPr lang="en-US" sz="800" b="1" u="none" strike="noStrike">
                <a:effectLst/>
                <a:uFillTx/>
                <a:latin typeface="Times New Roman" panose="02020603050405020304" pitchFamily="18" charset="0"/>
                <a:cs typeface="Times New Roman" panose="02020603050405020304" pitchFamily="18" charset="0"/>
              </a:endParaRPr>
            </a:p>
          </p:txBody>
        </p:sp>
        <p:sp>
          <p:nvSpPr>
            <p:cNvPr id="169" name="reference_input_6_text"/>
            <p:cNvSpPr/>
            <p:nvPr/>
          </p:nvSpPr>
          <p:spPr>
            <a:xfrm>
              <a:off x="1211400" y="5106600"/>
              <a:ext cx="158400" cy="10476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900" b="1" i="1" u="none" strike="noStrike" dirty="0">
                  <a:effectLst/>
                  <a:uFillTx/>
                  <a:latin typeface="Times New Roman" panose="02020603050405020304" pitchFamily="18" charset="0"/>
                  <a:cs typeface="Times New Roman" panose="02020603050405020304" pitchFamily="18" charset="0"/>
                </a:rPr>
                <a:t>b</a:t>
              </a:r>
              <a:r>
                <a:rPr lang="en-US" sz="900" b="1" i="1" u="none" strike="noStrike" baseline="-25000" dirty="0">
                  <a:effectLst/>
                  <a:uFillTx/>
                  <a:latin typeface="Times New Roman" panose="02020603050405020304" pitchFamily="18" charset="0"/>
                  <a:cs typeface="Times New Roman" panose="02020603050405020304" pitchFamily="18" charset="0"/>
                </a:rPr>
                <a:t>5</a:t>
              </a:r>
              <a:endParaRPr lang="en-US" sz="900" b="1" u="none" strike="noStrike" dirty="0">
                <a:effectLst/>
                <a:uFillTx/>
                <a:latin typeface="Times New Roman" panose="02020603050405020304" pitchFamily="18" charset="0"/>
                <a:cs typeface="Times New Roman" panose="02020603050405020304" pitchFamily="18" charset="0"/>
              </a:endParaRPr>
            </a:p>
          </p:txBody>
        </p:sp>
        <p:sp>
          <p:nvSpPr>
            <p:cNvPr id="170" name="feature_source_1"/>
            <p:cNvSpPr/>
            <p:nvPr/>
          </p:nvSpPr>
          <p:spPr>
            <a:xfrm>
              <a:off x="2009160" y="1761120"/>
              <a:ext cx="143640" cy="96480"/>
            </a:xfrm>
            <a:prstGeom prst="rect">
              <a:avLst/>
            </a:prstGeom>
            <a:noFill/>
            <a:ln>
              <a:noFill/>
            </a:ln>
          </p:spPr>
          <p:style>
            <a:lnRef idx="2">
              <a:schemeClr val="accent1">
                <a:shade val="15000"/>
              </a:schemeClr>
            </a:lnRef>
            <a:fillRef idx="1">
              <a:schemeClr val="accent1"/>
            </a:fillRef>
            <a:effectRef idx="0">
              <a:schemeClr val="accent1"/>
            </a:effectRef>
            <a:fontRef idx="minor"/>
          </p:style>
          <p:txBody>
            <a:bodyPr lIns="72000" tIns="45000" rIns="72000" bIns="45000" anchor="ctr">
              <a:noAutofit/>
            </a:bodyPr>
            <a:lstStyle/>
            <a:p>
              <a:endParaRPr lang="en-US" sz="1800" b="1" u="none" strike="noStrike">
                <a:effectLst/>
                <a:uFillTx/>
                <a:latin typeface="Times New Roman" panose="02020603050405020304" pitchFamily="18" charset="0"/>
                <a:cs typeface="Times New Roman" panose="02020603050405020304" pitchFamily="18" charset="0"/>
              </a:endParaRPr>
            </a:p>
          </p:txBody>
        </p:sp>
        <p:sp>
          <p:nvSpPr>
            <p:cNvPr id="171" name="feature_source_1_text"/>
            <p:cNvSpPr/>
            <p:nvPr/>
          </p:nvSpPr>
          <p:spPr>
            <a:xfrm>
              <a:off x="2009160" y="1840140"/>
              <a:ext cx="143640" cy="10476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900" b="1" i="1" u="none" strike="noStrike" dirty="0">
                  <a:effectLst/>
                  <a:uFillTx/>
                  <a:latin typeface="Times New Roman" panose="02020603050405020304" pitchFamily="18" charset="0"/>
                  <a:cs typeface="Times New Roman" panose="02020603050405020304" pitchFamily="18" charset="0"/>
                </a:rPr>
                <a:t>h</a:t>
              </a:r>
              <a:r>
                <a:rPr lang="en-US" sz="900" b="1" i="1" u="none" strike="noStrike" baseline="-25000" dirty="0">
                  <a:effectLst/>
                  <a:uFillTx/>
                  <a:latin typeface="Times New Roman" panose="02020603050405020304" pitchFamily="18" charset="0"/>
                  <a:cs typeface="Times New Roman" panose="02020603050405020304" pitchFamily="18" charset="0"/>
                </a:rPr>
                <a:t>1</a:t>
              </a:r>
              <a:endParaRPr lang="en-US" sz="650" b="1" u="none" strike="noStrike" dirty="0">
                <a:effectLst/>
                <a:uFillTx/>
                <a:latin typeface="Times New Roman" panose="02020603050405020304" pitchFamily="18" charset="0"/>
                <a:cs typeface="Times New Roman" panose="02020603050405020304" pitchFamily="18" charset="0"/>
              </a:endParaRPr>
            </a:p>
          </p:txBody>
        </p:sp>
        <p:sp>
          <p:nvSpPr>
            <p:cNvPr id="172" name="feature_source_2"/>
            <p:cNvSpPr/>
            <p:nvPr/>
          </p:nvSpPr>
          <p:spPr>
            <a:xfrm>
              <a:off x="2009160" y="2942640"/>
              <a:ext cx="143640" cy="96480"/>
            </a:xfrm>
            <a:prstGeom prst="rect">
              <a:avLst/>
            </a:prstGeom>
            <a:noFill/>
            <a:ln>
              <a:noFill/>
            </a:ln>
          </p:spPr>
          <p:style>
            <a:lnRef idx="2">
              <a:schemeClr val="accent1">
                <a:shade val="15000"/>
              </a:schemeClr>
            </a:lnRef>
            <a:fillRef idx="1">
              <a:schemeClr val="accent1"/>
            </a:fillRef>
            <a:effectRef idx="0">
              <a:schemeClr val="accent1"/>
            </a:effectRef>
            <a:fontRef idx="minor"/>
          </p:style>
          <p:txBody>
            <a:bodyPr lIns="72000" tIns="45000" rIns="72000" bIns="45000" anchor="ctr">
              <a:noAutofit/>
            </a:bodyPr>
            <a:lstStyle/>
            <a:p>
              <a:endParaRPr lang="en-US" sz="1800" b="1" u="none" strike="noStrike">
                <a:effectLst/>
                <a:uFillTx/>
                <a:latin typeface="Times New Roman" panose="02020603050405020304" pitchFamily="18" charset="0"/>
                <a:cs typeface="Times New Roman" panose="02020603050405020304" pitchFamily="18" charset="0"/>
              </a:endParaRPr>
            </a:p>
          </p:txBody>
        </p:sp>
        <p:sp>
          <p:nvSpPr>
            <p:cNvPr id="173" name="feature_source_2_text"/>
            <p:cNvSpPr/>
            <p:nvPr/>
          </p:nvSpPr>
          <p:spPr>
            <a:xfrm>
              <a:off x="2012687" y="2971569"/>
              <a:ext cx="143640" cy="10476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900" b="1" i="1" u="none" strike="noStrike" dirty="0">
                  <a:effectLst/>
                  <a:uFillTx/>
                  <a:latin typeface="Times New Roman" panose="02020603050405020304" pitchFamily="18" charset="0"/>
                  <a:cs typeface="Times New Roman" panose="02020603050405020304" pitchFamily="18" charset="0"/>
                </a:rPr>
                <a:t>h</a:t>
              </a:r>
              <a:r>
                <a:rPr lang="en-US" sz="900" b="1" i="1" u="none" strike="noStrike" baseline="-25000" dirty="0">
                  <a:effectLst/>
                  <a:uFillTx/>
                  <a:latin typeface="Times New Roman" panose="02020603050405020304" pitchFamily="18" charset="0"/>
                  <a:cs typeface="Times New Roman" panose="02020603050405020304" pitchFamily="18" charset="0"/>
                </a:rPr>
                <a:t>2</a:t>
              </a:r>
              <a:endParaRPr lang="en-US" sz="900" b="1" u="none" strike="noStrike" dirty="0">
                <a:effectLst/>
                <a:uFillTx/>
                <a:latin typeface="Times New Roman" panose="02020603050405020304" pitchFamily="18" charset="0"/>
                <a:cs typeface="Times New Roman" panose="02020603050405020304" pitchFamily="18" charset="0"/>
              </a:endParaRPr>
            </a:p>
          </p:txBody>
        </p:sp>
        <p:sp>
          <p:nvSpPr>
            <p:cNvPr id="174" name="feature_source_3"/>
            <p:cNvSpPr/>
            <p:nvPr/>
          </p:nvSpPr>
          <p:spPr>
            <a:xfrm>
              <a:off x="2009160" y="4124520"/>
              <a:ext cx="143640" cy="96480"/>
            </a:xfrm>
            <a:prstGeom prst="rect">
              <a:avLst/>
            </a:prstGeom>
            <a:noFill/>
            <a:ln>
              <a:noFill/>
            </a:ln>
          </p:spPr>
          <p:style>
            <a:lnRef idx="2">
              <a:schemeClr val="accent1">
                <a:shade val="15000"/>
              </a:schemeClr>
            </a:lnRef>
            <a:fillRef idx="1">
              <a:schemeClr val="accent1"/>
            </a:fillRef>
            <a:effectRef idx="0">
              <a:schemeClr val="accent1"/>
            </a:effectRef>
            <a:fontRef idx="minor"/>
          </p:style>
          <p:txBody>
            <a:bodyPr lIns="72000" tIns="45000" rIns="72000" bIns="45000" anchor="ctr">
              <a:noAutofit/>
            </a:bodyPr>
            <a:lstStyle/>
            <a:p>
              <a:endParaRPr lang="en-US" sz="1800" b="1" u="none" strike="noStrike">
                <a:effectLst/>
                <a:uFillTx/>
                <a:latin typeface="Times New Roman" panose="02020603050405020304" pitchFamily="18" charset="0"/>
                <a:cs typeface="Times New Roman" panose="02020603050405020304" pitchFamily="18" charset="0"/>
              </a:endParaRPr>
            </a:p>
          </p:txBody>
        </p:sp>
        <p:sp>
          <p:nvSpPr>
            <p:cNvPr id="175" name="feature_source_3_text"/>
            <p:cNvSpPr/>
            <p:nvPr/>
          </p:nvSpPr>
          <p:spPr>
            <a:xfrm>
              <a:off x="2009160" y="4122720"/>
              <a:ext cx="143640" cy="10476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900" b="1" i="1" u="none" strike="noStrike" dirty="0">
                  <a:effectLst/>
                  <a:uFillTx/>
                  <a:latin typeface="Times New Roman" panose="02020603050405020304" pitchFamily="18" charset="0"/>
                  <a:cs typeface="Times New Roman" panose="02020603050405020304" pitchFamily="18" charset="0"/>
                </a:rPr>
                <a:t>h</a:t>
              </a:r>
              <a:r>
                <a:rPr lang="en-US" sz="900" b="1" i="1" u="none" strike="noStrike" baseline="-25000" dirty="0">
                  <a:effectLst/>
                  <a:uFillTx/>
                  <a:latin typeface="Times New Roman" panose="02020603050405020304" pitchFamily="18" charset="0"/>
                  <a:cs typeface="Times New Roman" panose="02020603050405020304" pitchFamily="18" charset="0"/>
                </a:rPr>
                <a:t>3</a:t>
              </a:r>
              <a:endParaRPr lang="en-US" sz="900" b="1" u="none" strike="noStrike" dirty="0">
                <a:effectLst/>
                <a:uFillTx/>
                <a:latin typeface="Times New Roman" panose="02020603050405020304" pitchFamily="18" charset="0"/>
                <a:cs typeface="Times New Roman" panose="02020603050405020304" pitchFamily="18" charset="0"/>
              </a:endParaRPr>
            </a:p>
          </p:txBody>
        </p:sp>
        <p:sp>
          <p:nvSpPr>
            <p:cNvPr id="176" name="feature_source_6"/>
            <p:cNvSpPr/>
            <p:nvPr/>
          </p:nvSpPr>
          <p:spPr>
            <a:xfrm>
              <a:off x="2009160" y="5454360"/>
              <a:ext cx="143640" cy="96480"/>
            </a:xfrm>
            <a:prstGeom prst="rect">
              <a:avLst/>
            </a:prstGeom>
            <a:noFill/>
            <a:ln>
              <a:noFill/>
            </a:ln>
          </p:spPr>
          <p:style>
            <a:lnRef idx="2">
              <a:schemeClr val="accent1">
                <a:shade val="15000"/>
              </a:schemeClr>
            </a:lnRef>
            <a:fillRef idx="1">
              <a:schemeClr val="accent1"/>
            </a:fillRef>
            <a:effectRef idx="0">
              <a:schemeClr val="accent1"/>
            </a:effectRef>
            <a:fontRef idx="minor"/>
          </p:style>
          <p:txBody>
            <a:bodyPr lIns="72000" tIns="45000" rIns="72000" bIns="45000" anchor="ctr">
              <a:noAutofit/>
            </a:bodyPr>
            <a:lstStyle/>
            <a:p>
              <a:endParaRPr lang="en-US" sz="1800" b="1" u="none" strike="noStrike">
                <a:effectLst/>
                <a:uFillTx/>
                <a:latin typeface="Times New Roman" panose="02020603050405020304" pitchFamily="18" charset="0"/>
                <a:cs typeface="Times New Roman" panose="02020603050405020304" pitchFamily="18" charset="0"/>
              </a:endParaRPr>
            </a:p>
          </p:txBody>
        </p:sp>
        <p:sp>
          <p:nvSpPr>
            <p:cNvPr id="177" name="feature_source_6_text"/>
            <p:cNvSpPr/>
            <p:nvPr/>
          </p:nvSpPr>
          <p:spPr>
            <a:xfrm>
              <a:off x="2009160" y="5452560"/>
              <a:ext cx="143640" cy="10476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900" b="1" i="1" u="none" strike="noStrike" dirty="0">
                  <a:effectLst/>
                  <a:uFillTx/>
                  <a:latin typeface="Times New Roman" panose="02020603050405020304" pitchFamily="18" charset="0"/>
                  <a:cs typeface="Times New Roman" panose="02020603050405020304" pitchFamily="18" charset="0"/>
                </a:rPr>
                <a:t>h</a:t>
              </a:r>
              <a:r>
                <a:rPr lang="en-US" sz="900" b="1" i="1" u="none" strike="noStrike" baseline="-25000" dirty="0">
                  <a:effectLst/>
                  <a:uFillTx/>
                  <a:latin typeface="Times New Roman" panose="02020603050405020304" pitchFamily="18" charset="0"/>
                  <a:cs typeface="Times New Roman" panose="02020603050405020304" pitchFamily="18" charset="0"/>
                </a:rPr>
                <a:t>6</a:t>
              </a:r>
              <a:endParaRPr lang="en-US" sz="900" b="1" u="none" strike="noStrike" dirty="0">
                <a:effectLst/>
                <a:uFillTx/>
                <a:latin typeface="Times New Roman" panose="02020603050405020304" pitchFamily="18" charset="0"/>
                <a:cs typeface="Times New Roman" panose="02020603050405020304" pitchFamily="18" charset="0"/>
              </a:endParaRPr>
            </a:p>
          </p:txBody>
        </p:sp>
        <p:sp>
          <p:nvSpPr>
            <p:cNvPr id="178" name="query_ellipsis"/>
            <p:cNvSpPr/>
            <p:nvPr/>
          </p:nvSpPr>
          <p:spPr>
            <a:xfrm>
              <a:off x="1764000" y="4434840"/>
              <a:ext cx="102240" cy="19692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1000" b="1" u="none" strike="noStrike" dirty="0">
                  <a:effectLst/>
                  <a:uFillTx/>
                  <a:latin typeface="Times New Roman" panose="02020603050405020304" pitchFamily="18" charset="0"/>
                  <a:cs typeface="Times New Roman" panose="02020603050405020304" pitchFamily="18" charset="0"/>
                </a:rPr>
                <a:t>⋮</a:t>
              </a:r>
            </a:p>
          </p:txBody>
        </p:sp>
        <p:sp>
          <p:nvSpPr>
            <p:cNvPr id="179" name="residual_ellipsis"/>
            <p:cNvSpPr/>
            <p:nvPr/>
          </p:nvSpPr>
          <p:spPr>
            <a:xfrm>
              <a:off x="2258640" y="4434840"/>
              <a:ext cx="102240" cy="19692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1000" b="1" u="none" strike="noStrike" dirty="0">
                  <a:effectLst/>
                  <a:uFillTx/>
                  <a:latin typeface="Times New Roman" panose="02020603050405020304" pitchFamily="18" charset="0"/>
                  <a:cs typeface="Times New Roman" panose="02020603050405020304" pitchFamily="18" charset="0"/>
                </a:rPr>
                <a:t>⋮</a:t>
              </a:r>
            </a:p>
          </p:txBody>
        </p:sp>
        <p:sp>
          <p:nvSpPr>
            <p:cNvPr id="180" name="omitted_layers"/>
            <p:cNvSpPr/>
            <p:nvPr/>
          </p:nvSpPr>
          <p:spPr>
            <a:xfrm>
              <a:off x="1532366" y="4357630"/>
              <a:ext cx="1122634" cy="21276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650" b="1" u="none" strike="noStrike" dirty="0">
                  <a:effectLst/>
                  <a:uFillTx/>
                  <a:latin typeface="Times New Roman" panose="02020603050405020304" pitchFamily="18" charset="0"/>
                  <a:cs typeface="Times New Roman" panose="02020603050405020304" pitchFamily="18" charset="0"/>
                </a:rPr>
                <a:t>Layer</a:t>
              </a:r>
              <a:r>
                <a:rPr lang="en-US" sz="650" b="1" dirty="0">
                  <a:latin typeface="Times New Roman" panose="02020603050405020304" pitchFamily="18" charset="0"/>
                  <a:cs typeface="Times New Roman" panose="02020603050405020304" pitchFamily="18" charset="0"/>
                </a:rPr>
                <a:t> </a:t>
              </a:r>
              <a:r>
                <a:rPr lang="en-US" sz="650" b="1" u="none" strike="noStrike" dirty="0">
                  <a:effectLst/>
                  <a:uFillTx/>
                  <a:latin typeface="Times New Roman" panose="02020603050405020304" pitchFamily="18" charset="0"/>
                  <a:cs typeface="Times New Roman" panose="02020603050405020304" pitchFamily="18" charset="0"/>
                </a:rPr>
                <a:t>4</a:t>
              </a:r>
            </a:p>
          </p:txBody>
        </p:sp>
        <p:sp>
          <p:nvSpPr>
            <p:cNvPr id="181" name="omitted_reference"/>
            <p:cNvSpPr/>
            <p:nvPr/>
          </p:nvSpPr>
          <p:spPr>
            <a:xfrm>
              <a:off x="1014671" y="5262480"/>
              <a:ext cx="483480" cy="10476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800" b="1" dirty="0">
                  <a:latin typeface="Times New Roman" panose="02020603050405020304" pitchFamily="18" charset="0"/>
                  <a:cs typeface="Times New Roman" panose="02020603050405020304" pitchFamily="18" charset="0"/>
                </a:rPr>
                <a:t>F</a:t>
              </a:r>
              <a:r>
                <a:rPr lang="en-US" sz="800" b="1" u="none" strike="noStrike" dirty="0">
                  <a:effectLst/>
                  <a:uFillTx/>
                  <a:latin typeface="Times New Roman" panose="02020603050405020304" pitchFamily="18" charset="0"/>
                  <a:cs typeface="Times New Roman" panose="02020603050405020304" pitchFamily="18" charset="0"/>
                </a:rPr>
                <a:t>rom layer 5</a:t>
              </a:r>
            </a:p>
          </p:txBody>
        </p:sp>
        <p:sp>
          <p:nvSpPr>
            <p:cNvPr id="182" name="clc_ellipsis"/>
            <p:cNvSpPr/>
            <p:nvPr/>
          </p:nvSpPr>
          <p:spPr>
            <a:xfrm>
              <a:off x="3137760" y="4434840"/>
              <a:ext cx="102240" cy="19692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1000" b="1" u="none" strike="noStrike" dirty="0">
                  <a:effectLst/>
                  <a:uFillTx/>
                  <a:latin typeface="Times New Roman" panose="02020603050405020304" pitchFamily="18" charset="0"/>
                  <a:cs typeface="Times New Roman" panose="02020603050405020304" pitchFamily="18" charset="0"/>
                </a:rPr>
                <a:t>⋮</a:t>
              </a:r>
            </a:p>
          </p:txBody>
        </p:sp>
        <p:sp>
          <p:nvSpPr>
            <p:cNvPr id="183" name="query_caption"/>
            <p:cNvSpPr/>
            <p:nvPr/>
          </p:nvSpPr>
          <p:spPr>
            <a:xfrm rot="5400000">
              <a:off x="1609020" y="1926360"/>
              <a:ext cx="306360" cy="10476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650" b="1" u="none" strike="noStrike" dirty="0">
                  <a:effectLst/>
                  <a:uFillTx/>
                  <a:latin typeface="Times New Roman" panose="02020603050405020304" pitchFamily="18" charset="0"/>
                  <a:cs typeface="Times New Roman" panose="02020603050405020304" pitchFamily="18" charset="0"/>
                </a:rPr>
                <a:t>Queries</a:t>
              </a:r>
            </a:p>
          </p:txBody>
        </p:sp>
        <p:sp>
          <p:nvSpPr>
            <p:cNvPr id="184" name="residual_caption"/>
            <p:cNvSpPr/>
            <p:nvPr/>
          </p:nvSpPr>
          <p:spPr>
            <a:xfrm rot="5400000">
              <a:off x="2081917" y="1973483"/>
              <a:ext cx="639275" cy="133909"/>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a:r>
                <a:rPr lang="en-US" sz="650" b="1" u="none" strike="noStrike" dirty="0">
                  <a:effectLst/>
                  <a:uFillTx/>
                  <a:latin typeface="Times New Roman" panose="02020603050405020304" pitchFamily="18" charset="0"/>
                  <a:cs typeface="Times New Roman" panose="02020603050405020304" pitchFamily="18" charset="0"/>
                </a:rPr>
                <a:t>Logit </a:t>
              </a:r>
              <a:r>
                <a:rPr lang="en-US" altLang="zh-CN" sz="650" b="1" dirty="0">
                  <a:latin typeface="Times New Roman" panose="02020603050405020304" pitchFamily="18" charset="0"/>
                  <a:cs typeface="Times New Roman" panose="02020603050405020304" pitchFamily="18" charset="0"/>
                </a:rPr>
                <a:t>Residual</a:t>
              </a:r>
            </a:p>
          </p:txBody>
        </p:sp>
        <p:sp>
          <p:nvSpPr>
            <p:cNvPr id="185" name="final_caption"/>
            <p:cNvSpPr/>
            <p:nvPr/>
          </p:nvSpPr>
          <p:spPr>
            <a:xfrm>
              <a:off x="6286502" y="5957544"/>
              <a:ext cx="749030" cy="1152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900" b="1" u="none" strike="noStrike" dirty="0">
                  <a:effectLst/>
                  <a:uFillTx/>
                  <a:latin typeface="Times New Roman" panose="02020603050405020304" pitchFamily="18" charset="0"/>
                  <a:cs typeface="Times New Roman" panose="02020603050405020304" pitchFamily="18" charset="0"/>
                </a:rPr>
                <a:t>Final detections</a:t>
              </a:r>
            </a:p>
          </p:txBody>
        </p:sp>
        <p:sp>
          <p:nvSpPr>
            <p:cNvPr id="186" name="frd"/>
            <p:cNvSpPr/>
            <p:nvPr/>
          </p:nvSpPr>
          <p:spPr>
            <a:xfrm>
              <a:off x="2159952" y="5814085"/>
              <a:ext cx="1889619" cy="321120"/>
            </a:xfrm>
            <a:prstGeom prst="roundRect">
              <a:avLst>
                <a:gd name="adj" fmla="val 15000"/>
              </a:avLst>
            </a:prstGeom>
            <a:solidFill>
              <a:srgbClr val="DDD7ED"/>
            </a:solidFill>
            <a:ln w="7620">
              <a:solidFill>
                <a:srgbClr val="9180B0"/>
              </a:solid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endParaRPr lang="en-US" sz="1800" b="1" u="none" strike="noStrike">
                <a:effectLst/>
                <a:uFillTx/>
                <a:latin typeface="Times New Roman" panose="02020603050405020304" pitchFamily="18" charset="0"/>
                <a:cs typeface="Times New Roman" panose="02020603050405020304" pitchFamily="18" charset="0"/>
              </a:endParaRPr>
            </a:p>
          </p:txBody>
        </p:sp>
        <p:sp>
          <p:nvSpPr>
            <p:cNvPr id="187" name="frd_title"/>
            <p:cNvSpPr/>
            <p:nvPr/>
          </p:nvSpPr>
          <p:spPr>
            <a:xfrm>
              <a:off x="2181420" y="5913085"/>
              <a:ext cx="306360" cy="12312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700" b="1" u="none" strike="noStrike" dirty="0">
                  <a:effectLst/>
                  <a:uFillTx/>
                  <a:latin typeface="Times New Roman" panose="02020603050405020304" pitchFamily="18" charset="0"/>
                  <a:cs typeface="Times New Roman" panose="02020603050405020304" pitchFamily="18" charset="0"/>
                </a:rPr>
                <a:t>FRD</a:t>
              </a:r>
            </a:p>
          </p:txBody>
        </p:sp>
        <p:grpSp>
          <p:nvGrpSpPr>
            <p:cNvPr id="188" name="frd_fgl_group"/>
            <p:cNvGrpSpPr/>
            <p:nvPr/>
          </p:nvGrpSpPr>
          <p:grpSpPr>
            <a:xfrm>
              <a:off x="2553098" y="5860164"/>
              <a:ext cx="723932" cy="203040"/>
              <a:chOff x="2452320" y="5681520"/>
              <a:chExt cx="808560" cy="203040"/>
            </a:xfrm>
            <a:solidFill>
              <a:schemeClr val="bg1"/>
            </a:solidFill>
          </p:grpSpPr>
          <p:sp>
            <p:nvSpPr>
              <p:cNvPr id="189" name="frd_fgl"/>
              <p:cNvSpPr/>
              <p:nvPr/>
            </p:nvSpPr>
            <p:spPr>
              <a:xfrm>
                <a:off x="2452320" y="5681520"/>
                <a:ext cx="808560" cy="203040"/>
              </a:xfrm>
              <a:prstGeom prst="roundRect">
                <a:avLst>
                  <a:gd name="adj" fmla="val 15000"/>
                </a:avLst>
              </a:prstGeom>
              <a:solidFill>
                <a:srgbClr val="DDD7ED"/>
              </a:solidFill>
              <a:ln w="7620">
                <a:solidFill>
                  <a:srgbClr val="9180B0"/>
                </a:solid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endParaRPr lang="en-US" sz="1800" b="1" u="none" strike="noStrike">
                  <a:solidFill>
                    <a:srgbClr val="FFD3AC"/>
                  </a:solidFill>
                  <a:effectLst/>
                  <a:uFillTx/>
                  <a:latin typeface="Times New Roman" panose="02020603050405020304" pitchFamily="18" charset="0"/>
                  <a:cs typeface="Times New Roman" panose="02020603050405020304" pitchFamily="18" charset="0"/>
                </a:endParaRPr>
              </a:p>
            </p:txBody>
          </p:sp>
          <p:sp>
            <p:nvSpPr>
              <p:cNvPr id="190" name="frd_fgl_title"/>
              <p:cNvSpPr/>
              <p:nvPr/>
            </p:nvSpPr>
            <p:spPr>
              <a:xfrm>
                <a:off x="2469960" y="5696640"/>
                <a:ext cx="772920" cy="17316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700" b="1" u="none" strike="noStrike" dirty="0">
                    <a:effectLst/>
                    <a:uFillTx/>
                    <a:latin typeface="Times New Roman" panose="02020603050405020304" pitchFamily="18" charset="0"/>
                    <a:cs typeface="Times New Roman" panose="02020603050405020304" pitchFamily="18" charset="0"/>
                  </a:rPr>
                  <a:t>Fisher FGL</a:t>
                </a:r>
              </a:p>
            </p:txBody>
          </p:sp>
        </p:grpSp>
        <p:grpSp>
          <p:nvGrpSpPr>
            <p:cNvPr id="191" name="frd_lsd_group"/>
            <p:cNvGrpSpPr/>
            <p:nvPr/>
          </p:nvGrpSpPr>
          <p:grpSpPr>
            <a:xfrm>
              <a:off x="3359108" y="5867003"/>
              <a:ext cx="556450" cy="203040"/>
              <a:chOff x="3441960" y="5681520"/>
              <a:chExt cx="808560" cy="203040"/>
            </a:xfrm>
            <a:solidFill>
              <a:schemeClr val="bg1"/>
            </a:solidFill>
          </p:grpSpPr>
          <p:sp>
            <p:nvSpPr>
              <p:cNvPr id="192" name="frd_lsd"/>
              <p:cNvSpPr/>
              <p:nvPr/>
            </p:nvSpPr>
            <p:spPr>
              <a:xfrm>
                <a:off x="3441960" y="5681520"/>
                <a:ext cx="808560" cy="203040"/>
              </a:xfrm>
              <a:prstGeom prst="roundRect">
                <a:avLst>
                  <a:gd name="adj" fmla="val 15000"/>
                </a:avLst>
              </a:prstGeom>
              <a:solidFill>
                <a:srgbClr val="DDD7ED"/>
              </a:solidFill>
              <a:ln w="7620">
                <a:solidFill>
                  <a:srgbClr val="9180B0"/>
                </a:solid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endParaRPr lang="en-US" sz="1800" b="1" u="none" strike="noStrike">
                  <a:effectLst/>
                  <a:uFillTx/>
                  <a:latin typeface="Times New Roman" panose="02020603050405020304" pitchFamily="18" charset="0"/>
                  <a:cs typeface="Times New Roman" panose="02020603050405020304" pitchFamily="18" charset="0"/>
                </a:endParaRPr>
              </a:p>
            </p:txBody>
          </p:sp>
          <p:sp>
            <p:nvSpPr>
              <p:cNvPr id="193" name="frd_lsd_title"/>
              <p:cNvSpPr/>
              <p:nvPr/>
            </p:nvSpPr>
            <p:spPr>
              <a:xfrm>
                <a:off x="3459960" y="5696640"/>
                <a:ext cx="772920" cy="17316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700" b="1" u="none" strike="noStrike">
                    <a:effectLst/>
                    <a:uFillTx/>
                    <a:latin typeface="Times New Roman" panose="02020603050405020304" pitchFamily="18" charset="0"/>
                    <a:cs typeface="Times New Roman" panose="02020603050405020304" pitchFamily="18" charset="0"/>
                  </a:rPr>
                  <a:t>FR-LSD</a:t>
                </a:r>
              </a:p>
            </p:txBody>
          </p:sp>
        </p:grpSp>
        <p:sp>
          <p:nvSpPr>
            <p:cNvPr id="194" name="frd_scope"/>
            <p:cNvSpPr/>
            <p:nvPr/>
          </p:nvSpPr>
          <p:spPr>
            <a:xfrm>
              <a:off x="3204516" y="5516895"/>
              <a:ext cx="468720" cy="10476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650" b="1" u="none" strike="noStrike">
                  <a:effectLst/>
                  <a:uFillTx/>
                  <a:latin typeface="Times New Roman" panose="02020603050405020304" pitchFamily="18" charset="0"/>
                  <a:cs typeface="Times New Roman" panose="02020603050405020304" pitchFamily="18" charset="0"/>
                </a:rPr>
                <a:t>All layers</a:t>
              </a:r>
            </a:p>
          </p:txBody>
        </p:sp>
        <p:grpSp>
          <p:nvGrpSpPr>
            <p:cNvPr id="195" name="gt_group"/>
            <p:cNvGrpSpPr/>
            <p:nvPr/>
          </p:nvGrpSpPr>
          <p:grpSpPr>
            <a:xfrm>
              <a:off x="1076247" y="5814048"/>
              <a:ext cx="577440" cy="321120"/>
              <a:chOff x="1388520" y="5696640"/>
              <a:chExt cx="291600" cy="173160"/>
            </a:xfrm>
            <a:solidFill>
              <a:schemeClr val="bg2">
                <a:lumMod val="90000"/>
              </a:schemeClr>
            </a:solidFill>
          </p:grpSpPr>
          <p:sp>
            <p:nvSpPr>
              <p:cNvPr id="196" name="gt"/>
              <p:cNvSpPr/>
              <p:nvPr/>
            </p:nvSpPr>
            <p:spPr>
              <a:xfrm>
                <a:off x="1388520" y="5696640"/>
                <a:ext cx="291600" cy="173160"/>
              </a:xfrm>
              <a:prstGeom prst="roundRect">
                <a:avLst>
                  <a:gd name="adj" fmla="val 15000"/>
                </a:avLst>
              </a:prstGeom>
              <a:solidFill>
                <a:srgbClr val="F2F5F7"/>
              </a:solidFill>
              <a:ln w="7620">
                <a:solidFill>
                  <a:srgbClr val="94A3AD"/>
                </a:solid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endParaRPr lang="en-US" sz="1800" b="1" u="none" strike="noStrike">
                  <a:effectLst/>
                  <a:uFillTx/>
                  <a:latin typeface="Times New Roman" panose="02020603050405020304" pitchFamily="18" charset="0"/>
                  <a:cs typeface="Times New Roman" panose="02020603050405020304" pitchFamily="18" charset="0"/>
                </a:endParaRPr>
              </a:p>
            </p:txBody>
          </p:sp>
          <p:sp>
            <p:nvSpPr>
              <p:cNvPr id="197" name="gt_title"/>
              <p:cNvSpPr/>
              <p:nvPr/>
            </p:nvSpPr>
            <p:spPr>
              <a:xfrm>
                <a:off x="1406520" y="5711400"/>
                <a:ext cx="255960" cy="14364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1000" b="1" u="none" strike="noStrike" dirty="0">
                    <a:effectLst/>
                    <a:uFillTx/>
                    <a:latin typeface="Times New Roman" panose="02020603050405020304" pitchFamily="18" charset="0"/>
                    <a:cs typeface="Times New Roman" panose="02020603050405020304" pitchFamily="18" charset="0"/>
                  </a:rPr>
                  <a:t>GT</a:t>
                </a:r>
              </a:p>
            </p:txBody>
          </p:sp>
        </p:grpSp>
        <p:sp>
          <p:nvSpPr>
            <p:cNvPr id="198" name="legend_forward_text"/>
            <p:cNvSpPr/>
            <p:nvPr/>
          </p:nvSpPr>
          <p:spPr>
            <a:xfrm>
              <a:off x="4929877" y="5838616"/>
              <a:ext cx="1216152" cy="10476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800" b="1" u="none" strike="noStrike" dirty="0">
                  <a:effectLst/>
                  <a:uFillTx/>
                  <a:latin typeface="Times New Roman" panose="02020603050405020304" pitchFamily="18" charset="0"/>
                  <a:cs typeface="Times New Roman" panose="02020603050405020304" pitchFamily="18" charset="0"/>
                </a:rPr>
                <a:t>Training and inference</a:t>
              </a:r>
              <a:r>
                <a:rPr lang="en-US" altLang="zh-CN" sz="800" b="1" u="none" strike="noStrike" dirty="0">
                  <a:effectLst/>
                  <a:uFillTx/>
                  <a:latin typeface="Times New Roman" panose="02020603050405020304" pitchFamily="18" charset="0"/>
                  <a:cs typeface="Times New Roman" panose="02020603050405020304" pitchFamily="18" charset="0"/>
                </a:rPr>
                <a:t/>
              </a:r>
              <a:r>
                <a:rPr lang="en-US" sz="800" b="1" u="none" strike="noStrike" dirty="0">
                  <a:effectLst/>
                  <a:uFillTx/>
                  <a:latin typeface="Times New Roman" panose="02020603050405020304" pitchFamily="18" charset="0"/>
                  <a:cs typeface="Times New Roman" panose="02020603050405020304" pitchFamily="18" charset="0"/>
                </a:rPr>
                <a:t/>
              </a:r>
            </a:p>
          </p:txBody>
        </p:sp>
        <p:sp>
          <p:nvSpPr>
            <p:cNvPr id="199" name="legend_training_text"/>
            <p:cNvSpPr/>
            <p:nvPr/>
          </p:nvSpPr>
          <p:spPr>
            <a:xfrm>
              <a:off x="4904677" y="6011112"/>
              <a:ext cx="1216152" cy="10476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800" b="1" u="none" strike="noStrike" dirty="0">
                  <a:effectLst/>
                  <a:uFillTx/>
                  <a:latin typeface="Times New Roman" panose="02020603050405020304" pitchFamily="18" charset="0"/>
                  <a:cs typeface="Times New Roman" panose="02020603050405020304" pitchFamily="18" charset="0"/>
                </a:rPr>
                <a:t>Training only</a:t>
              </a:r>
            </a:p>
          </p:txBody>
        </p:sp>
        <p:sp>
          <p:nvSpPr>
            <p:cNvPr id="200" name="v11_junction_5"/>
            <p:cNvSpPr>
              <a:spLocks/>
            </p:cNvSpPr>
            <p:nvPr/>
          </p:nvSpPr>
          <p:spPr>
            <a:xfrm>
              <a:off x="3954420" y="3824100"/>
              <a:ext cx="10800" cy="10800"/>
            </a:xfrm>
            <a:prstGeom prst="ellipse">
              <a:avLst/>
            </a:prstGeom>
            <a:solidFill>
              <a:srgbClr val="687D89"/>
            </a:solidFill>
            <a:ln>
              <a:noFill/>
            </a:ln>
          </p:spPr>
          <p:style>
            <a:lnRef idx="2">
              <a:schemeClr val="accent1">
                <a:shade val="15000"/>
              </a:schemeClr>
            </a:lnRef>
            <a:fillRef idx="1">
              <a:schemeClr val="accent1"/>
            </a:fillRef>
            <a:effectRef idx="0">
              <a:schemeClr val="accent1"/>
            </a:effectRef>
            <a:fontRef idx="minor"/>
          </p:style>
          <p:txBody>
            <a:bodyPr lIns="5400" tIns="-34920" rIns="5400" bIns="-34920" anchor="ctr">
              <a:noAutofit/>
            </a:bodyPr>
            <a:lstStyle/>
            <a:p>
              <a:endParaRPr lang="en-US" sz="1800" b="1" u="none" strike="noStrike">
                <a:effectLst/>
                <a:uFillTx/>
                <a:latin typeface="Times New Roman" panose="02020603050405020304" pitchFamily="18" charset="0"/>
                <a:cs typeface="Times New Roman" panose="02020603050405020304" pitchFamily="18" charset="0"/>
              </a:endParaRPr>
            </a:p>
          </p:txBody>
        </p:sp>
        <p:sp>
          <p:nvSpPr>
            <p:cNvPr id="201" name="v11_junction_7"/>
            <p:cNvSpPr>
              <a:spLocks/>
            </p:cNvSpPr>
            <p:nvPr/>
          </p:nvSpPr>
          <p:spPr>
            <a:xfrm>
              <a:off x="3954420" y="5153580"/>
              <a:ext cx="10800" cy="10800"/>
            </a:xfrm>
            <a:prstGeom prst="ellipse">
              <a:avLst/>
            </a:prstGeom>
            <a:solidFill>
              <a:srgbClr val="687D89"/>
            </a:solidFill>
            <a:ln>
              <a:noFill/>
            </a:ln>
          </p:spPr>
          <p:style>
            <a:lnRef idx="2">
              <a:schemeClr val="accent1">
                <a:shade val="15000"/>
              </a:schemeClr>
            </a:lnRef>
            <a:fillRef idx="1">
              <a:schemeClr val="accent1"/>
            </a:fillRef>
            <a:effectRef idx="0">
              <a:schemeClr val="accent1"/>
            </a:effectRef>
            <a:fontRef idx="minor"/>
          </p:style>
          <p:txBody>
            <a:bodyPr lIns="5400" tIns="-34920" rIns="5400" bIns="-34920" anchor="ctr">
              <a:noAutofit/>
            </a:bodyPr>
            <a:lstStyle/>
            <a:p>
              <a:endParaRPr lang="en-US" sz="1800" b="1" u="none" strike="noStrike">
                <a:effectLst/>
                <a:uFillTx/>
                <a:latin typeface="Times New Roman" panose="02020603050405020304" pitchFamily="18" charset="0"/>
                <a:cs typeface="Times New Roman" panose="02020603050405020304" pitchFamily="18" charset="0"/>
              </a:endParaRPr>
            </a:p>
          </p:txBody>
        </p:sp>
        <p:grpSp>
          <p:nvGrpSpPr>
            <p:cNvPr id="202" name="clc_1_2_group"/>
            <p:cNvGrpSpPr/>
            <p:nvPr/>
          </p:nvGrpSpPr>
          <p:grpSpPr>
            <a:xfrm>
              <a:off x="3016800" y="1979640"/>
              <a:ext cx="344520" cy="149760"/>
              <a:chOff x="3016800" y="1979640"/>
              <a:chExt cx="344520" cy="149760"/>
            </a:xfrm>
          </p:grpSpPr>
          <p:sp>
            <p:nvSpPr>
              <p:cNvPr id="203" name="clc_1_2"/>
              <p:cNvSpPr/>
              <p:nvPr/>
            </p:nvSpPr>
            <p:spPr>
              <a:xfrm>
                <a:off x="3016800" y="1979640"/>
                <a:ext cx="344520" cy="149760"/>
              </a:xfrm>
              <a:prstGeom prst="roundRect">
                <a:avLst>
                  <a:gd name="adj" fmla="val 15000"/>
                </a:avLst>
              </a:prstGeom>
              <a:solidFill>
                <a:srgbClr val="C4E2F2"/>
              </a:solidFill>
              <a:ln w="7620">
                <a:solidFill>
                  <a:srgbClr val="508FB0"/>
                </a:solid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endParaRPr lang="en-US" sz="1800" b="1" u="none" strike="noStrike">
                  <a:effectLst/>
                  <a:uFillTx/>
                  <a:latin typeface="Times New Roman" panose="02020603050405020304" pitchFamily="18" charset="0"/>
                  <a:cs typeface="Times New Roman" panose="02020603050405020304" pitchFamily="18" charset="0"/>
                </a:endParaRPr>
              </a:p>
            </p:txBody>
          </p:sp>
          <p:sp>
            <p:nvSpPr>
              <p:cNvPr id="204" name="clc_1_2_title"/>
              <p:cNvSpPr/>
              <p:nvPr/>
            </p:nvSpPr>
            <p:spPr>
              <a:xfrm>
                <a:off x="3031560" y="1991520"/>
                <a:ext cx="315000" cy="1260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700" b="1" u="none" strike="noStrike">
                    <a:effectLst/>
                    <a:uFillTx/>
                    <a:latin typeface="Times New Roman" panose="02020603050405020304" pitchFamily="18" charset="0"/>
                    <a:cs typeface="Times New Roman" panose="02020603050405020304" pitchFamily="18" charset="0"/>
                  </a:rPr>
                  <a:t>CLC</a:t>
                </a:r>
              </a:p>
            </p:txBody>
          </p:sp>
        </p:grpSp>
        <p:grpSp>
          <p:nvGrpSpPr>
            <p:cNvPr id="205" name="clc_2_3_group"/>
            <p:cNvGrpSpPr/>
            <p:nvPr/>
          </p:nvGrpSpPr>
          <p:grpSpPr>
            <a:xfrm>
              <a:off x="3016800" y="3161520"/>
              <a:ext cx="344520" cy="149760"/>
              <a:chOff x="3016800" y="3161520"/>
              <a:chExt cx="344520" cy="149760"/>
            </a:xfrm>
          </p:grpSpPr>
          <p:sp>
            <p:nvSpPr>
              <p:cNvPr id="206" name="clc_2_3"/>
              <p:cNvSpPr/>
              <p:nvPr/>
            </p:nvSpPr>
            <p:spPr>
              <a:xfrm>
                <a:off x="3016800" y="3161520"/>
                <a:ext cx="344520" cy="149760"/>
              </a:xfrm>
              <a:prstGeom prst="roundRect">
                <a:avLst>
                  <a:gd name="adj" fmla="val 15000"/>
                </a:avLst>
              </a:prstGeom>
              <a:solidFill>
                <a:srgbClr val="C4E2F2"/>
              </a:solidFill>
              <a:ln w="7620">
                <a:solidFill>
                  <a:srgbClr val="508FB0"/>
                </a:solid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endParaRPr lang="en-US" sz="1800" b="1" u="none" strike="noStrike">
                  <a:effectLst/>
                  <a:uFillTx/>
                  <a:latin typeface="Times New Roman" panose="02020603050405020304" pitchFamily="18" charset="0"/>
                  <a:cs typeface="Times New Roman" panose="02020603050405020304" pitchFamily="18" charset="0"/>
                </a:endParaRPr>
              </a:p>
            </p:txBody>
          </p:sp>
          <p:sp>
            <p:nvSpPr>
              <p:cNvPr id="207" name="clc_2_3_title"/>
              <p:cNvSpPr/>
              <p:nvPr/>
            </p:nvSpPr>
            <p:spPr>
              <a:xfrm>
                <a:off x="3031560" y="3173400"/>
                <a:ext cx="315000" cy="1260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700" b="1" u="none" strike="noStrike">
                    <a:effectLst/>
                    <a:uFillTx/>
                    <a:latin typeface="Times New Roman" panose="02020603050405020304" pitchFamily="18" charset="0"/>
                    <a:cs typeface="Times New Roman" panose="02020603050405020304" pitchFamily="18" charset="0"/>
                  </a:rPr>
                  <a:t>CLC</a:t>
                </a:r>
              </a:p>
            </p:txBody>
          </p:sp>
        </p:grpSp>
        <p:grpSp>
          <p:nvGrpSpPr>
            <p:cNvPr id="212" name="stage1_unit"/>
            <p:cNvGrpSpPr/>
            <p:nvPr/>
          </p:nvGrpSpPr>
          <p:grpSpPr>
            <a:xfrm>
              <a:off x="1566000" y="1352520"/>
              <a:ext cx="985680" cy="226440"/>
              <a:chOff x="1566000" y="1352520"/>
              <a:chExt cx="985680" cy="226440"/>
            </a:xfrm>
          </p:grpSpPr>
          <p:sp>
            <p:nvSpPr>
              <p:cNvPr id="213" name="stage1_decoder"/>
              <p:cNvSpPr/>
              <p:nvPr/>
            </p:nvSpPr>
            <p:spPr>
              <a:xfrm>
                <a:off x="1566000" y="1353240"/>
                <a:ext cx="498240" cy="220680"/>
              </a:xfrm>
              <a:prstGeom prst="rect">
                <a:avLst/>
              </a:prstGeom>
              <a:no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endParaRPr lang="en-US" sz="1800" b="1" u="none" strike="noStrike">
                  <a:effectLst/>
                  <a:uFillTx/>
                  <a:latin typeface="Times New Roman" panose="02020603050405020304" pitchFamily="18" charset="0"/>
                  <a:cs typeface="Times New Roman" panose="02020603050405020304" pitchFamily="18" charset="0"/>
                </a:endParaRPr>
              </a:p>
            </p:txBody>
          </p:sp>
          <p:sp>
            <p:nvSpPr>
              <p:cNvPr id="214" name="stage1_head"/>
              <p:cNvSpPr/>
              <p:nvPr/>
            </p:nvSpPr>
            <p:spPr>
              <a:xfrm>
                <a:off x="2068200" y="1353240"/>
                <a:ext cx="483480" cy="220680"/>
              </a:xfrm>
              <a:prstGeom prst="rect">
                <a:avLst/>
              </a:prstGeom>
              <a:no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endParaRPr lang="en-US" sz="1800" b="1" u="none" strike="noStrike">
                  <a:effectLst/>
                  <a:uFillTx/>
                  <a:latin typeface="Times New Roman" panose="02020603050405020304" pitchFamily="18" charset="0"/>
                  <a:cs typeface="Times New Roman" panose="02020603050405020304" pitchFamily="18" charset="0"/>
                </a:endParaRPr>
              </a:p>
            </p:txBody>
          </p:sp>
          <p:sp>
            <p:nvSpPr>
              <p:cNvPr id="215" name="stage1_background"/>
              <p:cNvSpPr/>
              <p:nvPr/>
            </p:nvSpPr>
            <p:spPr>
              <a:xfrm>
                <a:off x="1566000" y="1353240"/>
                <a:ext cx="985680" cy="220680"/>
              </a:xfrm>
              <a:prstGeom prst="roundRect">
                <a:avLst>
                  <a:gd name="adj" fmla="val 15000"/>
                </a:avLst>
              </a:prstGeom>
              <a:solidFill>
                <a:srgbClr val="E7EEF3"/>
              </a:solidFill>
              <a:ln w="7620">
                <a:solidFill>
                  <a:srgbClr val="94A3AD"/>
                </a:solid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endParaRPr lang="en-US" sz="1800" b="1" u="none" strike="noStrike">
                  <a:effectLst/>
                  <a:uFillTx/>
                  <a:latin typeface="Times New Roman" panose="02020603050405020304" pitchFamily="18" charset="0"/>
                  <a:cs typeface="Times New Roman" panose="02020603050405020304" pitchFamily="18" charset="0"/>
                </a:endParaRPr>
              </a:p>
            </p:txBody>
          </p:sp>
          <p:sp>
            <p:nvSpPr>
              <p:cNvPr id="217" name="stage1_seam"/>
              <p:cNvSpPr/>
              <p:nvPr/>
            </p:nvSpPr>
            <p:spPr>
              <a:xfrm>
                <a:off x="2068200" y="1353240"/>
                <a:ext cx="49320" cy="220680"/>
              </a:xfrm>
              <a:prstGeom prst="rect">
                <a:avLst/>
              </a:prstGeom>
              <a:solidFill>
                <a:srgbClr val="C3E6FF"/>
              </a:solidFill>
              <a:ln>
                <a:noFill/>
              </a:ln>
            </p:spPr>
            <p:style>
              <a:lnRef idx="2">
                <a:schemeClr val="accent1">
                  <a:shade val="15000"/>
                </a:schemeClr>
              </a:lnRef>
              <a:fillRef idx="1">
                <a:schemeClr val="accent1"/>
              </a:fillRef>
              <a:effectRef idx="0">
                <a:schemeClr val="accent1"/>
              </a:effectRef>
              <a:fontRef idx="minor"/>
            </p:style>
            <p:txBody>
              <a:bodyPr lIns="24840" tIns="45000" rIns="24840" bIns="45000" anchor="ctr">
                <a:noAutofit/>
              </a:bodyPr>
              <a:lstStyle/>
              <a:p>
                <a:endParaRPr lang="en-US" sz="1800" b="1" u="none" strike="noStrike">
                  <a:effectLst/>
                  <a:uFillTx/>
                  <a:latin typeface="Times New Roman" panose="02020603050405020304" pitchFamily="18" charset="0"/>
                  <a:cs typeface="Times New Roman" panose="02020603050405020304" pitchFamily="18" charset="0"/>
                </a:endParaRPr>
              </a:p>
            </p:txBody>
          </p:sp>
          <p:sp>
            <p:nvSpPr>
              <p:cNvPr id="218" name="stage1_outline"/>
              <p:cNvSpPr/>
              <p:nvPr/>
            </p:nvSpPr>
            <p:spPr>
              <a:xfrm>
                <a:off x="1566000" y="1353240"/>
                <a:ext cx="985680" cy="220680"/>
              </a:xfrm>
              <a:prstGeom prst="roundRect">
                <a:avLst>
                  <a:gd name="adj" fmla="val 15000"/>
                </a:avLst>
              </a:prstGeom>
              <a:noFill/>
              <a:ln w="5318">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endParaRPr lang="en-US" sz="1800" b="1" u="none" strike="noStrike">
                  <a:effectLst/>
                  <a:uFillTx/>
                  <a:latin typeface="Times New Roman" panose="02020603050405020304" pitchFamily="18" charset="0"/>
                  <a:cs typeface="Times New Roman" panose="02020603050405020304" pitchFamily="18" charset="0"/>
                </a:endParaRPr>
              </a:p>
            </p:txBody>
          </p:sp>
          <p:sp>
            <p:nvSpPr>
              <p:cNvPr id="219" name="stage1_dtext"/>
              <p:cNvSpPr/>
              <p:nvPr/>
            </p:nvSpPr>
            <p:spPr>
              <a:xfrm>
                <a:off x="1583640" y="1379880"/>
                <a:ext cx="462960" cy="1674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700" b="1" u="none" strike="noStrike" dirty="0">
                    <a:effectLst/>
                    <a:uFillTx/>
                    <a:latin typeface="Times New Roman" panose="02020603050405020304" pitchFamily="18" charset="0"/>
                    <a:cs typeface="Times New Roman" panose="02020603050405020304" pitchFamily="18" charset="0"/>
                  </a:rPr>
                  <a:t>Decoder 1</a:t>
                </a:r>
              </a:p>
            </p:txBody>
          </p:sp>
          <p:cxnSp>
            <p:nvCxnSpPr>
              <p:cNvPr id="221" name="stage1_divider__0"/>
              <p:cNvCxnSpPr>
                <a:cxnSpLocks/>
              </p:cNvCxnSpPr>
              <p:nvPr/>
            </p:nvCxnSpPr>
            <p:spPr>
              <a:xfrm>
                <a:off x="2069100" y="1352520"/>
                <a:ext cx="0" cy="226440"/>
              </a:xfrm>
              <a:prstGeom prst="straightConnector1">
                <a:avLst/>
              </a:prstGeom>
              <a:ln w="5614">
                <a:noFill/>
                <a:round/>
              </a:ln>
            </p:spPr>
          </p:cxnSp>
        </p:grpSp>
        <p:grpSp>
          <p:nvGrpSpPr>
            <p:cNvPr id="222" name="stage2_unit"/>
            <p:cNvGrpSpPr/>
            <p:nvPr/>
          </p:nvGrpSpPr>
          <p:grpSpPr>
            <a:xfrm>
              <a:off x="1566000" y="2534400"/>
              <a:ext cx="985680" cy="226440"/>
              <a:chOff x="1566000" y="2534400"/>
              <a:chExt cx="985680" cy="226440"/>
            </a:xfrm>
          </p:grpSpPr>
          <p:sp>
            <p:nvSpPr>
              <p:cNvPr id="223" name="stage2_decoder"/>
              <p:cNvSpPr/>
              <p:nvPr/>
            </p:nvSpPr>
            <p:spPr>
              <a:xfrm>
                <a:off x="1566000" y="2535120"/>
                <a:ext cx="498240" cy="220680"/>
              </a:xfrm>
              <a:prstGeom prst="rect">
                <a:avLst/>
              </a:prstGeom>
              <a:no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endParaRPr lang="en-US" sz="1800" b="1" u="none" strike="noStrike">
                  <a:effectLst/>
                  <a:uFillTx/>
                  <a:latin typeface="Times New Roman" panose="02020603050405020304" pitchFamily="18" charset="0"/>
                  <a:cs typeface="Times New Roman" panose="02020603050405020304" pitchFamily="18" charset="0"/>
                </a:endParaRPr>
              </a:p>
            </p:txBody>
          </p:sp>
          <p:sp>
            <p:nvSpPr>
              <p:cNvPr id="224" name="stage2_head"/>
              <p:cNvSpPr/>
              <p:nvPr/>
            </p:nvSpPr>
            <p:spPr>
              <a:xfrm>
                <a:off x="2068200" y="2535120"/>
                <a:ext cx="483480" cy="220680"/>
              </a:xfrm>
              <a:prstGeom prst="rect">
                <a:avLst/>
              </a:prstGeom>
              <a:no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endParaRPr lang="en-US" sz="1800" b="1" u="none" strike="noStrike">
                  <a:effectLst/>
                  <a:uFillTx/>
                  <a:latin typeface="Times New Roman" panose="02020603050405020304" pitchFamily="18" charset="0"/>
                  <a:cs typeface="Times New Roman" panose="02020603050405020304" pitchFamily="18" charset="0"/>
                </a:endParaRPr>
              </a:p>
            </p:txBody>
          </p:sp>
          <p:sp>
            <p:nvSpPr>
              <p:cNvPr id="225" name="stage2_background"/>
              <p:cNvSpPr/>
              <p:nvPr/>
            </p:nvSpPr>
            <p:spPr>
              <a:xfrm>
                <a:off x="1566000" y="2535120"/>
                <a:ext cx="985680" cy="220680"/>
              </a:xfrm>
              <a:prstGeom prst="roundRect">
                <a:avLst>
                  <a:gd name="adj" fmla="val 15000"/>
                </a:avLst>
              </a:prstGeom>
              <a:solidFill>
                <a:srgbClr val="E7EEF3"/>
              </a:solidFill>
              <a:ln w="7620">
                <a:solidFill>
                  <a:srgbClr val="94A3AD"/>
                </a:solid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endParaRPr lang="en-US" sz="1800" b="1" u="none" strike="noStrike">
                  <a:effectLst/>
                  <a:uFillTx/>
                  <a:latin typeface="Times New Roman" panose="02020603050405020304" pitchFamily="18" charset="0"/>
                  <a:cs typeface="Times New Roman" panose="02020603050405020304" pitchFamily="18" charset="0"/>
                </a:endParaRPr>
              </a:p>
            </p:txBody>
          </p:sp>
          <p:sp>
            <p:nvSpPr>
              <p:cNvPr id="227" name="stage2_seam"/>
              <p:cNvSpPr/>
              <p:nvPr/>
            </p:nvSpPr>
            <p:spPr>
              <a:xfrm>
                <a:off x="2068200" y="2535120"/>
                <a:ext cx="49320" cy="220680"/>
              </a:xfrm>
              <a:prstGeom prst="rect">
                <a:avLst/>
              </a:prstGeom>
              <a:solidFill>
                <a:srgbClr val="C3E6FF"/>
              </a:solidFill>
              <a:ln>
                <a:noFill/>
              </a:ln>
            </p:spPr>
            <p:style>
              <a:lnRef idx="2">
                <a:schemeClr val="accent1">
                  <a:shade val="15000"/>
                </a:schemeClr>
              </a:lnRef>
              <a:fillRef idx="1">
                <a:schemeClr val="accent1"/>
              </a:fillRef>
              <a:effectRef idx="0">
                <a:schemeClr val="accent1"/>
              </a:effectRef>
              <a:fontRef idx="minor"/>
            </p:style>
            <p:txBody>
              <a:bodyPr lIns="24840" tIns="45000" rIns="24840" bIns="45000" anchor="ctr">
                <a:noAutofit/>
              </a:bodyPr>
              <a:lstStyle/>
              <a:p>
                <a:endParaRPr lang="en-US" sz="1800" b="1" u="none" strike="noStrike">
                  <a:effectLst/>
                  <a:uFillTx/>
                  <a:latin typeface="Times New Roman" panose="02020603050405020304" pitchFamily="18" charset="0"/>
                  <a:cs typeface="Times New Roman" panose="02020603050405020304" pitchFamily="18" charset="0"/>
                </a:endParaRPr>
              </a:p>
            </p:txBody>
          </p:sp>
          <p:sp>
            <p:nvSpPr>
              <p:cNvPr id="228" name="stage2_outline"/>
              <p:cNvSpPr/>
              <p:nvPr/>
            </p:nvSpPr>
            <p:spPr>
              <a:xfrm>
                <a:off x="1566000" y="2535120"/>
                <a:ext cx="985680" cy="220680"/>
              </a:xfrm>
              <a:prstGeom prst="roundRect">
                <a:avLst>
                  <a:gd name="adj" fmla="val 15000"/>
                </a:avLst>
              </a:prstGeom>
              <a:noFill/>
              <a:ln w="5318">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endParaRPr lang="en-US" sz="1800" b="1" u="none" strike="noStrike">
                  <a:effectLst/>
                  <a:uFillTx/>
                  <a:latin typeface="Times New Roman" panose="02020603050405020304" pitchFamily="18" charset="0"/>
                  <a:cs typeface="Times New Roman" panose="02020603050405020304" pitchFamily="18" charset="0"/>
                </a:endParaRPr>
              </a:p>
            </p:txBody>
          </p:sp>
          <p:sp>
            <p:nvSpPr>
              <p:cNvPr id="229" name="stage2_dtext"/>
              <p:cNvSpPr/>
              <p:nvPr/>
            </p:nvSpPr>
            <p:spPr>
              <a:xfrm>
                <a:off x="1583640" y="2561760"/>
                <a:ext cx="462960" cy="1674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700" b="1" u="none" strike="noStrike" dirty="0">
                    <a:effectLst/>
                    <a:uFillTx/>
                    <a:latin typeface="Times New Roman" panose="02020603050405020304" pitchFamily="18" charset="0"/>
                    <a:cs typeface="Times New Roman" panose="02020603050405020304" pitchFamily="18" charset="0"/>
                  </a:rPr>
                  <a:t>Decoder 2</a:t>
                </a:r>
              </a:p>
            </p:txBody>
          </p:sp>
          <p:cxnSp>
            <p:nvCxnSpPr>
              <p:cNvPr id="231" name="stage2_divider__0"/>
              <p:cNvCxnSpPr>
                <a:cxnSpLocks/>
              </p:cNvCxnSpPr>
              <p:nvPr/>
            </p:nvCxnSpPr>
            <p:spPr>
              <a:xfrm>
                <a:off x="2069100" y="2534400"/>
                <a:ext cx="0" cy="226440"/>
              </a:xfrm>
              <a:prstGeom prst="straightConnector1">
                <a:avLst/>
              </a:prstGeom>
              <a:ln w="5614">
                <a:noFill/>
                <a:round/>
              </a:ln>
            </p:spPr>
          </p:cxnSp>
          <p:sp>
            <p:nvSpPr>
              <p:cNvPr id="226" name="stage2_headfill"/>
              <p:cNvSpPr/>
              <p:nvPr/>
            </p:nvSpPr>
            <p:spPr>
              <a:xfrm>
                <a:off x="2066471" y="2534940"/>
                <a:ext cx="476114" cy="220680"/>
              </a:xfrm>
              <a:prstGeom prst="roundRect">
                <a:avLst>
                  <a:gd name="adj" fmla="val 15000"/>
                </a:avLst>
              </a:prstGeom>
              <a:solidFill>
                <a:srgbClr val="C5E7DA"/>
              </a:solidFill>
              <a:ln w="762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endParaRPr lang="en-US" sz="1800" b="1" u="none" strike="noStrike">
                  <a:effectLst/>
                  <a:uFillTx/>
                  <a:latin typeface="Times New Roman" panose="02020603050405020304" pitchFamily="18" charset="0"/>
                  <a:cs typeface="Times New Roman" panose="02020603050405020304" pitchFamily="18" charset="0"/>
                </a:endParaRPr>
              </a:p>
            </p:txBody>
          </p:sp>
          <p:sp>
            <p:nvSpPr>
              <p:cNvPr id="230" name="stage2_htext"/>
              <p:cNvSpPr/>
              <p:nvPr/>
            </p:nvSpPr>
            <p:spPr>
              <a:xfrm>
                <a:off x="2110224" y="2555090"/>
                <a:ext cx="381241" cy="191160"/>
              </a:xfrm>
              <a:prstGeom prst="rect">
                <a:avLst/>
              </a:prstGeom>
              <a:solidFill>
                <a:srgbClr val="C5E7DA"/>
              </a:solid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700" b="1" u="none" strike="noStrike" dirty="0">
                    <a:effectLst/>
                    <a:uFillTx/>
                    <a:latin typeface="Times New Roman" panose="02020603050405020304" pitchFamily="18" charset="0"/>
                    <a:cs typeface="Times New Roman" panose="02020603050405020304" pitchFamily="18" charset="0"/>
                  </a:rPr>
                  <a:t>FDR Head</a:t>
                </a:r>
              </a:p>
            </p:txBody>
          </p:sp>
        </p:grpSp>
        <p:grpSp>
          <p:nvGrpSpPr>
            <p:cNvPr id="232" name="stage3_unit"/>
            <p:cNvGrpSpPr/>
            <p:nvPr/>
          </p:nvGrpSpPr>
          <p:grpSpPr>
            <a:xfrm>
              <a:off x="1566000" y="3716280"/>
              <a:ext cx="985680" cy="226440"/>
              <a:chOff x="1566000" y="3716280"/>
              <a:chExt cx="985680" cy="226440"/>
            </a:xfrm>
          </p:grpSpPr>
          <p:sp>
            <p:nvSpPr>
              <p:cNvPr id="233" name="stage3_decoder"/>
              <p:cNvSpPr/>
              <p:nvPr/>
            </p:nvSpPr>
            <p:spPr>
              <a:xfrm>
                <a:off x="1566000" y="3717000"/>
                <a:ext cx="498240" cy="220680"/>
              </a:xfrm>
              <a:prstGeom prst="rect">
                <a:avLst/>
              </a:prstGeom>
              <a:no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endParaRPr lang="en-US" sz="1800" b="1" u="none" strike="noStrike">
                  <a:effectLst/>
                  <a:uFillTx/>
                  <a:latin typeface="Times New Roman" panose="02020603050405020304" pitchFamily="18" charset="0"/>
                  <a:cs typeface="Times New Roman" panose="02020603050405020304" pitchFamily="18" charset="0"/>
                </a:endParaRPr>
              </a:p>
            </p:txBody>
          </p:sp>
          <p:sp>
            <p:nvSpPr>
              <p:cNvPr id="234" name="stage3_head"/>
              <p:cNvSpPr/>
              <p:nvPr/>
            </p:nvSpPr>
            <p:spPr>
              <a:xfrm>
                <a:off x="2068200" y="3717000"/>
                <a:ext cx="483480" cy="220680"/>
              </a:xfrm>
              <a:prstGeom prst="rect">
                <a:avLst/>
              </a:prstGeom>
              <a:no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endParaRPr lang="en-US" sz="1800" b="1" u="none" strike="noStrike">
                  <a:effectLst/>
                  <a:uFillTx/>
                  <a:latin typeface="Times New Roman" panose="02020603050405020304" pitchFamily="18" charset="0"/>
                  <a:cs typeface="Times New Roman" panose="02020603050405020304" pitchFamily="18" charset="0"/>
                </a:endParaRPr>
              </a:p>
            </p:txBody>
          </p:sp>
          <p:sp>
            <p:nvSpPr>
              <p:cNvPr id="235" name="stage3_background"/>
              <p:cNvSpPr/>
              <p:nvPr/>
            </p:nvSpPr>
            <p:spPr>
              <a:xfrm>
                <a:off x="1566000" y="3717000"/>
                <a:ext cx="985680" cy="220680"/>
              </a:xfrm>
              <a:prstGeom prst="roundRect">
                <a:avLst>
                  <a:gd name="adj" fmla="val 15000"/>
                </a:avLst>
              </a:prstGeom>
              <a:solidFill>
                <a:srgbClr val="E7EEF3"/>
              </a:solidFill>
              <a:ln w="7620">
                <a:solidFill>
                  <a:srgbClr val="94A3AD"/>
                </a:solid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endParaRPr lang="en-US" sz="1800" b="1" u="none" strike="noStrike">
                  <a:effectLst/>
                  <a:uFillTx/>
                  <a:latin typeface="Times New Roman" panose="02020603050405020304" pitchFamily="18" charset="0"/>
                  <a:cs typeface="Times New Roman" panose="02020603050405020304" pitchFamily="18" charset="0"/>
                </a:endParaRPr>
              </a:p>
            </p:txBody>
          </p:sp>
          <p:sp>
            <p:nvSpPr>
              <p:cNvPr id="236" name="stage3_headfill"/>
              <p:cNvSpPr/>
              <p:nvPr/>
            </p:nvSpPr>
            <p:spPr>
              <a:xfrm>
                <a:off x="2068200" y="3717000"/>
                <a:ext cx="483480" cy="220680"/>
              </a:xfrm>
              <a:prstGeom prst="roundRect">
                <a:avLst>
                  <a:gd name="adj" fmla="val 15000"/>
                </a:avLst>
              </a:prstGeom>
              <a:solidFill>
                <a:srgbClr val="C3E6FF"/>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endParaRPr lang="en-US" sz="1800" b="1" u="none" strike="noStrike">
                  <a:effectLst/>
                  <a:uFillTx/>
                  <a:latin typeface="Times New Roman" panose="02020603050405020304" pitchFamily="18" charset="0"/>
                  <a:cs typeface="Times New Roman" panose="02020603050405020304" pitchFamily="18" charset="0"/>
                </a:endParaRPr>
              </a:p>
            </p:txBody>
          </p:sp>
          <p:sp>
            <p:nvSpPr>
              <p:cNvPr id="237" name="stage3_seam"/>
              <p:cNvSpPr/>
              <p:nvPr/>
            </p:nvSpPr>
            <p:spPr>
              <a:xfrm>
                <a:off x="2068200" y="3717000"/>
                <a:ext cx="49320" cy="220680"/>
              </a:xfrm>
              <a:prstGeom prst="rect">
                <a:avLst/>
              </a:prstGeom>
              <a:solidFill>
                <a:srgbClr val="C3E6FF"/>
              </a:solidFill>
              <a:ln>
                <a:noFill/>
              </a:ln>
            </p:spPr>
            <p:style>
              <a:lnRef idx="2">
                <a:schemeClr val="accent1">
                  <a:shade val="15000"/>
                </a:schemeClr>
              </a:lnRef>
              <a:fillRef idx="1">
                <a:schemeClr val="accent1"/>
              </a:fillRef>
              <a:effectRef idx="0">
                <a:schemeClr val="accent1"/>
              </a:effectRef>
              <a:fontRef idx="minor"/>
            </p:style>
            <p:txBody>
              <a:bodyPr lIns="24840" tIns="45000" rIns="24840" bIns="45000" anchor="ctr">
                <a:noAutofit/>
              </a:bodyPr>
              <a:lstStyle/>
              <a:p>
                <a:endParaRPr lang="en-US" sz="1800" b="1" u="none" strike="noStrike">
                  <a:effectLst/>
                  <a:uFillTx/>
                  <a:latin typeface="Times New Roman" panose="02020603050405020304" pitchFamily="18" charset="0"/>
                  <a:cs typeface="Times New Roman" panose="02020603050405020304" pitchFamily="18" charset="0"/>
                </a:endParaRPr>
              </a:p>
            </p:txBody>
          </p:sp>
          <p:sp>
            <p:nvSpPr>
              <p:cNvPr id="238" name="stage3_outline"/>
              <p:cNvSpPr/>
              <p:nvPr/>
            </p:nvSpPr>
            <p:spPr>
              <a:xfrm>
                <a:off x="1566000" y="3717000"/>
                <a:ext cx="985680" cy="220680"/>
              </a:xfrm>
              <a:prstGeom prst="roundRect">
                <a:avLst>
                  <a:gd name="adj" fmla="val 15000"/>
                </a:avLst>
              </a:prstGeom>
              <a:noFill/>
              <a:ln w="5318">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endParaRPr lang="en-US" sz="1800" b="1" u="none" strike="noStrike">
                  <a:effectLst/>
                  <a:uFillTx/>
                  <a:latin typeface="Times New Roman" panose="02020603050405020304" pitchFamily="18" charset="0"/>
                  <a:cs typeface="Times New Roman" panose="02020603050405020304" pitchFamily="18" charset="0"/>
                </a:endParaRPr>
              </a:p>
            </p:txBody>
          </p:sp>
          <p:sp>
            <p:nvSpPr>
              <p:cNvPr id="239" name="stage3_dtext"/>
              <p:cNvSpPr/>
              <p:nvPr/>
            </p:nvSpPr>
            <p:spPr>
              <a:xfrm>
                <a:off x="1583640" y="3743640"/>
                <a:ext cx="462960" cy="1674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700" b="1" u="none" strike="noStrike">
                    <a:effectLst/>
                    <a:uFillTx/>
                    <a:latin typeface="Times New Roman" panose="02020603050405020304" pitchFamily="18" charset="0"/>
                    <a:cs typeface="Times New Roman" panose="02020603050405020304" pitchFamily="18" charset="0"/>
                  </a:rPr>
                  <a:t>Decoder 3</a:t>
                </a:r>
              </a:p>
            </p:txBody>
          </p:sp>
          <p:cxnSp>
            <p:nvCxnSpPr>
              <p:cNvPr id="241" name="stage3_divider__0"/>
              <p:cNvCxnSpPr>
                <a:cxnSpLocks/>
              </p:cNvCxnSpPr>
              <p:nvPr/>
            </p:nvCxnSpPr>
            <p:spPr>
              <a:xfrm>
                <a:off x="2069100" y="3716280"/>
                <a:ext cx="0" cy="226440"/>
              </a:xfrm>
              <a:prstGeom prst="straightConnector1">
                <a:avLst/>
              </a:prstGeom>
              <a:ln w="5614">
                <a:noFill/>
                <a:round/>
              </a:ln>
            </p:spPr>
          </p:cxnSp>
        </p:grpSp>
        <p:grpSp>
          <p:nvGrpSpPr>
            <p:cNvPr id="242" name="stage6_unit"/>
            <p:cNvGrpSpPr/>
            <p:nvPr/>
          </p:nvGrpSpPr>
          <p:grpSpPr>
            <a:xfrm>
              <a:off x="1566000" y="5045760"/>
              <a:ext cx="985680" cy="226440"/>
              <a:chOff x="1566000" y="5045760"/>
              <a:chExt cx="985680" cy="226440"/>
            </a:xfrm>
          </p:grpSpPr>
          <p:sp>
            <p:nvSpPr>
              <p:cNvPr id="243" name="stage6_decoder"/>
              <p:cNvSpPr/>
              <p:nvPr/>
            </p:nvSpPr>
            <p:spPr>
              <a:xfrm>
                <a:off x="1566000" y="5046480"/>
                <a:ext cx="498240" cy="220680"/>
              </a:xfrm>
              <a:prstGeom prst="rect">
                <a:avLst/>
              </a:prstGeom>
              <a:no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endParaRPr lang="en-US" sz="1800" b="1" u="none" strike="noStrike">
                  <a:effectLst/>
                  <a:uFillTx/>
                  <a:latin typeface="Times New Roman" panose="02020603050405020304" pitchFamily="18" charset="0"/>
                  <a:cs typeface="Times New Roman" panose="02020603050405020304" pitchFamily="18" charset="0"/>
                </a:endParaRPr>
              </a:p>
            </p:txBody>
          </p:sp>
          <p:sp>
            <p:nvSpPr>
              <p:cNvPr id="244" name="stage6_head"/>
              <p:cNvSpPr/>
              <p:nvPr/>
            </p:nvSpPr>
            <p:spPr>
              <a:xfrm>
                <a:off x="2068200" y="5046480"/>
                <a:ext cx="483480" cy="220680"/>
              </a:xfrm>
              <a:prstGeom prst="rect">
                <a:avLst/>
              </a:prstGeom>
              <a:no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endParaRPr lang="en-US" sz="1800" b="1" u="none" strike="noStrike">
                  <a:effectLst/>
                  <a:uFillTx/>
                  <a:latin typeface="Times New Roman" panose="02020603050405020304" pitchFamily="18" charset="0"/>
                  <a:cs typeface="Times New Roman" panose="02020603050405020304" pitchFamily="18" charset="0"/>
                </a:endParaRPr>
              </a:p>
            </p:txBody>
          </p:sp>
          <p:sp>
            <p:nvSpPr>
              <p:cNvPr id="245" name="stage6_background"/>
              <p:cNvSpPr/>
              <p:nvPr/>
            </p:nvSpPr>
            <p:spPr>
              <a:xfrm>
                <a:off x="1566000" y="5046480"/>
                <a:ext cx="985680" cy="220680"/>
              </a:xfrm>
              <a:prstGeom prst="roundRect">
                <a:avLst>
                  <a:gd name="adj" fmla="val 15000"/>
                </a:avLst>
              </a:prstGeom>
              <a:solidFill>
                <a:srgbClr val="E7EEF3"/>
              </a:solidFill>
              <a:ln w="7620">
                <a:solidFill>
                  <a:srgbClr val="94A3AD"/>
                </a:solid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endParaRPr lang="en-US" sz="1800" b="1" u="none" strike="noStrike">
                  <a:effectLst/>
                  <a:uFillTx/>
                  <a:latin typeface="Times New Roman" panose="02020603050405020304" pitchFamily="18" charset="0"/>
                  <a:cs typeface="Times New Roman" panose="02020603050405020304" pitchFamily="18" charset="0"/>
                </a:endParaRPr>
              </a:p>
            </p:txBody>
          </p:sp>
          <p:sp>
            <p:nvSpPr>
              <p:cNvPr id="246" name="stage6_headfill"/>
              <p:cNvSpPr/>
              <p:nvPr/>
            </p:nvSpPr>
            <p:spPr>
              <a:xfrm>
                <a:off x="2068200" y="5046480"/>
                <a:ext cx="483480" cy="220680"/>
              </a:xfrm>
              <a:prstGeom prst="roundRect">
                <a:avLst>
                  <a:gd name="adj" fmla="val 15000"/>
                </a:avLst>
              </a:prstGeom>
              <a:solidFill>
                <a:srgbClr val="C3E6FF"/>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endParaRPr lang="en-US" sz="1800" b="1" u="none" strike="noStrike">
                  <a:effectLst/>
                  <a:uFillTx/>
                  <a:latin typeface="Times New Roman" panose="02020603050405020304" pitchFamily="18" charset="0"/>
                  <a:cs typeface="Times New Roman" panose="02020603050405020304" pitchFamily="18" charset="0"/>
                </a:endParaRPr>
              </a:p>
            </p:txBody>
          </p:sp>
          <p:sp>
            <p:nvSpPr>
              <p:cNvPr id="247" name="stage6_seam"/>
              <p:cNvSpPr/>
              <p:nvPr/>
            </p:nvSpPr>
            <p:spPr>
              <a:xfrm>
                <a:off x="2068200" y="5046480"/>
                <a:ext cx="49320" cy="220680"/>
              </a:xfrm>
              <a:prstGeom prst="rect">
                <a:avLst/>
              </a:prstGeom>
              <a:solidFill>
                <a:srgbClr val="C3E6FF"/>
              </a:solidFill>
              <a:ln>
                <a:noFill/>
              </a:ln>
            </p:spPr>
            <p:style>
              <a:lnRef idx="2">
                <a:schemeClr val="accent1">
                  <a:shade val="15000"/>
                </a:schemeClr>
              </a:lnRef>
              <a:fillRef idx="1">
                <a:schemeClr val="accent1"/>
              </a:fillRef>
              <a:effectRef idx="0">
                <a:schemeClr val="accent1"/>
              </a:effectRef>
              <a:fontRef idx="minor"/>
            </p:style>
            <p:txBody>
              <a:bodyPr lIns="24840" tIns="45000" rIns="24840" bIns="45000" anchor="ctr">
                <a:noAutofit/>
              </a:bodyPr>
              <a:lstStyle/>
              <a:p>
                <a:endParaRPr lang="en-US" sz="1800" b="1" u="none" strike="noStrike">
                  <a:effectLst/>
                  <a:uFillTx/>
                  <a:latin typeface="Times New Roman" panose="02020603050405020304" pitchFamily="18" charset="0"/>
                  <a:cs typeface="Times New Roman" panose="02020603050405020304" pitchFamily="18" charset="0"/>
                </a:endParaRPr>
              </a:p>
            </p:txBody>
          </p:sp>
          <p:sp>
            <p:nvSpPr>
              <p:cNvPr id="248" name="stage6_outline"/>
              <p:cNvSpPr/>
              <p:nvPr/>
            </p:nvSpPr>
            <p:spPr>
              <a:xfrm>
                <a:off x="1566000" y="5046480"/>
                <a:ext cx="985680" cy="220680"/>
              </a:xfrm>
              <a:prstGeom prst="roundRect">
                <a:avLst>
                  <a:gd name="adj" fmla="val 15000"/>
                </a:avLst>
              </a:prstGeom>
              <a:noFill/>
              <a:ln w="5318">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endParaRPr lang="en-US" sz="1800" b="1" u="none" strike="noStrike">
                  <a:effectLst/>
                  <a:uFillTx/>
                  <a:latin typeface="Times New Roman" panose="02020603050405020304" pitchFamily="18" charset="0"/>
                  <a:cs typeface="Times New Roman" panose="02020603050405020304" pitchFamily="18" charset="0"/>
                </a:endParaRPr>
              </a:p>
            </p:txBody>
          </p:sp>
          <p:sp>
            <p:nvSpPr>
              <p:cNvPr id="249" name="stage6_dtext"/>
              <p:cNvSpPr/>
              <p:nvPr/>
            </p:nvSpPr>
            <p:spPr>
              <a:xfrm>
                <a:off x="1583640" y="5073120"/>
                <a:ext cx="462960" cy="1674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700" b="1" u="none" strike="noStrike">
                    <a:effectLst/>
                    <a:uFillTx/>
                    <a:latin typeface="Times New Roman" panose="02020603050405020304" pitchFamily="18" charset="0"/>
                    <a:cs typeface="Times New Roman" panose="02020603050405020304" pitchFamily="18" charset="0"/>
                  </a:rPr>
                  <a:t>Decoder 6</a:t>
                </a:r>
              </a:p>
            </p:txBody>
          </p:sp>
          <p:cxnSp>
            <p:nvCxnSpPr>
              <p:cNvPr id="251" name="stage6_divider__0"/>
              <p:cNvCxnSpPr>
                <a:cxnSpLocks/>
              </p:cNvCxnSpPr>
              <p:nvPr/>
            </p:nvCxnSpPr>
            <p:spPr>
              <a:xfrm>
                <a:off x="2069100" y="5045760"/>
                <a:ext cx="0" cy="226440"/>
              </a:xfrm>
              <a:prstGeom prst="straightConnector1">
                <a:avLst/>
              </a:prstGeom>
              <a:ln w="5614">
                <a:noFill/>
                <a:round/>
              </a:ln>
            </p:spPr>
          </p:cxnSp>
        </p:grpSp>
        <p:cxnSp>
          <p:nvCxnSpPr>
            <p:cNvPr id="252" name="initial_reference__0"/>
            <p:cNvCxnSpPr>
              <a:cxnSpLocks/>
              <a:stCxn id="71" idx="3"/>
              <a:endCxn id="352" idx="1"/>
            </p:cNvCxnSpPr>
            <p:nvPr/>
          </p:nvCxnSpPr>
          <p:spPr>
            <a:xfrm flipV="1">
              <a:off x="4830840" y="602280"/>
              <a:ext cx="1522197" cy="2671"/>
            </a:xfrm>
            <a:prstGeom prst="straightConnector1">
              <a:avLst/>
            </a:prstGeom>
            <a:ln w="12700">
              <a:solidFill>
                <a:srgbClr val="687D89"/>
              </a:solidFill>
              <a:round/>
              <a:tailEnd type="triangle" w="sm" len="sm"/>
            </a:ln>
          </p:spPr>
        </p:cxnSp>
        <p:cxnSp>
          <p:nvCxnSpPr>
            <p:cNvPr id="255" name="dist_lqe_1__1"/>
            <p:cNvCxnSpPr>
              <a:cxnSpLocks/>
            </p:cNvCxnSpPr>
            <p:nvPr/>
          </p:nvCxnSpPr>
          <p:spPr>
            <a:xfrm flipV="1">
              <a:off x="3954420" y="1854295"/>
              <a:ext cx="704978" cy="5351"/>
            </a:xfrm>
            <a:prstGeom prst="straightConnector1">
              <a:avLst/>
            </a:prstGeom>
            <a:ln w="12700">
              <a:solidFill>
                <a:srgbClr val="4F9A83"/>
              </a:solidFill>
              <a:prstDash val="sysDot"/>
              <a:round/>
              <a:tailEnd type="triangle" w="sm" len="sm"/>
            </a:ln>
          </p:spPr>
        </p:cxnSp>
        <p:cxnSp>
          <p:nvCxnSpPr>
            <p:cNvPr id="256" name="class_lqe_1__0"/>
            <p:cNvCxnSpPr>
              <a:cxnSpLocks/>
              <a:endCxn id="93" idx="3"/>
            </p:cNvCxnSpPr>
            <p:nvPr/>
          </p:nvCxnSpPr>
          <p:spPr>
            <a:xfrm flipH="1">
              <a:off x="5350762" y="1849320"/>
              <a:ext cx="505056" cy="0"/>
            </a:xfrm>
            <a:prstGeom prst="straightConnector1">
              <a:avLst/>
            </a:prstGeom>
            <a:ln w="9525">
              <a:solidFill>
                <a:srgbClr val="4F9A83"/>
              </a:solidFill>
              <a:prstDash val="sysDot"/>
              <a:round/>
              <a:tailEnd type="triangle" w="sm" len="sm"/>
            </a:ln>
          </p:spPr>
        </p:cxnSp>
        <p:cxnSp>
          <p:nvCxnSpPr>
            <p:cNvPr id="259" name="dist_lqe_2__1"/>
            <p:cNvCxnSpPr>
              <a:cxnSpLocks/>
              <a:endCxn id="115" idx="1"/>
            </p:cNvCxnSpPr>
            <p:nvPr/>
          </p:nvCxnSpPr>
          <p:spPr>
            <a:xfrm flipV="1">
              <a:off x="3954420" y="3027420"/>
              <a:ext cx="724068" cy="6597"/>
            </a:xfrm>
            <a:prstGeom prst="straightConnector1">
              <a:avLst/>
            </a:prstGeom>
            <a:ln w="12700">
              <a:solidFill>
                <a:srgbClr val="4F9A83"/>
              </a:solidFill>
              <a:prstDash val="sysDot"/>
              <a:round/>
              <a:tailEnd type="triangle" w="sm" len="sm"/>
            </a:ln>
          </p:spPr>
        </p:cxnSp>
        <p:cxnSp>
          <p:nvCxnSpPr>
            <p:cNvPr id="260" name="class_lqe_2__0"/>
            <p:cNvCxnSpPr>
              <a:cxnSpLocks/>
              <a:endCxn id="115" idx="3"/>
            </p:cNvCxnSpPr>
            <p:nvPr/>
          </p:nvCxnSpPr>
          <p:spPr>
            <a:xfrm flipH="1" flipV="1">
              <a:off x="5355648" y="3027420"/>
              <a:ext cx="519916" cy="1216"/>
            </a:xfrm>
            <a:prstGeom prst="straightConnector1">
              <a:avLst/>
            </a:prstGeom>
            <a:ln w="12700">
              <a:solidFill>
                <a:srgbClr val="4F9A83"/>
              </a:solidFill>
              <a:prstDash val="sysDot"/>
              <a:round/>
              <a:tailEnd type="triangle" w="sm" len="sm"/>
            </a:ln>
          </p:spPr>
        </p:cxnSp>
        <p:cxnSp>
          <p:nvCxnSpPr>
            <p:cNvPr id="263" name="dist_lqe_3__1"/>
            <p:cNvCxnSpPr>
              <a:cxnSpLocks/>
              <a:endCxn id="139" idx="1"/>
            </p:cNvCxnSpPr>
            <p:nvPr/>
          </p:nvCxnSpPr>
          <p:spPr>
            <a:xfrm>
              <a:off x="3954420" y="4207140"/>
              <a:ext cx="756521" cy="0"/>
            </a:xfrm>
            <a:prstGeom prst="straightConnector1">
              <a:avLst/>
            </a:prstGeom>
            <a:ln w="12700">
              <a:solidFill>
                <a:srgbClr val="4F9A83"/>
              </a:solidFill>
              <a:prstDash val="sysDot"/>
              <a:round/>
              <a:tailEnd type="triangle" w="sm" len="sm"/>
            </a:ln>
          </p:spPr>
        </p:cxnSp>
        <p:cxnSp>
          <p:nvCxnSpPr>
            <p:cNvPr id="264" name="class_lqe_3__0"/>
            <p:cNvCxnSpPr>
              <a:cxnSpLocks/>
              <a:endCxn id="139" idx="3"/>
            </p:cNvCxnSpPr>
            <p:nvPr/>
          </p:nvCxnSpPr>
          <p:spPr>
            <a:xfrm flipH="1">
              <a:off x="5388101" y="4204615"/>
              <a:ext cx="478108" cy="2525"/>
            </a:xfrm>
            <a:prstGeom prst="straightConnector1">
              <a:avLst/>
            </a:prstGeom>
            <a:ln w="12700">
              <a:solidFill>
                <a:srgbClr val="4F9A83"/>
              </a:solidFill>
              <a:prstDash val="sysDot"/>
              <a:round/>
              <a:tailEnd type="triangle" w="sm" len="sm"/>
            </a:ln>
          </p:spPr>
        </p:cxnSp>
        <p:cxnSp>
          <p:nvCxnSpPr>
            <p:cNvPr id="267" name="dist_lqe_6__1"/>
            <p:cNvCxnSpPr>
              <a:cxnSpLocks/>
            </p:cNvCxnSpPr>
            <p:nvPr/>
          </p:nvCxnSpPr>
          <p:spPr>
            <a:xfrm>
              <a:off x="3951698" y="5569275"/>
              <a:ext cx="732147" cy="5145"/>
            </a:xfrm>
            <a:prstGeom prst="straightConnector1">
              <a:avLst/>
            </a:prstGeom>
            <a:ln w="12700">
              <a:solidFill>
                <a:srgbClr val="4F9A83"/>
              </a:solidFill>
              <a:round/>
              <a:tailEnd type="triangle" w="sm" len="sm"/>
            </a:ln>
          </p:spPr>
        </p:cxnSp>
        <p:cxnSp>
          <p:nvCxnSpPr>
            <p:cNvPr id="268" name="class_lqe_6__0"/>
            <p:cNvCxnSpPr>
              <a:cxnSpLocks/>
              <a:endCxn id="163" idx="3"/>
            </p:cNvCxnSpPr>
            <p:nvPr/>
          </p:nvCxnSpPr>
          <p:spPr>
            <a:xfrm flipH="1">
              <a:off x="5363727" y="5569275"/>
              <a:ext cx="492091" cy="5145"/>
            </a:xfrm>
            <a:prstGeom prst="straightConnector1">
              <a:avLst/>
            </a:prstGeom>
            <a:ln w="12700">
              <a:solidFill>
                <a:srgbClr val="4F9A83"/>
              </a:solidFill>
              <a:round/>
              <a:tailEnd type="triangle" w="sm" len="sm"/>
            </a:ln>
          </p:spPr>
        </p:cxnSp>
        <p:cxnSp>
          <p:nvCxnSpPr>
            <p:cNvPr id="269" name="input_encoder__0"/>
            <p:cNvCxnSpPr>
              <a:cxnSpLocks/>
            </p:cNvCxnSpPr>
            <p:nvPr/>
          </p:nvCxnSpPr>
          <p:spPr>
            <a:xfrm>
              <a:off x="1109787" y="851732"/>
              <a:ext cx="0" cy="246894"/>
            </a:xfrm>
            <a:prstGeom prst="straightConnector1">
              <a:avLst/>
            </a:prstGeom>
            <a:ln w="12700">
              <a:solidFill>
                <a:srgbClr val="687D89"/>
              </a:solidFill>
              <a:round/>
              <a:tailEnd type="triangle" w="sm" len="sm"/>
            </a:ln>
          </p:spPr>
        </p:cxnSp>
        <p:cxnSp>
          <p:nvCxnSpPr>
            <p:cNvPr id="270" name="encoder_decoder__0"/>
            <p:cNvCxnSpPr>
              <a:cxnSpLocks/>
            </p:cNvCxnSpPr>
            <p:nvPr/>
          </p:nvCxnSpPr>
          <p:spPr>
            <a:xfrm>
              <a:off x="1364423" y="1483851"/>
              <a:ext cx="203400" cy="0"/>
            </a:xfrm>
            <a:prstGeom prst="straightConnector1">
              <a:avLst/>
            </a:prstGeom>
            <a:ln w="12700">
              <a:solidFill>
                <a:srgbClr val="687D89"/>
              </a:solidFill>
              <a:round/>
              <a:tailEnd type="triangle" w="sm" len="sm"/>
            </a:ln>
          </p:spPr>
        </p:cxnSp>
        <p:cxnSp>
          <p:nvCxnSpPr>
            <p:cNvPr id="271" name="initial_prediction__0"/>
            <p:cNvCxnSpPr>
              <a:cxnSpLocks/>
            </p:cNvCxnSpPr>
            <p:nvPr/>
          </p:nvCxnSpPr>
          <p:spPr>
            <a:xfrm flipV="1">
              <a:off x="1814581" y="602280"/>
              <a:ext cx="0" cy="756872"/>
            </a:xfrm>
            <a:prstGeom prst="straightConnector1">
              <a:avLst/>
            </a:prstGeom>
            <a:ln w="12700">
              <a:solidFill>
                <a:srgbClr val="687D89"/>
              </a:solidFill>
              <a:round/>
            </a:ln>
          </p:spPr>
        </p:cxnSp>
        <p:cxnSp>
          <p:nvCxnSpPr>
            <p:cNvPr id="272" name="initial_prediction__1"/>
            <p:cNvCxnSpPr>
              <a:cxnSpLocks/>
              <a:endCxn id="71" idx="1"/>
            </p:cNvCxnSpPr>
            <p:nvPr/>
          </p:nvCxnSpPr>
          <p:spPr>
            <a:xfrm flipV="1">
              <a:off x="1814581" y="604951"/>
              <a:ext cx="2370059" cy="1659"/>
            </a:xfrm>
            <a:prstGeom prst="straightConnector1">
              <a:avLst/>
            </a:prstGeom>
            <a:ln w="12700">
              <a:solidFill>
                <a:srgbClr val="687D89"/>
              </a:solidFill>
              <a:round/>
              <a:tailEnd type="triangle" w="sm" len="sm"/>
            </a:ln>
          </p:spPr>
        </p:cxnSp>
        <p:cxnSp>
          <p:nvCxnSpPr>
            <p:cNvPr id="273" name="head_to_distribution_1__0"/>
            <p:cNvCxnSpPr>
              <a:cxnSpLocks/>
            </p:cNvCxnSpPr>
            <p:nvPr/>
          </p:nvCxnSpPr>
          <p:spPr>
            <a:xfrm>
              <a:off x="2553840" y="1465200"/>
              <a:ext cx="224640" cy="0"/>
            </a:xfrm>
            <a:prstGeom prst="straightConnector1">
              <a:avLst/>
            </a:prstGeom>
            <a:ln w="12700">
              <a:solidFill>
                <a:srgbClr val="687D89"/>
              </a:solidFill>
              <a:round/>
              <a:tailEnd type="triangle" w="sm" len="sm"/>
            </a:ln>
          </p:spPr>
        </p:cxnSp>
        <p:cxnSp>
          <p:nvCxnSpPr>
            <p:cNvPr id="274" name="distribution_out_1__0"/>
            <p:cNvCxnSpPr>
              <a:cxnSpLocks/>
            </p:cNvCxnSpPr>
            <p:nvPr/>
          </p:nvCxnSpPr>
          <p:spPr>
            <a:xfrm>
              <a:off x="3603600" y="1465740"/>
              <a:ext cx="356220" cy="0"/>
            </a:xfrm>
            <a:prstGeom prst="straightConnector1">
              <a:avLst/>
            </a:prstGeom>
            <a:ln w="12700">
              <a:solidFill>
                <a:srgbClr val="687D89"/>
              </a:solidFill>
              <a:round/>
            </a:ln>
          </p:spPr>
        </p:cxnSp>
        <p:cxnSp>
          <p:nvCxnSpPr>
            <p:cNvPr id="275" name="dist_ddo_1__0"/>
            <p:cNvCxnSpPr>
              <a:cxnSpLocks/>
            </p:cNvCxnSpPr>
            <p:nvPr/>
          </p:nvCxnSpPr>
          <p:spPr>
            <a:xfrm flipV="1">
              <a:off x="3959820" y="1072080"/>
              <a:ext cx="0" cy="392760"/>
            </a:xfrm>
            <a:prstGeom prst="straightConnector1">
              <a:avLst/>
            </a:prstGeom>
            <a:ln w="12700">
              <a:solidFill>
                <a:srgbClr val="C49B50"/>
              </a:solidFill>
              <a:round/>
            </a:ln>
          </p:spPr>
        </p:cxnSp>
        <p:cxnSp>
          <p:nvCxnSpPr>
            <p:cNvPr id="276" name="dist_ddo_1__1"/>
            <p:cNvCxnSpPr>
              <a:cxnSpLocks/>
            </p:cNvCxnSpPr>
            <p:nvPr/>
          </p:nvCxnSpPr>
          <p:spPr>
            <a:xfrm flipV="1">
              <a:off x="3959820" y="1072080"/>
              <a:ext cx="235620" cy="0"/>
            </a:xfrm>
            <a:prstGeom prst="straightConnector1">
              <a:avLst/>
            </a:prstGeom>
            <a:ln w="12700">
              <a:solidFill>
                <a:srgbClr val="C49B50"/>
              </a:solidFill>
              <a:round/>
              <a:tailEnd type="triangle" w="sm" len="sm"/>
            </a:ln>
          </p:spPr>
        </p:cxnSp>
        <p:cxnSp>
          <p:nvCxnSpPr>
            <p:cNvPr id="277" name="dist_integral_1__0"/>
            <p:cNvCxnSpPr>
              <a:cxnSpLocks/>
            </p:cNvCxnSpPr>
            <p:nvPr/>
          </p:nvCxnSpPr>
          <p:spPr>
            <a:xfrm flipV="1">
              <a:off x="3959820" y="1464840"/>
              <a:ext cx="235620" cy="0"/>
            </a:xfrm>
            <a:prstGeom prst="straightConnector1">
              <a:avLst/>
            </a:prstGeom>
            <a:ln w="12700">
              <a:solidFill>
                <a:srgbClr val="687D89"/>
              </a:solidFill>
              <a:round/>
              <a:tailEnd type="triangle" w="sm" len="sm"/>
            </a:ln>
          </p:spPr>
        </p:cxnSp>
        <p:cxnSp>
          <p:nvCxnSpPr>
            <p:cNvPr id="278" name="dist_lqe_trunk_1__0"/>
            <p:cNvCxnSpPr>
              <a:cxnSpLocks/>
            </p:cNvCxnSpPr>
            <p:nvPr/>
          </p:nvCxnSpPr>
          <p:spPr>
            <a:xfrm flipH="1">
              <a:off x="3954420" y="1464840"/>
              <a:ext cx="5400" cy="399240"/>
            </a:xfrm>
            <a:prstGeom prst="straightConnector1">
              <a:avLst/>
            </a:prstGeom>
            <a:ln w="12700">
              <a:solidFill>
                <a:srgbClr val="4F9A83"/>
              </a:solidFill>
              <a:prstDash val="sysDot"/>
              <a:round/>
            </a:ln>
          </p:spPr>
        </p:cxnSp>
        <p:cxnSp>
          <p:nvCxnSpPr>
            <p:cNvPr id="280" name="ddo_box_1__0"/>
            <p:cNvCxnSpPr>
              <a:cxnSpLocks/>
            </p:cNvCxnSpPr>
            <p:nvPr/>
          </p:nvCxnSpPr>
          <p:spPr>
            <a:xfrm>
              <a:off x="4782240" y="1072800"/>
              <a:ext cx="979020" cy="0"/>
            </a:xfrm>
            <a:prstGeom prst="straightConnector1">
              <a:avLst/>
            </a:prstGeom>
            <a:ln w="12700">
              <a:solidFill>
                <a:srgbClr val="C49B50"/>
              </a:solidFill>
              <a:round/>
            </a:ln>
          </p:spPr>
        </p:cxnSp>
        <p:cxnSp>
          <p:nvCxnSpPr>
            <p:cNvPr id="281" name="ddo_box_1__1"/>
            <p:cNvCxnSpPr>
              <a:cxnSpLocks/>
            </p:cNvCxnSpPr>
            <p:nvPr/>
          </p:nvCxnSpPr>
          <p:spPr>
            <a:xfrm>
              <a:off x="5755816" y="1072800"/>
              <a:ext cx="0" cy="298080"/>
            </a:xfrm>
            <a:prstGeom prst="straightConnector1">
              <a:avLst/>
            </a:prstGeom>
            <a:ln w="12700">
              <a:solidFill>
                <a:srgbClr val="C49B50"/>
              </a:solidFill>
              <a:round/>
              <a:tailEnd type="triangle" w="sm" len="sm"/>
            </a:ln>
          </p:spPr>
        </p:cxnSp>
        <p:cxnSp>
          <p:nvCxnSpPr>
            <p:cNvPr id="283" name="box_out_1__0"/>
            <p:cNvCxnSpPr>
              <a:cxnSpLocks/>
              <a:stCxn id="87" idx="3"/>
              <a:endCxn id="353" idx="1"/>
            </p:cNvCxnSpPr>
            <p:nvPr/>
          </p:nvCxnSpPr>
          <p:spPr>
            <a:xfrm>
              <a:off x="6094800" y="1463400"/>
              <a:ext cx="261145" cy="1361"/>
            </a:xfrm>
            <a:prstGeom prst="straightConnector1">
              <a:avLst/>
            </a:prstGeom>
            <a:ln w="12700">
              <a:solidFill>
                <a:srgbClr val="9180B0"/>
              </a:solidFill>
              <a:round/>
              <a:tailEnd type="triangle" w="sm" len="sm"/>
            </a:ln>
          </p:spPr>
        </p:cxnSp>
        <p:cxnSp>
          <p:nvCxnSpPr>
            <p:cNvPr id="284" name="decoder_feature_1__0"/>
            <p:cNvCxnSpPr>
              <a:cxnSpLocks/>
            </p:cNvCxnSpPr>
            <p:nvPr/>
          </p:nvCxnSpPr>
          <p:spPr>
            <a:xfrm flipV="1">
              <a:off x="1816020" y="1895539"/>
              <a:ext cx="193140" cy="0"/>
            </a:xfrm>
            <a:prstGeom prst="straightConnector1">
              <a:avLst/>
            </a:prstGeom>
            <a:ln w="12700">
              <a:solidFill>
                <a:srgbClr val="4F9A83"/>
              </a:solidFill>
              <a:prstDash val="sysDot"/>
              <a:round/>
              <a:tailEnd type="triangle" w="sm" len="sm"/>
            </a:ln>
          </p:spPr>
        </p:cxnSp>
        <p:cxnSp>
          <p:nvCxnSpPr>
            <p:cNvPr id="285" name="head_to_distribution_2__0"/>
            <p:cNvCxnSpPr>
              <a:cxnSpLocks/>
            </p:cNvCxnSpPr>
            <p:nvPr/>
          </p:nvCxnSpPr>
          <p:spPr>
            <a:xfrm>
              <a:off x="2553840" y="2647080"/>
              <a:ext cx="224640" cy="0"/>
            </a:xfrm>
            <a:prstGeom prst="straightConnector1">
              <a:avLst/>
            </a:prstGeom>
            <a:ln w="12700">
              <a:solidFill>
                <a:srgbClr val="687D89"/>
              </a:solidFill>
              <a:round/>
              <a:tailEnd type="triangle" w="sm" len="sm"/>
            </a:ln>
          </p:spPr>
        </p:cxnSp>
        <p:cxnSp>
          <p:nvCxnSpPr>
            <p:cNvPr id="286" name="distribution_out_2__0"/>
            <p:cNvCxnSpPr>
              <a:cxnSpLocks/>
            </p:cNvCxnSpPr>
            <p:nvPr/>
          </p:nvCxnSpPr>
          <p:spPr>
            <a:xfrm>
              <a:off x="3603600" y="2647620"/>
              <a:ext cx="356220" cy="0"/>
            </a:xfrm>
            <a:prstGeom prst="straightConnector1">
              <a:avLst/>
            </a:prstGeom>
            <a:ln w="12700">
              <a:solidFill>
                <a:srgbClr val="687D89"/>
              </a:solidFill>
              <a:round/>
            </a:ln>
          </p:spPr>
        </p:cxnSp>
        <p:cxnSp>
          <p:nvCxnSpPr>
            <p:cNvPr id="287" name="dist_ddo_2__0"/>
            <p:cNvCxnSpPr>
              <a:cxnSpLocks/>
            </p:cNvCxnSpPr>
            <p:nvPr/>
          </p:nvCxnSpPr>
          <p:spPr>
            <a:xfrm flipV="1">
              <a:off x="3959820" y="2253960"/>
              <a:ext cx="0" cy="392760"/>
            </a:xfrm>
            <a:prstGeom prst="straightConnector1">
              <a:avLst/>
            </a:prstGeom>
            <a:ln w="12700">
              <a:solidFill>
                <a:srgbClr val="C49B50"/>
              </a:solidFill>
              <a:round/>
            </a:ln>
          </p:spPr>
        </p:cxnSp>
        <p:cxnSp>
          <p:nvCxnSpPr>
            <p:cNvPr id="288" name="dist_ddo_2__1"/>
            <p:cNvCxnSpPr>
              <a:cxnSpLocks/>
            </p:cNvCxnSpPr>
            <p:nvPr/>
          </p:nvCxnSpPr>
          <p:spPr>
            <a:xfrm flipV="1">
              <a:off x="3959820" y="2253960"/>
              <a:ext cx="235620" cy="0"/>
            </a:xfrm>
            <a:prstGeom prst="straightConnector1">
              <a:avLst/>
            </a:prstGeom>
            <a:ln w="12700">
              <a:solidFill>
                <a:srgbClr val="C49B50"/>
              </a:solidFill>
              <a:round/>
              <a:tailEnd type="triangle" w="sm" len="sm"/>
            </a:ln>
          </p:spPr>
        </p:cxnSp>
        <p:cxnSp>
          <p:nvCxnSpPr>
            <p:cNvPr id="289" name="dist_integral_2__0"/>
            <p:cNvCxnSpPr>
              <a:cxnSpLocks/>
            </p:cNvCxnSpPr>
            <p:nvPr/>
          </p:nvCxnSpPr>
          <p:spPr>
            <a:xfrm flipV="1">
              <a:off x="3959820" y="2646720"/>
              <a:ext cx="235620" cy="0"/>
            </a:xfrm>
            <a:prstGeom prst="straightConnector1">
              <a:avLst/>
            </a:prstGeom>
            <a:ln w="12700">
              <a:solidFill>
                <a:srgbClr val="687D89"/>
              </a:solidFill>
              <a:round/>
              <a:tailEnd type="triangle" w="sm" len="sm"/>
            </a:ln>
          </p:spPr>
        </p:cxnSp>
        <p:cxnSp>
          <p:nvCxnSpPr>
            <p:cNvPr id="290" name="dist_lqe_trunk_2__0"/>
            <p:cNvCxnSpPr>
              <a:cxnSpLocks/>
            </p:cNvCxnSpPr>
            <p:nvPr/>
          </p:nvCxnSpPr>
          <p:spPr>
            <a:xfrm>
              <a:off x="3959820" y="2646720"/>
              <a:ext cx="0" cy="378414"/>
            </a:xfrm>
            <a:prstGeom prst="straightConnector1">
              <a:avLst/>
            </a:prstGeom>
            <a:ln w="12700">
              <a:solidFill>
                <a:srgbClr val="4F9A83"/>
              </a:solidFill>
              <a:prstDash val="sysDot"/>
              <a:round/>
            </a:ln>
          </p:spPr>
        </p:cxnSp>
        <p:cxnSp>
          <p:nvCxnSpPr>
            <p:cNvPr id="292" name="ddo_box_2__0"/>
            <p:cNvCxnSpPr>
              <a:cxnSpLocks/>
            </p:cNvCxnSpPr>
            <p:nvPr/>
          </p:nvCxnSpPr>
          <p:spPr>
            <a:xfrm>
              <a:off x="4782240" y="2254680"/>
              <a:ext cx="979020" cy="0"/>
            </a:xfrm>
            <a:prstGeom prst="straightConnector1">
              <a:avLst/>
            </a:prstGeom>
            <a:ln w="12700">
              <a:solidFill>
                <a:srgbClr val="C49B50"/>
              </a:solidFill>
              <a:round/>
            </a:ln>
          </p:spPr>
        </p:cxnSp>
        <p:cxnSp>
          <p:nvCxnSpPr>
            <p:cNvPr id="293" name="ddo_box_2__1"/>
            <p:cNvCxnSpPr>
              <a:cxnSpLocks/>
            </p:cNvCxnSpPr>
            <p:nvPr/>
          </p:nvCxnSpPr>
          <p:spPr>
            <a:xfrm>
              <a:off x="5761260" y="2254680"/>
              <a:ext cx="0" cy="298080"/>
            </a:xfrm>
            <a:prstGeom prst="straightConnector1">
              <a:avLst/>
            </a:prstGeom>
            <a:ln w="12700">
              <a:solidFill>
                <a:srgbClr val="C49B50"/>
              </a:solidFill>
              <a:round/>
              <a:tailEnd type="triangle" w="sm" len="sm"/>
            </a:ln>
          </p:spPr>
        </p:cxnSp>
        <p:cxnSp>
          <p:nvCxnSpPr>
            <p:cNvPr id="295" name="box_out_2__0"/>
            <p:cNvCxnSpPr>
              <a:cxnSpLocks/>
              <a:stCxn id="109" idx="3"/>
              <a:endCxn id="354" idx="1"/>
            </p:cNvCxnSpPr>
            <p:nvPr/>
          </p:nvCxnSpPr>
          <p:spPr>
            <a:xfrm>
              <a:off x="6094800" y="2645280"/>
              <a:ext cx="266957" cy="0"/>
            </a:xfrm>
            <a:prstGeom prst="straightConnector1">
              <a:avLst/>
            </a:prstGeom>
            <a:ln w="12700">
              <a:solidFill>
                <a:srgbClr val="508FB0"/>
              </a:solidFill>
              <a:round/>
              <a:tailEnd type="triangle" w="sm" len="sm"/>
            </a:ln>
          </p:spPr>
        </p:cxnSp>
        <p:cxnSp>
          <p:nvCxnSpPr>
            <p:cNvPr id="296" name="reference_decoder_2__0"/>
            <p:cNvCxnSpPr>
              <a:cxnSpLocks/>
            </p:cNvCxnSpPr>
            <p:nvPr/>
          </p:nvCxnSpPr>
          <p:spPr>
            <a:xfrm>
              <a:off x="1371960" y="2646720"/>
              <a:ext cx="194400" cy="0"/>
            </a:xfrm>
            <a:prstGeom prst="straightConnector1">
              <a:avLst/>
            </a:prstGeom>
            <a:ln w="12700">
              <a:solidFill>
                <a:srgbClr val="687D89"/>
              </a:solidFill>
              <a:round/>
              <a:tailEnd type="triangle" w="sm" len="sm"/>
            </a:ln>
          </p:spPr>
        </p:cxnSp>
        <p:cxnSp>
          <p:nvCxnSpPr>
            <p:cNvPr id="297" name="decoder_feature_2__0"/>
            <p:cNvCxnSpPr>
              <a:cxnSpLocks/>
            </p:cNvCxnSpPr>
            <p:nvPr/>
          </p:nvCxnSpPr>
          <p:spPr>
            <a:xfrm flipV="1">
              <a:off x="1816020" y="3045600"/>
              <a:ext cx="193140" cy="0"/>
            </a:xfrm>
            <a:prstGeom prst="straightConnector1">
              <a:avLst/>
            </a:prstGeom>
            <a:ln w="12700">
              <a:solidFill>
                <a:srgbClr val="4F9A83"/>
              </a:solidFill>
              <a:prstDash val="sysDot"/>
              <a:round/>
              <a:tailEnd type="triangle" w="sm" len="sm"/>
            </a:ln>
          </p:spPr>
        </p:cxnSp>
        <p:cxnSp>
          <p:nvCxnSpPr>
            <p:cNvPr id="298" name="head_to_distribution_3__0"/>
            <p:cNvCxnSpPr>
              <a:cxnSpLocks/>
            </p:cNvCxnSpPr>
            <p:nvPr/>
          </p:nvCxnSpPr>
          <p:spPr>
            <a:xfrm>
              <a:off x="2553840" y="3828960"/>
              <a:ext cx="224640" cy="0"/>
            </a:xfrm>
            <a:prstGeom prst="straightConnector1">
              <a:avLst/>
            </a:prstGeom>
            <a:ln w="12700">
              <a:solidFill>
                <a:srgbClr val="687D89"/>
              </a:solidFill>
              <a:round/>
              <a:tailEnd type="triangle" w="sm" len="sm"/>
            </a:ln>
          </p:spPr>
        </p:cxnSp>
        <p:cxnSp>
          <p:nvCxnSpPr>
            <p:cNvPr id="299" name="distribution_out_3__0"/>
            <p:cNvCxnSpPr>
              <a:cxnSpLocks/>
            </p:cNvCxnSpPr>
            <p:nvPr/>
          </p:nvCxnSpPr>
          <p:spPr>
            <a:xfrm>
              <a:off x="3603600" y="3829500"/>
              <a:ext cx="356220" cy="0"/>
            </a:xfrm>
            <a:prstGeom prst="straightConnector1">
              <a:avLst/>
            </a:prstGeom>
            <a:ln w="12700">
              <a:solidFill>
                <a:srgbClr val="687D89"/>
              </a:solidFill>
              <a:round/>
            </a:ln>
          </p:spPr>
        </p:cxnSp>
        <p:cxnSp>
          <p:nvCxnSpPr>
            <p:cNvPr id="300" name="dist_ddo_3__0"/>
            <p:cNvCxnSpPr>
              <a:cxnSpLocks/>
            </p:cNvCxnSpPr>
            <p:nvPr/>
          </p:nvCxnSpPr>
          <p:spPr>
            <a:xfrm flipV="1">
              <a:off x="3959820" y="3436380"/>
              <a:ext cx="0" cy="392220"/>
            </a:xfrm>
            <a:prstGeom prst="straightConnector1">
              <a:avLst/>
            </a:prstGeom>
            <a:ln w="12700">
              <a:solidFill>
                <a:srgbClr val="C49B50"/>
              </a:solidFill>
              <a:round/>
            </a:ln>
          </p:spPr>
        </p:cxnSp>
        <p:cxnSp>
          <p:nvCxnSpPr>
            <p:cNvPr id="301" name="dist_ddo_3__1"/>
            <p:cNvCxnSpPr>
              <a:cxnSpLocks/>
            </p:cNvCxnSpPr>
            <p:nvPr/>
          </p:nvCxnSpPr>
          <p:spPr>
            <a:xfrm flipV="1">
              <a:off x="3959820" y="3436380"/>
              <a:ext cx="235620" cy="0"/>
            </a:xfrm>
            <a:prstGeom prst="straightConnector1">
              <a:avLst/>
            </a:prstGeom>
            <a:ln w="12700">
              <a:solidFill>
                <a:srgbClr val="C49B50"/>
              </a:solidFill>
              <a:round/>
              <a:tailEnd type="triangle" w="sm" len="sm"/>
            </a:ln>
          </p:spPr>
        </p:cxnSp>
        <p:cxnSp>
          <p:nvCxnSpPr>
            <p:cNvPr id="302" name="dist_integral_3__0"/>
            <p:cNvCxnSpPr>
              <a:cxnSpLocks/>
            </p:cNvCxnSpPr>
            <p:nvPr/>
          </p:nvCxnSpPr>
          <p:spPr>
            <a:xfrm flipV="1">
              <a:off x="3959820" y="3828600"/>
              <a:ext cx="235620" cy="0"/>
            </a:xfrm>
            <a:prstGeom prst="straightConnector1">
              <a:avLst/>
            </a:prstGeom>
            <a:ln w="12700">
              <a:solidFill>
                <a:srgbClr val="687D89"/>
              </a:solidFill>
              <a:round/>
              <a:tailEnd type="triangle" w="sm" len="sm"/>
            </a:ln>
          </p:spPr>
        </p:cxnSp>
        <p:cxnSp>
          <p:nvCxnSpPr>
            <p:cNvPr id="303" name="dist_lqe_trunk_3__0"/>
            <p:cNvCxnSpPr>
              <a:cxnSpLocks/>
            </p:cNvCxnSpPr>
            <p:nvPr/>
          </p:nvCxnSpPr>
          <p:spPr>
            <a:xfrm>
              <a:off x="3959820" y="3828600"/>
              <a:ext cx="0" cy="392400"/>
            </a:xfrm>
            <a:prstGeom prst="straightConnector1">
              <a:avLst/>
            </a:prstGeom>
            <a:ln w="12700">
              <a:solidFill>
                <a:srgbClr val="4F9A83"/>
              </a:solidFill>
              <a:prstDash val="sysDot"/>
              <a:round/>
            </a:ln>
          </p:spPr>
        </p:cxnSp>
        <p:cxnSp>
          <p:nvCxnSpPr>
            <p:cNvPr id="305" name="ddo_box_3__0"/>
            <p:cNvCxnSpPr>
              <a:cxnSpLocks/>
            </p:cNvCxnSpPr>
            <p:nvPr/>
          </p:nvCxnSpPr>
          <p:spPr>
            <a:xfrm>
              <a:off x="4782240" y="3436380"/>
              <a:ext cx="979020" cy="0"/>
            </a:xfrm>
            <a:prstGeom prst="straightConnector1">
              <a:avLst/>
            </a:prstGeom>
            <a:ln w="12700">
              <a:solidFill>
                <a:srgbClr val="C49B50"/>
              </a:solidFill>
              <a:round/>
            </a:ln>
          </p:spPr>
        </p:cxnSp>
        <p:cxnSp>
          <p:nvCxnSpPr>
            <p:cNvPr id="306" name="ddo_box_3__1"/>
            <p:cNvCxnSpPr>
              <a:cxnSpLocks/>
            </p:cNvCxnSpPr>
            <p:nvPr/>
          </p:nvCxnSpPr>
          <p:spPr>
            <a:xfrm>
              <a:off x="5761260" y="3436380"/>
              <a:ext cx="0" cy="298260"/>
            </a:xfrm>
            <a:prstGeom prst="straightConnector1">
              <a:avLst/>
            </a:prstGeom>
            <a:ln w="12700">
              <a:solidFill>
                <a:srgbClr val="C49B50"/>
              </a:solidFill>
              <a:round/>
              <a:tailEnd type="triangle" w="sm" len="sm"/>
            </a:ln>
          </p:spPr>
        </p:cxnSp>
        <p:cxnSp>
          <p:nvCxnSpPr>
            <p:cNvPr id="308" name="box_out_3__0"/>
            <p:cNvCxnSpPr>
              <a:cxnSpLocks/>
              <a:stCxn id="133" idx="3"/>
              <a:endCxn id="355" idx="1"/>
            </p:cNvCxnSpPr>
            <p:nvPr/>
          </p:nvCxnSpPr>
          <p:spPr>
            <a:xfrm flipV="1">
              <a:off x="6094800" y="3823920"/>
              <a:ext cx="288477" cy="3240"/>
            </a:xfrm>
            <a:prstGeom prst="straightConnector1">
              <a:avLst/>
            </a:prstGeom>
            <a:ln w="12700">
              <a:solidFill>
                <a:srgbClr val="4F9A83"/>
              </a:solidFill>
              <a:round/>
              <a:tailEnd type="triangle" w="sm" len="sm"/>
            </a:ln>
          </p:spPr>
        </p:cxnSp>
        <p:cxnSp>
          <p:nvCxnSpPr>
            <p:cNvPr id="309" name="reference_decoder_3__0"/>
            <p:cNvCxnSpPr>
              <a:cxnSpLocks/>
            </p:cNvCxnSpPr>
            <p:nvPr/>
          </p:nvCxnSpPr>
          <p:spPr>
            <a:xfrm>
              <a:off x="1371960" y="3828600"/>
              <a:ext cx="194400" cy="0"/>
            </a:xfrm>
            <a:prstGeom prst="straightConnector1">
              <a:avLst/>
            </a:prstGeom>
            <a:ln w="12700">
              <a:solidFill>
                <a:srgbClr val="687D89"/>
              </a:solidFill>
              <a:round/>
              <a:tailEnd type="triangle" w="sm" len="sm"/>
            </a:ln>
          </p:spPr>
        </p:cxnSp>
        <p:cxnSp>
          <p:nvCxnSpPr>
            <p:cNvPr id="310" name="decoder_feature_3__0"/>
            <p:cNvCxnSpPr>
              <a:cxnSpLocks/>
            </p:cNvCxnSpPr>
            <p:nvPr/>
          </p:nvCxnSpPr>
          <p:spPr>
            <a:xfrm flipV="1">
              <a:off x="1817460" y="4174200"/>
              <a:ext cx="192060" cy="0"/>
            </a:xfrm>
            <a:prstGeom prst="straightConnector1">
              <a:avLst/>
            </a:prstGeom>
            <a:ln w="12700">
              <a:solidFill>
                <a:srgbClr val="4F9A83"/>
              </a:solidFill>
              <a:prstDash val="sysDot"/>
              <a:round/>
              <a:tailEnd type="triangle" w="sm" len="sm"/>
            </a:ln>
          </p:spPr>
        </p:cxnSp>
        <p:cxnSp>
          <p:nvCxnSpPr>
            <p:cNvPr id="311" name="head_to_distribution_6__0"/>
            <p:cNvCxnSpPr>
              <a:cxnSpLocks/>
            </p:cNvCxnSpPr>
            <p:nvPr/>
          </p:nvCxnSpPr>
          <p:spPr>
            <a:xfrm>
              <a:off x="2553840" y="5158440"/>
              <a:ext cx="224640" cy="0"/>
            </a:xfrm>
            <a:prstGeom prst="straightConnector1">
              <a:avLst/>
            </a:prstGeom>
            <a:ln w="12700">
              <a:solidFill>
                <a:srgbClr val="687D89"/>
              </a:solidFill>
              <a:round/>
              <a:tailEnd type="triangle" w="sm" len="sm"/>
            </a:ln>
          </p:spPr>
        </p:cxnSp>
        <p:cxnSp>
          <p:nvCxnSpPr>
            <p:cNvPr id="312" name="distribution_out_6__0"/>
            <p:cNvCxnSpPr>
              <a:cxnSpLocks/>
            </p:cNvCxnSpPr>
            <p:nvPr/>
          </p:nvCxnSpPr>
          <p:spPr>
            <a:xfrm>
              <a:off x="3603600" y="5158980"/>
              <a:ext cx="356220" cy="0"/>
            </a:xfrm>
            <a:prstGeom prst="straightConnector1">
              <a:avLst/>
            </a:prstGeom>
            <a:ln w="12700">
              <a:solidFill>
                <a:srgbClr val="687D89"/>
              </a:solidFill>
              <a:round/>
            </a:ln>
          </p:spPr>
        </p:cxnSp>
        <p:cxnSp>
          <p:nvCxnSpPr>
            <p:cNvPr id="313" name="dist_ddo_6__0"/>
            <p:cNvCxnSpPr>
              <a:cxnSpLocks/>
            </p:cNvCxnSpPr>
            <p:nvPr/>
          </p:nvCxnSpPr>
          <p:spPr>
            <a:xfrm flipV="1">
              <a:off x="3959820" y="4765320"/>
              <a:ext cx="0" cy="392760"/>
            </a:xfrm>
            <a:prstGeom prst="straightConnector1">
              <a:avLst/>
            </a:prstGeom>
            <a:ln w="12700">
              <a:solidFill>
                <a:srgbClr val="C49B50"/>
              </a:solidFill>
              <a:round/>
            </a:ln>
          </p:spPr>
        </p:cxnSp>
        <p:cxnSp>
          <p:nvCxnSpPr>
            <p:cNvPr id="314" name="dist_ddo_6__1"/>
            <p:cNvCxnSpPr>
              <a:cxnSpLocks/>
            </p:cNvCxnSpPr>
            <p:nvPr/>
          </p:nvCxnSpPr>
          <p:spPr>
            <a:xfrm flipV="1">
              <a:off x="3959820" y="4765320"/>
              <a:ext cx="235620" cy="0"/>
            </a:xfrm>
            <a:prstGeom prst="straightConnector1">
              <a:avLst/>
            </a:prstGeom>
            <a:ln w="12700">
              <a:solidFill>
                <a:srgbClr val="C49B50"/>
              </a:solidFill>
              <a:round/>
              <a:tailEnd type="triangle" w="sm" len="sm"/>
            </a:ln>
          </p:spPr>
        </p:cxnSp>
        <p:cxnSp>
          <p:nvCxnSpPr>
            <p:cNvPr id="315" name="dist_integral_6__0"/>
            <p:cNvCxnSpPr>
              <a:cxnSpLocks/>
            </p:cNvCxnSpPr>
            <p:nvPr/>
          </p:nvCxnSpPr>
          <p:spPr>
            <a:xfrm flipV="1">
              <a:off x="3959820" y="5158080"/>
              <a:ext cx="235620" cy="0"/>
            </a:xfrm>
            <a:prstGeom prst="straightConnector1">
              <a:avLst/>
            </a:prstGeom>
            <a:ln w="12700">
              <a:solidFill>
                <a:srgbClr val="687D89"/>
              </a:solidFill>
              <a:round/>
              <a:tailEnd type="triangle" w="sm" len="sm"/>
            </a:ln>
          </p:spPr>
        </p:cxnSp>
        <p:cxnSp>
          <p:nvCxnSpPr>
            <p:cNvPr id="316" name="dist_lqe_trunk_6__0"/>
            <p:cNvCxnSpPr>
              <a:cxnSpLocks/>
            </p:cNvCxnSpPr>
            <p:nvPr/>
          </p:nvCxnSpPr>
          <p:spPr>
            <a:xfrm>
              <a:off x="3957142" y="5158980"/>
              <a:ext cx="0" cy="410295"/>
            </a:xfrm>
            <a:prstGeom prst="straightConnector1">
              <a:avLst/>
            </a:prstGeom>
            <a:ln w="12700">
              <a:solidFill>
                <a:srgbClr val="4F9A83"/>
              </a:solidFill>
              <a:round/>
            </a:ln>
          </p:spPr>
        </p:cxnSp>
        <p:cxnSp>
          <p:nvCxnSpPr>
            <p:cNvPr id="318" name="ddo_box_6__0"/>
            <p:cNvCxnSpPr>
              <a:cxnSpLocks/>
            </p:cNvCxnSpPr>
            <p:nvPr/>
          </p:nvCxnSpPr>
          <p:spPr>
            <a:xfrm>
              <a:off x="4782240" y="4766040"/>
              <a:ext cx="979020" cy="0"/>
            </a:xfrm>
            <a:prstGeom prst="straightConnector1">
              <a:avLst/>
            </a:prstGeom>
            <a:ln w="12700">
              <a:solidFill>
                <a:srgbClr val="C49B50"/>
              </a:solidFill>
              <a:round/>
            </a:ln>
          </p:spPr>
        </p:cxnSp>
        <p:cxnSp>
          <p:nvCxnSpPr>
            <p:cNvPr id="319" name="ddo_box_6__1"/>
            <p:cNvCxnSpPr>
              <a:cxnSpLocks/>
            </p:cNvCxnSpPr>
            <p:nvPr/>
          </p:nvCxnSpPr>
          <p:spPr>
            <a:xfrm>
              <a:off x="5761260" y="4766040"/>
              <a:ext cx="0" cy="298080"/>
            </a:xfrm>
            <a:prstGeom prst="straightConnector1">
              <a:avLst/>
            </a:prstGeom>
            <a:ln w="12700">
              <a:solidFill>
                <a:srgbClr val="C49B50"/>
              </a:solidFill>
              <a:round/>
              <a:tailEnd type="triangle" w="sm" len="sm"/>
            </a:ln>
          </p:spPr>
        </p:cxnSp>
        <p:cxnSp>
          <p:nvCxnSpPr>
            <p:cNvPr id="321" name="box_out_6__0"/>
            <p:cNvCxnSpPr>
              <a:cxnSpLocks/>
              <a:stCxn id="157" idx="3"/>
              <a:endCxn id="356" idx="1"/>
            </p:cNvCxnSpPr>
            <p:nvPr/>
          </p:nvCxnSpPr>
          <p:spPr>
            <a:xfrm flipV="1">
              <a:off x="6094800" y="5154327"/>
              <a:ext cx="252483" cy="2313"/>
            </a:xfrm>
            <a:prstGeom prst="straightConnector1">
              <a:avLst/>
            </a:prstGeom>
            <a:ln w="12700">
              <a:solidFill>
                <a:srgbClr val="CA8279"/>
              </a:solidFill>
              <a:round/>
              <a:tailEnd type="triangle" w="sm" len="sm"/>
            </a:ln>
          </p:spPr>
        </p:cxnSp>
        <p:cxnSp>
          <p:nvCxnSpPr>
            <p:cNvPr id="322" name="reference_decoder_6__0"/>
            <p:cNvCxnSpPr>
              <a:cxnSpLocks/>
            </p:cNvCxnSpPr>
            <p:nvPr/>
          </p:nvCxnSpPr>
          <p:spPr>
            <a:xfrm>
              <a:off x="1371960" y="5158080"/>
              <a:ext cx="194400" cy="0"/>
            </a:xfrm>
            <a:prstGeom prst="straightConnector1">
              <a:avLst/>
            </a:prstGeom>
            <a:ln w="12700">
              <a:solidFill>
                <a:srgbClr val="687D89"/>
              </a:solidFill>
              <a:round/>
              <a:tailEnd type="triangle" w="sm" len="sm"/>
            </a:ln>
          </p:spPr>
        </p:cxnSp>
        <p:cxnSp>
          <p:nvCxnSpPr>
            <p:cNvPr id="323" name="decoder_feature_6__0"/>
            <p:cNvCxnSpPr>
              <a:cxnSpLocks/>
            </p:cNvCxnSpPr>
            <p:nvPr/>
          </p:nvCxnSpPr>
          <p:spPr>
            <a:xfrm flipV="1">
              <a:off x="1817460" y="5504040"/>
              <a:ext cx="192060" cy="0"/>
            </a:xfrm>
            <a:prstGeom prst="straightConnector1">
              <a:avLst/>
            </a:prstGeom>
            <a:ln w="12700">
              <a:solidFill>
                <a:srgbClr val="4F9A83"/>
              </a:solidFill>
              <a:round/>
              <a:tailEnd type="triangle" w="sm" len="sm"/>
            </a:ln>
          </p:spPr>
        </p:cxnSp>
        <p:cxnSp>
          <p:nvCxnSpPr>
            <p:cNvPr id="324" name="decoder6_feature_stem__0"/>
            <p:cNvCxnSpPr>
              <a:cxnSpLocks/>
            </p:cNvCxnSpPr>
            <p:nvPr/>
          </p:nvCxnSpPr>
          <p:spPr>
            <a:xfrm>
              <a:off x="1817460" y="5269320"/>
              <a:ext cx="0" cy="234720"/>
            </a:xfrm>
            <a:prstGeom prst="straightConnector1">
              <a:avLst/>
            </a:prstGeom>
            <a:ln w="12700">
              <a:solidFill>
                <a:srgbClr val="687D89"/>
              </a:solidFill>
              <a:round/>
            </a:ln>
          </p:spPr>
        </p:cxnSp>
        <p:cxnSp>
          <p:nvCxnSpPr>
            <p:cNvPr id="325" name="query_1_2__0"/>
            <p:cNvCxnSpPr>
              <a:cxnSpLocks/>
            </p:cNvCxnSpPr>
            <p:nvPr/>
          </p:nvCxnSpPr>
          <p:spPr>
            <a:xfrm>
              <a:off x="1816380" y="1576080"/>
              <a:ext cx="0" cy="959400"/>
            </a:xfrm>
            <a:prstGeom prst="straightConnector1">
              <a:avLst/>
            </a:prstGeom>
            <a:ln w="12700">
              <a:solidFill>
                <a:srgbClr val="687D89"/>
              </a:solidFill>
              <a:round/>
              <a:tailEnd type="triangle" w="sm" len="sm"/>
            </a:ln>
          </p:spPr>
        </p:cxnSp>
        <p:cxnSp>
          <p:nvCxnSpPr>
            <p:cNvPr id="326" name="residual_1_2__0"/>
            <p:cNvCxnSpPr>
              <a:cxnSpLocks/>
            </p:cNvCxnSpPr>
            <p:nvPr/>
          </p:nvCxnSpPr>
          <p:spPr>
            <a:xfrm flipH="1">
              <a:off x="2311380" y="1576080"/>
              <a:ext cx="0" cy="959400"/>
            </a:xfrm>
            <a:prstGeom prst="straightConnector1">
              <a:avLst/>
            </a:prstGeom>
            <a:ln w="12700">
              <a:solidFill>
                <a:srgbClr val="687D89"/>
              </a:solidFill>
              <a:round/>
              <a:tailEnd type="triangle" w="sm" len="sm"/>
            </a:ln>
          </p:spPr>
        </p:cxnSp>
        <p:cxnSp>
          <p:nvCxnSpPr>
            <p:cNvPr id="327" name="clc_student_1__0"/>
            <p:cNvCxnSpPr>
              <a:cxnSpLocks/>
            </p:cNvCxnSpPr>
            <p:nvPr/>
          </p:nvCxnSpPr>
          <p:spPr>
            <a:xfrm flipH="1">
              <a:off x="3190860" y="1697459"/>
              <a:ext cx="0" cy="244440"/>
            </a:xfrm>
            <a:prstGeom prst="straightConnector1">
              <a:avLst/>
            </a:prstGeom>
            <a:ln w="12700">
              <a:solidFill>
                <a:srgbClr val="508FB0"/>
              </a:solidFill>
              <a:prstDash val="sysDot"/>
              <a:round/>
              <a:tailEnd type="triangle" w="sm" len="sm"/>
            </a:ln>
          </p:spPr>
        </p:cxnSp>
        <p:cxnSp>
          <p:nvCxnSpPr>
            <p:cNvPr id="328" name="clc_teacher_2__0"/>
            <p:cNvCxnSpPr>
              <a:cxnSpLocks/>
            </p:cNvCxnSpPr>
            <p:nvPr/>
          </p:nvCxnSpPr>
          <p:spPr>
            <a:xfrm flipH="1" flipV="1">
              <a:off x="3190860" y="2155145"/>
              <a:ext cx="0" cy="245520"/>
            </a:xfrm>
            <a:prstGeom prst="straightConnector1">
              <a:avLst/>
            </a:prstGeom>
            <a:ln w="12700">
              <a:solidFill>
                <a:srgbClr val="508FB0"/>
              </a:solidFill>
              <a:prstDash val="sysDot"/>
              <a:round/>
              <a:tailEnd type="triangle" w="sm" len="sm"/>
            </a:ln>
          </p:spPr>
        </p:cxnSp>
        <p:cxnSp>
          <p:nvCxnSpPr>
            <p:cNvPr id="329" name="query_2_3__0"/>
            <p:cNvCxnSpPr>
              <a:cxnSpLocks/>
            </p:cNvCxnSpPr>
            <p:nvPr/>
          </p:nvCxnSpPr>
          <p:spPr>
            <a:xfrm>
              <a:off x="1816380" y="2757960"/>
              <a:ext cx="0" cy="959400"/>
            </a:xfrm>
            <a:prstGeom prst="straightConnector1">
              <a:avLst/>
            </a:prstGeom>
            <a:ln w="12700">
              <a:solidFill>
                <a:srgbClr val="687D89"/>
              </a:solidFill>
              <a:round/>
              <a:tailEnd type="triangle" w="sm" len="sm"/>
            </a:ln>
          </p:spPr>
        </p:cxnSp>
        <p:cxnSp>
          <p:nvCxnSpPr>
            <p:cNvPr id="330" name="residual_2_3__0"/>
            <p:cNvCxnSpPr>
              <a:cxnSpLocks/>
            </p:cNvCxnSpPr>
            <p:nvPr/>
          </p:nvCxnSpPr>
          <p:spPr>
            <a:xfrm flipH="1">
              <a:off x="2311380" y="2757960"/>
              <a:ext cx="0" cy="959400"/>
            </a:xfrm>
            <a:prstGeom prst="straightConnector1">
              <a:avLst/>
            </a:prstGeom>
            <a:ln w="12700">
              <a:solidFill>
                <a:srgbClr val="687D89"/>
              </a:solidFill>
              <a:round/>
              <a:tailEnd type="triangle" w="sm" len="sm"/>
            </a:ln>
          </p:spPr>
        </p:cxnSp>
        <p:cxnSp>
          <p:nvCxnSpPr>
            <p:cNvPr id="331" name="clc_student_2__0"/>
            <p:cNvCxnSpPr>
              <a:cxnSpLocks/>
            </p:cNvCxnSpPr>
            <p:nvPr/>
          </p:nvCxnSpPr>
          <p:spPr>
            <a:xfrm flipH="1">
              <a:off x="3190860" y="2888412"/>
              <a:ext cx="0" cy="244440"/>
            </a:xfrm>
            <a:prstGeom prst="straightConnector1">
              <a:avLst/>
            </a:prstGeom>
            <a:ln w="12700">
              <a:solidFill>
                <a:srgbClr val="508FB0"/>
              </a:solidFill>
              <a:prstDash val="sysDot"/>
              <a:round/>
              <a:tailEnd type="triangle" w="sm" len="sm"/>
            </a:ln>
          </p:spPr>
        </p:cxnSp>
        <p:cxnSp>
          <p:nvCxnSpPr>
            <p:cNvPr id="332" name="clc_teacher_3__0"/>
            <p:cNvCxnSpPr>
              <a:cxnSpLocks/>
            </p:cNvCxnSpPr>
            <p:nvPr/>
          </p:nvCxnSpPr>
          <p:spPr>
            <a:xfrm flipH="1" flipV="1">
              <a:off x="3190860" y="3347912"/>
              <a:ext cx="0" cy="245520"/>
            </a:xfrm>
            <a:prstGeom prst="straightConnector1">
              <a:avLst/>
            </a:prstGeom>
            <a:ln w="12700">
              <a:solidFill>
                <a:srgbClr val="508FB0"/>
              </a:solidFill>
              <a:prstDash val="sysDot"/>
              <a:round/>
              <a:tailEnd type="triangle" w="sm" len="sm"/>
            </a:ln>
          </p:spPr>
        </p:cxnSp>
        <p:cxnSp>
          <p:nvCxnSpPr>
            <p:cNvPr id="333" name="query_3_omitted__0"/>
            <p:cNvCxnSpPr>
              <a:cxnSpLocks/>
            </p:cNvCxnSpPr>
            <p:nvPr/>
          </p:nvCxnSpPr>
          <p:spPr>
            <a:xfrm>
              <a:off x="1817460" y="3939840"/>
              <a:ext cx="0" cy="481680"/>
            </a:xfrm>
            <a:prstGeom prst="straightConnector1">
              <a:avLst/>
            </a:prstGeom>
            <a:ln w="12700">
              <a:solidFill>
                <a:srgbClr val="687D89"/>
              </a:solidFill>
              <a:round/>
            </a:ln>
          </p:spPr>
        </p:cxnSp>
        <p:cxnSp>
          <p:nvCxnSpPr>
            <p:cNvPr id="334" name="query_omitted_6__0"/>
            <p:cNvCxnSpPr>
              <a:cxnSpLocks/>
            </p:cNvCxnSpPr>
            <p:nvPr/>
          </p:nvCxnSpPr>
          <p:spPr>
            <a:xfrm flipH="1">
              <a:off x="1817100" y="4714920"/>
              <a:ext cx="0" cy="331920"/>
            </a:xfrm>
            <a:prstGeom prst="straightConnector1">
              <a:avLst/>
            </a:prstGeom>
            <a:ln w="12700">
              <a:solidFill>
                <a:srgbClr val="687D89"/>
              </a:solidFill>
              <a:round/>
              <a:tailEnd type="triangle" w="sm" len="sm"/>
            </a:ln>
          </p:spPr>
        </p:cxnSp>
        <p:cxnSp>
          <p:nvCxnSpPr>
            <p:cNvPr id="335" name="residual_3_omitted__0"/>
            <p:cNvCxnSpPr>
              <a:cxnSpLocks/>
            </p:cNvCxnSpPr>
            <p:nvPr/>
          </p:nvCxnSpPr>
          <p:spPr>
            <a:xfrm>
              <a:off x="2312460" y="3939840"/>
              <a:ext cx="0" cy="481680"/>
            </a:xfrm>
            <a:prstGeom prst="straightConnector1">
              <a:avLst/>
            </a:prstGeom>
            <a:ln w="12700">
              <a:solidFill>
                <a:srgbClr val="687D89"/>
              </a:solidFill>
              <a:round/>
            </a:ln>
          </p:spPr>
        </p:cxnSp>
        <p:cxnSp>
          <p:nvCxnSpPr>
            <p:cNvPr id="336" name="residual_omitted_6__0"/>
            <p:cNvCxnSpPr>
              <a:cxnSpLocks/>
            </p:cNvCxnSpPr>
            <p:nvPr/>
          </p:nvCxnSpPr>
          <p:spPr>
            <a:xfrm flipH="1">
              <a:off x="2312280" y="4714920"/>
              <a:ext cx="0" cy="331920"/>
            </a:xfrm>
            <a:prstGeom prst="straightConnector1">
              <a:avLst/>
            </a:prstGeom>
            <a:ln w="12700">
              <a:solidFill>
                <a:srgbClr val="687D89"/>
              </a:solidFill>
              <a:round/>
              <a:tailEnd type="triangle" w="sm" len="sm"/>
            </a:ln>
          </p:spPr>
        </p:cxnSp>
        <p:cxnSp>
          <p:nvCxnSpPr>
            <p:cNvPr id="337" name="distributions_frd__0"/>
            <p:cNvCxnSpPr>
              <a:cxnSpLocks/>
            </p:cNvCxnSpPr>
            <p:nvPr/>
          </p:nvCxnSpPr>
          <p:spPr>
            <a:xfrm>
              <a:off x="3189060" y="5495127"/>
              <a:ext cx="0" cy="321120"/>
            </a:xfrm>
            <a:prstGeom prst="straightConnector1">
              <a:avLst/>
            </a:prstGeom>
            <a:ln w="19050">
              <a:solidFill>
                <a:srgbClr val="9180B0"/>
              </a:solidFill>
              <a:prstDash val="sysDash"/>
              <a:round/>
              <a:tailEnd type="triangle" w="sm" len="sm"/>
            </a:ln>
          </p:spPr>
        </p:cxnSp>
        <p:cxnSp>
          <p:nvCxnSpPr>
            <p:cNvPr id="338" name="gt_frd__0"/>
            <p:cNvCxnSpPr>
              <a:cxnSpLocks/>
              <a:stCxn id="196" idx="3"/>
              <a:endCxn id="186" idx="1"/>
            </p:cNvCxnSpPr>
            <p:nvPr/>
          </p:nvCxnSpPr>
          <p:spPr>
            <a:xfrm>
              <a:off x="1653687" y="5974608"/>
              <a:ext cx="506265" cy="37"/>
            </a:xfrm>
            <a:prstGeom prst="straightConnector1">
              <a:avLst/>
            </a:prstGeom>
            <a:ln w="12700">
              <a:solidFill>
                <a:srgbClr val="9180B0"/>
              </a:solidFill>
              <a:prstDash val="dash"/>
              <a:round/>
              <a:tailEnd type="triangle" w="sm" len="sm"/>
            </a:ln>
          </p:spPr>
        </p:cxnSp>
        <p:cxnSp>
          <p:nvCxnSpPr>
            <p:cNvPr id="339" name="legend_forward__0"/>
            <p:cNvCxnSpPr>
              <a:cxnSpLocks/>
            </p:cNvCxnSpPr>
            <p:nvPr/>
          </p:nvCxnSpPr>
          <p:spPr>
            <a:xfrm>
              <a:off x="4391797" y="5900844"/>
              <a:ext cx="545956" cy="1080"/>
            </a:xfrm>
            <a:prstGeom prst="straightConnector1">
              <a:avLst/>
            </a:prstGeom>
            <a:ln w="19050">
              <a:solidFill>
                <a:srgbClr val="687D89"/>
              </a:solidFill>
              <a:round/>
              <a:tailEnd type="triangle" w="sm" len="sm"/>
            </a:ln>
          </p:spPr>
        </p:cxnSp>
        <p:cxnSp>
          <p:nvCxnSpPr>
            <p:cNvPr id="340" name="legend_training__0"/>
            <p:cNvCxnSpPr>
              <a:cxnSpLocks/>
            </p:cNvCxnSpPr>
            <p:nvPr/>
          </p:nvCxnSpPr>
          <p:spPr>
            <a:xfrm flipV="1">
              <a:off x="4399055" y="6064284"/>
              <a:ext cx="545956" cy="8460"/>
            </a:xfrm>
            <a:prstGeom prst="straightConnector1">
              <a:avLst/>
            </a:prstGeom>
            <a:ln w="12700">
              <a:solidFill>
                <a:srgbClr val="687D89"/>
              </a:solidFill>
              <a:prstDash val="sysDot"/>
              <a:round/>
              <a:tailEnd type="triangle" w="sm" len="sm"/>
            </a:ln>
          </p:spPr>
        </p:cxnSp>
        <p:cxnSp>
          <p:nvCxnSpPr>
            <p:cNvPr id="341" name="clc_3_omitted__0"/>
            <p:cNvCxnSpPr>
              <a:cxnSpLocks/>
            </p:cNvCxnSpPr>
            <p:nvPr/>
          </p:nvCxnSpPr>
          <p:spPr>
            <a:xfrm flipH="1">
              <a:off x="3188880" y="4065301"/>
              <a:ext cx="2520" cy="280440"/>
            </a:xfrm>
            <a:prstGeom prst="straightConnector1">
              <a:avLst/>
            </a:prstGeom>
            <a:ln w="12700">
              <a:solidFill>
                <a:srgbClr val="508FB0"/>
              </a:solidFill>
              <a:prstDash val="sysDot"/>
              <a:round/>
              <a:tailEnd type="triangle" w="sm" len="sm"/>
            </a:ln>
          </p:spPr>
        </p:cxnSp>
        <p:cxnSp>
          <p:nvCxnSpPr>
            <p:cNvPr id="342" name="clc_omitted_6__0"/>
            <p:cNvCxnSpPr>
              <a:cxnSpLocks/>
            </p:cNvCxnSpPr>
            <p:nvPr/>
          </p:nvCxnSpPr>
          <p:spPr>
            <a:xfrm flipV="1">
              <a:off x="3189060" y="4671332"/>
              <a:ext cx="0" cy="254873"/>
            </a:xfrm>
            <a:prstGeom prst="straightConnector1">
              <a:avLst/>
            </a:prstGeom>
            <a:ln w="12700">
              <a:solidFill>
                <a:srgbClr val="508FB0"/>
              </a:solidFill>
              <a:prstDash val="sysDot"/>
              <a:round/>
              <a:tailEnd type="triangle" w="sm" len="sm"/>
            </a:ln>
          </p:spPr>
        </p:cxnSp>
        <p:grpSp>
          <p:nvGrpSpPr>
            <p:cNvPr id="21" name="组合 20">
              <a:extLst>
                <a:ext uri="{FF2B5EF4-FFF2-40B4-BE49-F238E27FC236}">
                  <a16:creationId xmlns:a16="http://schemas.microsoft.com/office/drawing/2014/main" id="{3169F160-573D-6731-885A-F672A8500A62}"/>
                </a:ext>
              </a:extLst>
            </p:cNvPr>
            <p:cNvGrpSpPr/>
            <p:nvPr/>
          </p:nvGrpSpPr>
          <p:grpSpPr>
            <a:xfrm>
              <a:off x="4782240" y="1413360"/>
              <a:ext cx="654120" cy="104760"/>
              <a:chOff x="4782240" y="1413360"/>
              <a:chExt cx="654120" cy="104760"/>
            </a:xfrm>
          </p:grpSpPr>
          <p:sp>
            <p:nvSpPr>
              <p:cNvPr id="208" name="edge_offsets_1"/>
              <p:cNvSpPr/>
              <p:nvPr/>
            </p:nvSpPr>
            <p:spPr>
              <a:xfrm>
                <a:off x="4869360" y="1413360"/>
                <a:ext cx="479880" cy="10476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650" b="1" u="none" strike="noStrike" dirty="0">
                    <a:effectLst/>
                    <a:uFillTx/>
                    <a:latin typeface="Times New Roman" panose="02020603050405020304" pitchFamily="18" charset="0"/>
                    <a:cs typeface="Times New Roman" panose="02020603050405020304" pitchFamily="18" charset="0"/>
                  </a:rPr>
                  <a:t>Edge </a:t>
                </a:r>
              </a:p>
              <a:p>
                <a:pPr algn="ctr" defTabSz="914400">
                  <a:lnSpc>
                    <a:spcPct val="100000"/>
                  </a:lnSpc>
                </a:pPr>
                <a:r>
                  <a:rPr lang="en-US" sz="650" b="1" u="none" strike="noStrike" dirty="0">
                    <a:effectLst/>
                    <a:uFillTx/>
                    <a:latin typeface="Times New Roman" panose="02020603050405020304" pitchFamily="18" charset="0"/>
                    <a:cs typeface="Times New Roman" panose="02020603050405020304" pitchFamily="18" charset="0"/>
                  </a:rPr>
                  <a:t>offsets</a:t>
                </a:r>
              </a:p>
            </p:txBody>
          </p:sp>
          <p:cxnSp>
            <p:nvCxnSpPr>
              <p:cNvPr id="343" name="integral_offsets_1__0"/>
              <p:cNvCxnSpPr>
                <a:cxnSpLocks/>
              </p:cNvCxnSpPr>
              <p:nvPr/>
            </p:nvCxnSpPr>
            <p:spPr>
              <a:xfrm>
                <a:off x="4782240" y="1465560"/>
                <a:ext cx="162720" cy="180"/>
              </a:xfrm>
              <a:prstGeom prst="straightConnector1">
                <a:avLst/>
              </a:prstGeom>
              <a:ln w="12700">
                <a:solidFill>
                  <a:srgbClr val="687D89"/>
                </a:solidFill>
                <a:round/>
              </a:ln>
            </p:spPr>
          </p:cxnSp>
          <p:cxnSp>
            <p:nvCxnSpPr>
              <p:cNvPr id="344" name="offsets_box_1__0"/>
              <p:cNvCxnSpPr>
                <a:cxnSpLocks/>
              </p:cNvCxnSpPr>
              <p:nvPr/>
            </p:nvCxnSpPr>
            <p:spPr>
              <a:xfrm flipV="1">
                <a:off x="5260521" y="1464840"/>
                <a:ext cx="175839" cy="900"/>
              </a:xfrm>
              <a:prstGeom prst="straightConnector1">
                <a:avLst/>
              </a:prstGeom>
              <a:ln w="12700">
                <a:solidFill>
                  <a:srgbClr val="687D89"/>
                </a:solidFill>
                <a:round/>
                <a:tailEnd type="triangle" w="sm" len="sm"/>
              </a:ln>
            </p:spPr>
          </p:cxnSp>
        </p:grpSp>
        <p:pic>
          <p:nvPicPr>
            <p:cNvPr id="351" name="input_picture" descr="Source: B_rank11/panels/original.jpg"/>
            <p:cNvPicPr/>
            <p:nvPr/>
          </p:nvPicPr>
          <p:blipFill>
            <a:blip r:embed="rId3"/>
            <a:stretch/>
          </p:blipFill>
          <p:spPr>
            <a:xfrm>
              <a:off x="736468" y="447960"/>
              <a:ext cx="882258" cy="511070"/>
            </a:xfrm>
            <a:prstGeom prst="rect">
              <a:avLst/>
            </a:prstGeom>
            <a:noFill/>
            <a:ln w="9525">
              <a:noFill/>
            </a:ln>
          </p:spPr>
        </p:pic>
        <p:pic>
          <p:nvPicPr>
            <p:cNvPr id="352" name="output_b0" descr="Source: B_rank11/panels/c_zoom_b0.png"/>
            <p:cNvPicPr/>
            <p:nvPr/>
          </p:nvPicPr>
          <p:blipFill>
            <a:blip r:embed="rId4"/>
            <a:srcRect l="3106" t="11189" r="2763" b="2920"/>
            <a:stretch/>
          </p:blipFill>
          <p:spPr>
            <a:xfrm>
              <a:off x="6353037" y="303480"/>
              <a:ext cx="615960" cy="597600"/>
            </a:xfrm>
            <a:prstGeom prst="rect">
              <a:avLst/>
            </a:prstGeom>
            <a:noFill/>
            <a:ln w="9525">
              <a:solidFill>
                <a:srgbClr val="C49B50"/>
              </a:solidFill>
              <a:round/>
            </a:ln>
          </p:spPr>
        </p:pic>
        <p:pic>
          <p:nvPicPr>
            <p:cNvPr id="353" name="output_b1" descr="Source: B_rank11/panels/c_zoom_b1.png"/>
            <p:cNvPicPr/>
            <p:nvPr/>
          </p:nvPicPr>
          <p:blipFill>
            <a:blip r:embed="rId5"/>
            <a:srcRect l="3106" t="11324" r="2763" b="2915"/>
            <a:stretch/>
          </p:blipFill>
          <p:spPr>
            <a:xfrm>
              <a:off x="6355945" y="1165961"/>
              <a:ext cx="615960" cy="597600"/>
            </a:xfrm>
            <a:prstGeom prst="rect">
              <a:avLst/>
            </a:prstGeom>
            <a:noFill/>
            <a:ln w="9525">
              <a:solidFill>
                <a:srgbClr val="9180B0"/>
              </a:solidFill>
              <a:round/>
            </a:ln>
          </p:spPr>
        </p:pic>
        <p:pic>
          <p:nvPicPr>
            <p:cNvPr id="354" name="output_b2" descr="Source: B_rank11/panels/c_zoom_b2.png"/>
            <p:cNvPicPr/>
            <p:nvPr/>
          </p:nvPicPr>
          <p:blipFill>
            <a:blip r:embed="rId6"/>
            <a:srcRect l="3106" t="11324" r="2763" b="2915"/>
            <a:stretch/>
          </p:blipFill>
          <p:spPr>
            <a:xfrm>
              <a:off x="6361757" y="2346480"/>
              <a:ext cx="615960" cy="597600"/>
            </a:xfrm>
            <a:prstGeom prst="rect">
              <a:avLst/>
            </a:prstGeom>
            <a:noFill/>
            <a:ln w="9525">
              <a:solidFill>
                <a:srgbClr val="508FB0"/>
              </a:solidFill>
              <a:round/>
            </a:ln>
          </p:spPr>
        </p:pic>
        <p:pic>
          <p:nvPicPr>
            <p:cNvPr id="355" name="output_b3" descr="Source: B_rank11/panels/c_zoom_b3.png"/>
            <p:cNvPicPr/>
            <p:nvPr/>
          </p:nvPicPr>
          <p:blipFill>
            <a:blip r:embed="rId7"/>
            <a:srcRect l="3106" t="11189" r="2763" b="2920"/>
            <a:stretch/>
          </p:blipFill>
          <p:spPr>
            <a:xfrm>
              <a:off x="6383277" y="3525120"/>
              <a:ext cx="615960" cy="597600"/>
            </a:xfrm>
            <a:prstGeom prst="rect">
              <a:avLst/>
            </a:prstGeom>
            <a:noFill/>
            <a:ln w="9525">
              <a:solidFill>
                <a:srgbClr val="4F9A83"/>
              </a:solidFill>
              <a:round/>
            </a:ln>
          </p:spPr>
        </p:pic>
        <p:pic>
          <p:nvPicPr>
            <p:cNvPr id="356" name="output_b6" descr="Source: B_rank11/panels/c_zoom_b6.png"/>
            <p:cNvPicPr/>
            <p:nvPr/>
          </p:nvPicPr>
          <p:blipFill>
            <a:blip r:embed="rId8"/>
            <a:srcRect l="3106" t="11189" r="2763" b="2920"/>
            <a:stretch/>
          </p:blipFill>
          <p:spPr>
            <a:xfrm>
              <a:off x="6347283" y="4845807"/>
              <a:ext cx="636274" cy="617040"/>
            </a:xfrm>
            <a:prstGeom prst="rect">
              <a:avLst/>
            </a:prstGeom>
            <a:noFill/>
            <a:ln w="9525">
              <a:solidFill>
                <a:srgbClr val="CA8279"/>
              </a:solidFill>
              <a:round/>
            </a:ln>
          </p:spPr>
        </p:pic>
        <p:sp>
          <p:nvSpPr>
            <p:cNvPr id="357" name="output_b0_label"/>
            <p:cNvSpPr/>
            <p:nvPr/>
          </p:nvSpPr>
          <p:spPr>
            <a:xfrm>
              <a:off x="6708739" y="158875"/>
              <a:ext cx="313692" cy="1152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1000" b="1" i="1" u="none" strike="noStrike" dirty="0">
                  <a:effectLst/>
                  <a:uFillTx/>
                  <a:latin typeface="Times New Roman" panose="02020603050405020304" pitchFamily="18" charset="0"/>
                  <a:cs typeface="Times New Roman" panose="02020603050405020304" pitchFamily="18" charset="0"/>
                </a:rPr>
                <a:t>b</a:t>
              </a:r>
              <a:r>
                <a:rPr lang="en-US" sz="1000" b="1" i="1" u="none" strike="noStrike" baseline="-25000" dirty="0">
                  <a:effectLst/>
                  <a:uFillTx/>
                  <a:latin typeface="Times New Roman" panose="02020603050405020304" pitchFamily="18" charset="0"/>
                  <a:cs typeface="Times New Roman" panose="02020603050405020304" pitchFamily="18" charset="0"/>
                </a:rPr>
                <a:t>0</a:t>
              </a:r>
              <a:endParaRPr lang="en-US" sz="1000" b="1" u="none" strike="noStrike" dirty="0">
                <a:effectLst/>
                <a:uFillTx/>
                <a:latin typeface="Times New Roman" panose="02020603050405020304" pitchFamily="18" charset="0"/>
                <a:cs typeface="Times New Roman" panose="02020603050405020304" pitchFamily="18" charset="0"/>
              </a:endParaRPr>
            </a:p>
          </p:txBody>
        </p:sp>
        <p:sp>
          <p:nvSpPr>
            <p:cNvPr id="358" name="output_b1_label"/>
            <p:cNvSpPr/>
            <p:nvPr/>
          </p:nvSpPr>
          <p:spPr>
            <a:xfrm>
              <a:off x="6376307" y="1028880"/>
              <a:ext cx="627289" cy="11376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900" b="1" i="1" u="none" strike="noStrike" dirty="0">
                  <a:effectLst/>
                  <a:uFillTx/>
                  <a:latin typeface="Times New Roman" panose="02020603050405020304" pitchFamily="18" charset="0"/>
                  <a:cs typeface="Times New Roman" panose="02020603050405020304" pitchFamily="18" charset="0"/>
                </a:rPr>
                <a:t>b</a:t>
              </a:r>
              <a:r>
                <a:rPr lang="en-US" sz="900" b="1" i="1" u="none" strike="noStrike" baseline="-25000" dirty="0">
                  <a:effectLst/>
                  <a:uFillTx/>
                  <a:latin typeface="Times New Roman" panose="02020603050405020304" pitchFamily="18" charset="0"/>
                  <a:cs typeface="Times New Roman" panose="02020603050405020304" pitchFamily="18" charset="0"/>
                </a:rPr>
                <a:t>1</a:t>
              </a:r>
              <a:endParaRPr lang="en-US" sz="900" b="1" u="none" strike="noStrike" dirty="0">
                <a:effectLst/>
                <a:uFillTx/>
                <a:latin typeface="Times New Roman" panose="02020603050405020304" pitchFamily="18" charset="0"/>
                <a:cs typeface="Times New Roman" panose="02020603050405020304" pitchFamily="18" charset="0"/>
              </a:endParaRPr>
            </a:p>
          </p:txBody>
        </p:sp>
        <p:sp>
          <p:nvSpPr>
            <p:cNvPr id="359" name="output_b2_label"/>
            <p:cNvSpPr/>
            <p:nvPr/>
          </p:nvSpPr>
          <p:spPr>
            <a:xfrm>
              <a:off x="6366490" y="2210393"/>
              <a:ext cx="615960" cy="11376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900" b="1" i="1" u="none" strike="noStrike" dirty="0">
                  <a:effectLst/>
                  <a:uFillTx/>
                  <a:latin typeface="Times New Roman" panose="02020603050405020304" pitchFamily="18" charset="0"/>
                  <a:cs typeface="Times New Roman" panose="02020603050405020304" pitchFamily="18" charset="0"/>
                </a:rPr>
                <a:t>b</a:t>
              </a:r>
              <a:r>
                <a:rPr lang="en-US" sz="900" b="1" i="1" u="none" strike="noStrike" baseline="-25000" dirty="0">
                  <a:effectLst/>
                  <a:uFillTx/>
                  <a:latin typeface="Times New Roman" panose="02020603050405020304" pitchFamily="18" charset="0"/>
                  <a:cs typeface="Times New Roman" panose="02020603050405020304" pitchFamily="18" charset="0"/>
                </a:rPr>
                <a:t>2</a:t>
              </a:r>
              <a:endParaRPr lang="en-US" sz="900" b="1" u="none" strike="noStrike" dirty="0">
                <a:effectLst/>
                <a:uFillTx/>
                <a:latin typeface="Times New Roman" panose="02020603050405020304" pitchFamily="18" charset="0"/>
                <a:cs typeface="Times New Roman" panose="02020603050405020304" pitchFamily="18" charset="0"/>
              </a:endParaRPr>
            </a:p>
          </p:txBody>
        </p:sp>
        <p:sp>
          <p:nvSpPr>
            <p:cNvPr id="360" name="output_b3_label"/>
            <p:cNvSpPr/>
            <p:nvPr/>
          </p:nvSpPr>
          <p:spPr>
            <a:xfrm>
              <a:off x="6413760" y="3370942"/>
              <a:ext cx="582126" cy="130629"/>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900" b="1" i="1" u="none" strike="noStrike" dirty="0">
                  <a:effectLst/>
                  <a:uFillTx/>
                  <a:latin typeface="Times New Roman" panose="02020603050405020304" pitchFamily="18" charset="0"/>
                  <a:cs typeface="Times New Roman" panose="02020603050405020304" pitchFamily="18" charset="0"/>
                </a:rPr>
                <a:t>b</a:t>
              </a:r>
              <a:r>
                <a:rPr lang="en-US" sz="900" b="1" i="1" u="none" strike="noStrike" baseline="-25000" dirty="0">
                  <a:effectLst/>
                  <a:uFillTx/>
                  <a:latin typeface="Times New Roman" panose="02020603050405020304" pitchFamily="18" charset="0"/>
                  <a:cs typeface="Times New Roman" panose="02020603050405020304" pitchFamily="18" charset="0"/>
                </a:rPr>
                <a:t>3</a:t>
              </a:r>
              <a:endParaRPr lang="en-US" sz="900" b="1" u="none" strike="noStrike" dirty="0">
                <a:effectLst/>
                <a:uFillTx/>
                <a:latin typeface="Times New Roman" panose="02020603050405020304" pitchFamily="18" charset="0"/>
                <a:cs typeface="Times New Roman" panose="02020603050405020304" pitchFamily="18" charset="0"/>
              </a:endParaRPr>
            </a:p>
          </p:txBody>
        </p:sp>
        <p:sp>
          <p:nvSpPr>
            <p:cNvPr id="361" name="output_b6_label"/>
            <p:cNvSpPr/>
            <p:nvPr/>
          </p:nvSpPr>
          <p:spPr>
            <a:xfrm>
              <a:off x="6345184" y="4704445"/>
              <a:ext cx="615960" cy="11376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900" b="1" i="1" u="none" strike="noStrike" dirty="0">
                  <a:effectLst/>
                  <a:uFillTx/>
                  <a:latin typeface="Times New Roman" panose="02020603050405020304" pitchFamily="18" charset="0"/>
                  <a:cs typeface="Times New Roman" panose="02020603050405020304" pitchFamily="18" charset="0"/>
                </a:rPr>
                <a:t>b</a:t>
              </a:r>
              <a:r>
                <a:rPr lang="en-US" sz="900" b="1" i="1" u="none" strike="noStrike" baseline="-25000" dirty="0">
                  <a:effectLst/>
                  <a:uFillTx/>
                  <a:latin typeface="Times New Roman" panose="02020603050405020304" pitchFamily="18" charset="0"/>
                  <a:cs typeface="Times New Roman" panose="02020603050405020304" pitchFamily="18" charset="0"/>
                </a:rPr>
                <a:t>6</a:t>
              </a:r>
              <a:endParaRPr lang="en-US" sz="900" b="1" u="none" strike="noStrike" dirty="0">
                <a:effectLst/>
                <a:uFillTx/>
                <a:latin typeface="Times New Roman" panose="02020603050405020304" pitchFamily="18" charset="0"/>
                <a:cs typeface="Times New Roman" panose="02020603050405020304" pitchFamily="18" charset="0"/>
              </a:endParaRPr>
            </a:p>
          </p:txBody>
        </p:sp>
        <p:pic>
          <p:nvPicPr>
            <p:cNvPr id="362" name="left_refined_layer_1" descr="PDF excerpt: B_rank11/overview_4edges_x_6layers.pdf, Left, Layer 1"/>
            <p:cNvPicPr/>
            <p:nvPr/>
          </p:nvPicPr>
          <p:blipFill>
            <a:blip r:embed="rId9"/>
            <a:stretch/>
          </p:blipFill>
          <p:spPr>
            <a:xfrm>
              <a:off x="2777400" y="1226160"/>
              <a:ext cx="823320" cy="474480"/>
            </a:xfrm>
            <a:prstGeom prst="rect">
              <a:avLst/>
            </a:prstGeom>
            <a:noFill/>
            <a:ln w="0">
              <a:noFill/>
            </a:ln>
          </p:spPr>
        </p:pic>
        <p:sp>
          <p:nvSpPr>
            <p:cNvPr id="363" name="left_layer1_probability_white_mask"/>
            <p:cNvSpPr/>
            <p:nvPr/>
          </p:nvSpPr>
          <p:spPr>
            <a:xfrm>
              <a:off x="2789640" y="1338840"/>
              <a:ext cx="27360" cy="165240"/>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p:style>
          <p:txBody>
            <a:bodyPr lIns="13680" tIns="45000" rIns="13680" bIns="45000" anchor="ctr">
              <a:noAutofit/>
            </a:bodyPr>
            <a:lstStyle/>
            <a:p>
              <a:endParaRPr lang="en-US" sz="1800" b="1" u="none" strike="noStrike">
                <a:effectLst/>
                <a:uFillTx/>
                <a:latin typeface="Times New Roman" panose="02020603050405020304" pitchFamily="18" charset="0"/>
                <a:cs typeface="Times New Roman" panose="02020603050405020304" pitchFamily="18" charset="0"/>
              </a:endParaRPr>
            </a:p>
          </p:txBody>
        </p:sp>
        <p:pic>
          <p:nvPicPr>
            <p:cNvPr id="364" name="left_refined_layer_2" descr="PDF excerpt: B_rank11/overview_4edges_x_6layers.pdf, Left, Layer 2"/>
            <p:cNvPicPr/>
            <p:nvPr/>
          </p:nvPicPr>
          <p:blipFill>
            <a:blip r:embed="rId10"/>
            <a:stretch/>
          </p:blipFill>
          <p:spPr>
            <a:xfrm>
              <a:off x="2777400" y="2408040"/>
              <a:ext cx="823320" cy="474480"/>
            </a:xfrm>
            <a:prstGeom prst="rect">
              <a:avLst/>
            </a:prstGeom>
            <a:noFill/>
            <a:ln w="0">
              <a:noFill/>
            </a:ln>
          </p:spPr>
        </p:pic>
        <p:pic>
          <p:nvPicPr>
            <p:cNvPr id="365" name="left_refined_layer_3" descr="PDF excerpt: B_rank11/overview_4edges_x_6layers.pdf, Left, Layer 3"/>
            <p:cNvPicPr/>
            <p:nvPr/>
          </p:nvPicPr>
          <p:blipFill>
            <a:blip r:embed="rId11"/>
            <a:stretch/>
          </p:blipFill>
          <p:spPr>
            <a:xfrm>
              <a:off x="2777400" y="3589920"/>
              <a:ext cx="823320" cy="474480"/>
            </a:xfrm>
            <a:prstGeom prst="rect">
              <a:avLst/>
            </a:prstGeom>
            <a:noFill/>
            <a:ln w="0">
              <a:noFill/>
            </a:ln>
          </p:spPr>
        </p:pic>
        <p:pic>
          <p:nvPicPr>
            <p:cNvPr id="366" name="left_refined_layer_6" descr="PDF excerpt: B_rank11/overview_4edges_x_6layers.pdf, Left, Layer 6"/>
            <p:cNvPicPr/>
            <p:nvPr/>
          </p:nvPicPr>
          <p:blipFill>
            <a:blip r:embed="rId12"/>
            <a:stretch/>
          </p:blipFill>
          <p:spPr>
            <a:xfrm>
              <a:off x="2777400" y="4919400"/>
              <a:ext cx="823320" cy="474480"/>
            </a:xfrm>
            <a:prstGeom prst="rect">
              <a:avLst/>
            </a:prstGeom>
            <a:noFill/>
            <a:ln w="0">
              <a:noFill/>
            </a:ln>
          </p:spPr>
        </p:pic>
        <p:pic>
          <p:nvPicPr>
            <p:cNvPr id="3" name="图片 2">
              <a:extLst>
                <a:ext uri="{FF2B5EF4-FFF2-40B4-BE49-F238E27FC236}">
                  <a16:creationId xmlns:a16="http://schemas.microsoft.com/office/drawing/2014/main" id="{480E8BFD-61CD-D4E1-20FB-3F5A997F0986}"/>
                </a:ext>
              </a:extLst>
            </p:cNvPr>
            <p:cNvPicPr>
              <a:picLocks noChangeAspect="1"/>
            </p:cNvPicPr>
            <p:nvPr/>
          </p:nvPicPr>
          <p:blipFill>
            <a:blip r:embed="rId13"/>
            <a:stretch>
              <a:fillRect/>
            </a:stretch>
          </p:blipFill>
          <p:spPr>
            <a:xfrm>
              <a:off x="6447064" y="1838247"/>
              <a:ext cx="481496" cy="308158"/>
            </a:xfrm>
            <a:prstGeom prst="rect">
              <a:avLst/>
            </a:prstGeom>
          </p:spPr>
        </p:pic>
        <p:pic>
          <p:nvPicPr>
            <p:cNvPr id="5" name="图片 4">
              <a:extLst>
                <a:ext uri="{FF2B5EF4-FFF2-40B4-BE49-F238E27FC236}">
                  <a16:creationId xmlns:a16="http://schemas.microsoft.com/office/drawing/2014/main" id="{73F3CEB6-FD99-7EA4-EFE9-D0B154EBC110}"/>
                </a:ext>
              </a:extLst>
            </p:cNvPr>
            <p:cNvPicPr>
              <a:picLocks noChangeAspect="1"/>
            </p:cNvPicPr>
            <p:nvPr/>
          </p:nvPicPr>
          <p:blipFill>
            <a:blip r:embed="rId14"/>
            <a:stretch>
              <a:fillRect/>
            </a:stretch>
          </p:blipFill>
          <p:spPr>
            <a:xfrm>
              <a:off x="6463391" y="3015103"/>
              <a:ext cx="433663" cy="297977"/>
            </a:xfrm>
            <a:prstGeom prst="rect">
              <a:avLst/>
            </a:prstGeom>
          </p:spPr>
        </p:pic>
        <p:pic>
          <p:nvPicPr>
            <p:cNvPr id="7" name="图片 6">
              <a:extLst>
                <a:ext uri="{FF2B5EF4-FFF2-40B4-BE49-F238E27FC236}">
                  <a16:creationId xmlns:a16="http://schemas.microsoft.com/office/drawing/2014/main" id="{425DF64F-7646-EFB2-994C-D0C766BC7601}"/>
                </a:ext>
              </a:extLst>
            </p:cNvPr>
            <p:cNvPicPr>
              <a:picLocks noChangeAspect="1"/>
            </p:cNvPicPr>
            <p:nvPr/>
          </p:nvPicPr>
          <p:blipFill>
            <a:blip r:embed="rId15"/>
            <a:stretch>
              <a:fillRect/>
            </a:stretch>
          </p:blipFill>
          <p:spPr>
            <a:xfrm>
              <a:off x="6517334" y="4219563"/>
              <a:ext cx="411423" cy="287997"/>
            </a:xfrm>
            <a:prstGeom prst="rect">
              <a:avLst/>
            </a:prstGeom>
          </p:spPr>
        </p:pic>
        <p:pic>
          <p:nvPicPr>
            <p:cNvPr id="9" name="图片 8">
              <a:extLst>
                <a:ext uri="{FF2B5EF4-FFF2-40B4-BE49-F238E27FC236}">
                  <a16:creationId xmlns:a16="http://schemas.microsoft.com/office/drawing/2014/main" id="{4A24B1FA-F805-D2AF-2D01-BE6FEFC67748}"/>
                </a:ext>
              </a:extLst>
            </p:cNvPr>
            <p:cNvPicPr>
              <a:picLocks noChangeAspect="1"/>
            </p:cNvPicPr>
            <p:nvPr/>
          </p:nvPicPr>
          <p:blipFill>
            <a:blip r:embed="rId16"/>
            <a:stretch>
              <a:fillRect/>
            </a:stretch>
          </p:blipFill>
          <p:spPr>
            <a:xfrm>
              <a:off x="6446297" y="5605574"/>
              <a:ext cx="435013" cy="348010"/>
            </a:xfrm>
            <a:prstGeom prst="rect">
              <a:avLst/>
            </a:prstGeom>
          </p:spPr>
        </p:pic>
        <p:sp>
          <p:nvSpPr>
            <p:cNvPr id="16" name="encoder_title">
              <a:extLst>
                <a:ext uri="{FF2B5EF4-FFF2-40B4-BE49-F238E27FC236}">
                  <a16:creationId xmlns:a16="http://schemas.microsoft.com/office/drawing/2014/main" id="{E2F5D8AB-1FC6-9D77-38CC-45B7557A0ED5}"/>
                </a:ext>
              </a:extLst>
            </p:cNvPr>
            <p:cNvSpPr/>
            <p:nvPr/>
          </p:nvSpPr>
          <p:spPr>
            <a:xfrm>
              <a:off x="893873" y="1118132"/>
              <a:ext cx="424440" cy="162777"/>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700" b="1" u="none" strike="noStrike" spc="-45" dirty="0">
                  <a:effectLst/>
                  <a:uFillTx/>
                  <a:latin typeface="Times New Roman" panose="02020603050405020304" pitchFamily="18" charset="0"/>
                  <a:cs typeface="Times New Roman" panose="02020603050405020304" pitchFamily="18" charset="0"/>
                </a:rPr>
                <a:t>Backbone</a:t>
              </a:r>
              <a:endParaRPr lang="en-US" sz="700" b="1" u="none" strike="noStrike" dirty="0">
                <a:effectLst/>
                <a:uFillTx/>
                <a:latin typeface="Times New Roman" panose="02020603050405020304" pitchFamily="18" charset="0"/>
                <a:cs typeface="Times New Roman" panose="02020603050405020304" pitchFamily="18" charset="0"/>
              </a:endParaRPr>
            </a:p>
          </p:txBody>
        </p:sp>
        <p:grpSp>
          <p:nvGrpSpPr>
            <p:cNvPr id="22" name="组合 21">
              <a:extLst>
                <a:ext uri="{FF2B5EF4-FFF2-40B4-BE49-F238E27FC236}">
                  <a16:creationId xmlns:a16="http://schemas.microsoft.com/office/drawing/2014/main" id="{91814209-0C6E-F2DC-E64F-D5C0C7CC3F5B}"/>
                </a:ext>
              </a:extLst>
            </p:cNvPr>
            <p:cNvGrpSpPr/>
            <p:nvPr/>
          </p:nvGrpSpPr>
          <p:grpSpPr>
            <a:xfrm>
              <a:off x="4779641" y="2587320"/>
              <a:ext cx="654120" cy="104760"/>
              <a:chOff x="4782240" y="1413360"/>
              <a:chExt cx="654120" cy="104760"/>
            </a:xfrm>
          </p:grpSpPr>
          <p:sp>
            <p:nvSpPr>
              <p:cNvPr id="23" name="edge_offsets_1">
                <a:extLst>
                  <a:ext uri="{FF2B5EF4-FFF2-40B4-BE49-F238E27FC236}">
                    <a16:creationId xmlns:a16="http://schemas.microsoft.com/office/drawing/2014/main" id="{489E984B-2EFB-BDA3-CEAF-393F4A24B70F}"/>
                  </a:ext>
                </a:extLst>
              </p:cNvPr>
              <p:cNvSpPr/>
              <p:nvPr/>
            </p:nvSpPr>
            <p:spPr>
              <a:xfrm>
                <a:off x="4869360" y="1413360"/>
                <a:ext cx="479880" cy="10476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650" b="1" u="none" strike="noStrike" dirty="0">
                    <a:effectLst/>
                    <a:uFillTx/>
                    <a:latin typeface="Times New Roman" panose="02020603050405020304" pitchFamily="18" charset="0"/>
                    <a:cs typeface="Times New Roman" panose="02020603050405020304" pitchFamily="18" charset="0"/>
                  </a:rPr>
                  <a:t>Edge </a:t>
                </a:r>
              </a:p>
              <a:p>
                <a:pPr algn="ctr" defTabSz="914400">
                  <a:lnSpc>
                    <a:spcPct val="100000"/>
                  </a:lnSpc>
                </a:pPr>
                <a:r>
                  <a:rPr lang="en-US" sz="650" b="1" u="none" strike="noStrike" dirty="0">
                    <a:effectLst/>
                    <a:uFillTx/>
                    <a:latin typeface="Times New Roman" panose="02020603050405020304" pitchFamily="18" charset="0"/>
                    <a:cs typeface="Times New Roman" panose="02020603050405020304" pitchFamily="18" charset="0"/>
                  </a:rPr>
                  <a:t>offsets</a:t>
                </a:r>
              </a:p>
            </p:txBody>
          </p:sp>
          <p:cxnSp>
            <p:nvCxnSpPr>
              <p:cNvPr id="24" name="integral_offsets_1__0">
                <a:extLst>
                  <a:ext uri="{FF2B5EF4-FFF2-40B4-BE49-F238E27FC236}">
                    <a16:creationId xmlns:a16="http://schemas.microsoft.com/office/drawing/2014/main" id="{E7485BCA-55CE-7914-75F8-3C319137B195}"/>
                  </a:ext>
                </a:extLst>
              </p:cNvPr>
              <p:cNvCxnSpPr>
                <a:cxnSpLocks/>
              </p:cNvCxnSpPr>
              <p:nvPr/>
            </p:nvCxnSpPr>
            <p:spPr>
              <a:xfrm>
                <a:off x="4782240" y="1465560"/>
                <a:ext cx="162720" cy="180"/>
              </a:xfrm>
              <a:prstGeom prst="straightConnector1">
                <a:avLst/>
              </a:prstGeom>
              <a:ln w="12700">
                <a:solidFill>
                  <a:srgbClr val="687D89"/>
                </a:solidFill>
                <a:round/>
              </a:ln>
            </p:spPr>
          </p:cxnSp>
          <p:cxnSp>
            <p:nvCxnSpPr>
              <p:cNvPr id="25" name="offsets_box_1__0">
                <a:extLst>
                  <a:ext uri="{FF2B5EF4-FFF2-40B4-BE49-F238E27FC236}">
                    <a16:creationId xmlns:a16="http://schemas.microsoft.com/office/drawing/2014/main" id="{3661C235-B704-A0A5-8AB7-F2C8A7BC668B}"/>
                  </a:ext>
                </a:extLst>
              </p:cNvPr>
              <p:cNvCxnSpPr>
                <a:cxnSpLocks/>
              </p:cNvCxnSpPr>
              <p:nvPr/>
            </p:nvCxnSpPr>
            <p:spPr>
              <a:xfrm flipV="1">
                <a:off x="5260521" y="1464840"/>
                <a:ext cx="175839" cy="900"/>
              </a:xfrm>
              <a:prstGeom prst="straightConnector1">
                <a:avLst/>
              </a:prstGeom>
              <a:ln w="12700">
                <a:solidFill>
                  <a:srgbClr val="687D89"/>
                </a:solidFill>
                <a:round/>
                <a:tailEnd type="triangle" w="sm" len="sm"/>
              </a:ln>
            </p:spPr>
          </p:cxnSp>
        </p:grpSp>
        <p:grpSp>
          <p:nvGrpSpPr>
            <p:cNvPr id="26" name="组合 25">
              <a:extLst>
                <a:ext uri="{FF2B5EF4-FFF2-40B4-BE49-F238E27FC236}">
                  <a16:creationId xmlns:a16="http://schemas.microsoft.com/office/drawing/2014/main" id="{383CCA9E-DB8D-802C-AB4B-A548CEC94F4E}"/>
                </a:ext>
              </a:extLst>
            </p:cNvPr>
            <p:cNvGrpSpPr/>
            <p:nvPr/>
          </p:nvGrpSpPr>
          <p:grpSpPr>
            <a:xfrm>
              <a:off x="4782240" y="3773862"/>
              <a:ext cx="654120" cy="104760"/>
              <a:chOff x="4782240" y="1413360"/>
              <a:chExt cx="654120" cy="104760"/>
            </a:xfrm>
          </p:grpSpPr>
          <p:sp>
            <p:nvSpPr>
              <p:cNvPr id="27" name="edge_offsets_1">
                <a:extLst>
                  <a:ext uri="{FF2B5EF4-FFF2-40B4-BE49-F238E27FC236}">
                    <a16:creationId xmlns:a16="http://schemas.microsoft.com/office/drawing/2014/main" id="{7DD40321-1AF7-C327-81E3-6031BDEB1CB4}"/>
                  </a:ext>
                </a:extLst>
              </p:cNvPr>
              <p:cNvSpPr/>
              <p:nvPr/>
            </p:nvSpPr>
            <p:spPr>
              <a:xfrm>
                <a:off x="4869360" y="1413360"/>
                <a:ext cx="479880" cy="10476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650" b="1" u="none" strike="noStrike" dirty="0">
                    <a:effectLst/>
                    <a:uFillTx/>
                    <a:latin typeface="Times New Roman" panose="02020603050405020304" pitchFamily="18" charset="0"/>
                    <a:cs typeface="Times New Roman" panose="02020603050405020304" pitchFamily="18" charset="0"/>
                  </a:rPr>
                  <a:t>Edge </a:t>
                </a:r>
              </a:p>
              <a:p>
                <a:pPr algn="ctr" defTabSz="914400">
                  <a:lnSpc>
                    <a:spcPct val="100000"/>
                  </a:lnSpc>
                </a:pPr>
                <a:r>
                  <a:rPr lang="en-US" sz="650" b="1" u="none" strike="noStrike" dirty="0">
                    <a:effectLst/>
                    <a:uFillTx/>
                    <a:latin typeface="Times New Roman" panose="02020603050405020304" pitchFamily="18" charset="0"/>
                    <a:cs typeface="Times New Roman" panose="02020603050405020304" pitchFamily="18" charset="0"/>
                  </a:rPr>
                  <a:t>offsets</a:t>
                </a:r>
              </a:p>
            </p:txBody>
          </p:sp>
          <p:cxnSp>
            <p:nvCxnSpPr>
              <p:cNvPr id="28" name="integral_offsets_1__0">
                <a:extLst>
                  <a:ext uri="{FF2B5EF4-FFF2-40B4-BE49-F238E27FC236}">
                    <a16:creationId xmlns:a16="http://schemas.microsoft.com/office/drawing/2014/main" id="{B34F9021-7CC2-D189-5DE2-E0C80A6F5235}"/>
                  </a:ext>
                </a:extLst>
              </p:cNvPr>
              <p:cNvCxnSpPr>
                <a:cxnSpLocks/>
              </p:cNvCxnSpPr>
              <p:nvPr/>
            </p:nvCxnSpPr>
            <p:spPr>
              <a:xfrm>
                <a:off x="4782240" y="1465560"/>
                <a:ext cx="162720" cy="180"/>
              </a:xfrm>
              <a:prstGeom prst="straightConnector1">
                <a:avLst/>
              </a:prstGeom>
              <a:ln w="12700">
                <a:solidFill>
                  <a:srgbClr val="687D89"/>
                </a:solidFill>
                <a:round/>
              </a:ln>
            </p:spPr>
          </p:cxnSp>
          <p:cxnSp>
            <p:nvCxnSpPr>
              <p:cNvPr id="29" name="offsets_box_1__0">
                <a:extLst>
                  <a:ext uri="{FF2B5EF4-FFF2-40B4-BE49-F238E27FC236}">
                    <a16:creationId xmlns:a16="http://schemas.microsoft.com/office/drawing/2014/main" id="{A24F1AC9-7B07-F7F3-FFD1-02446E80330F}"/>
                  </a:ext>
                </a:extLst>
              </p:cNvPr>
              <p:cNvCxnSpPr>
                <a:cxnSpLocks/>
              </p:cNvCxnSpPr>
              <p:nvPr/>
            </p:nvCxnSpPr>
            <p:spPr>
              <a:xfrm flipV="1">
                <a:off x="5260521" y="1464840"/>
                <a:ext cx="175839" cy="900"/>
              </a:xfrm>
              <a:prstGeom prst="straightConnector1">
                <a:avLst/>
              </a:prstGeom>
              <a:ln w="12700">
                <a:solidFill>
                  <a:srgbClr val="687D89"/>
                </a:solidFill>
                <a:round/>
                <a:tailEnd type="triangle" w="sm" len="sm"/>
              </a:ln>
            </p:spPr>
          </p:cxnSp>
        </p:grpSp>
        <p:grpSp>
          <p:nvGrpSpPr>
            <p:cNvPr id="30" name="组合 29">
              <a:extLst>
                <a:ext uri="{FF2B5EF4-FFF2-40B4-BE49-F238E27FC236}">
                  <a16:creationId xmlns:a16="http://schemas.microsoft.com/office/drawing/2014/main" id="{356FE99D-BDBF-3F69-836F-77E8FF1B6B84}"/>
                </a:ext>
              </a:extLst>
            </p:cNvPr>
            <p:cNvGrpSpPr/>
            <p:nvPr/>
          </p:nvGrpSpPr>
          <p:grpSpPr>
            <a:xfrm>
              <a:off x="4782239" y="5092740"/>
              <a:ext cx="654120" cy="104760"/>
              <a:chOff x="4782240" y="1413360"/>
              <a:chExt cx="654120" cy="104760"/>
            </a:xfrm>
          </p:grpSpPr>
          <p:sp>
            <p:nvSpPr>
              <p:cNvPr id="31" name="edge_offsets_1">
                <a:extLst>
                  <a:ext uri="{FF2B5EF4-FFF2-40B4-BE49-F238E27FC236}">
                    <a16:creationId xmlns:a16="http://schemas.microsoft.com/office/drawing/2014/main" id="{82B98A17-B725-E103-AF2E-F281937B0F8F}"/>
                  </a:ext>
                </a:extLst>
              </p:cNvPr>
              <p:cNvSpPr/>
              <p:nvPr/>
            </p:nvSpPr>
            <p:spPr>
              <a:xfrm>
                <a:off x="4869360" y="1413360"/>
                <a:ext cx="479880" cy="10476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650" b="1" u="none" strike="noStrike" dirty="0">
                    <a:effectLst/>
                    <a:uFillTx/>
                    <a:latin typeface="Times New Roman" panose="02020603050405020304" pitchFamily="18" charset="0"/>
                    <a:cs typeface="Times New Roman" panose="02020603050405020304" pitchFamily="18" charset="0"/>
                  </a:rPr>
                  <a:t>Edge </a:t>
                </a:r>
              </a:p>
              <a:p>
                <a:pPr algn="ctr" defTabSz="914400">
                  <a:lnSpc>
                    <a:spcPct val="100000"/>
                  </a:lnSpc>
                </a:pPr>
                <a:r>
                  <a:rPr lang="en-US" sz="650" b="1" u="none" strike="noStrike" dirty="0">
                    <a:effectLst/>
                    <a:uFillTx/>
                    <a:latin typeface="Times New Roman" panose="02020603050405020304" pitchFamily="18" charset="0"/>
                    <a:cs typeface="Times New Roman" panose="02020603050405020304" pitchFamily="18" charset="0"/>
                  </a:rPr>
                  <a:t>offsets</a:t>
                </a:r>
              </a:p>
            </p:txBody>
          </p:sp>
          <p:cxnSp>
            <p:nvCxnSpPr>
              <p:cNvPr id="32" name="integral_offsets_1__0">
                <a:extLst>
                  <a:ext uri="{FF2B5EF4-FFF2-40B4-BE49-F238E27FC236}">
                    <a16:creationId xmlns:a16="http://schemas.microsoft.com/office/drawing/2014/main" id="{8F02C18B-97E4-E6E5-0352-975B24D259E5}"/>
                  </a:ext>
                </a:extLst>
              </p:cNvPr>
              <p:cNvCxnSpPr>
                <a:cxnSpLocks/>
              </p:cNvCxnSpPr>
              <p:nvPr/>
            </p:nvCxnSpPr>
            <p:spPr>
              <a:xfrm>
                <a:off x="4782240" y="1465560"/>
                <a:ext cx="162720" cy="180"/>
              </a:xfrm>
              <a:prstGeom prst="straightConnector1">
                <a:avLst/>
              </a:prstGeom>
              <a:ln w="12700">
                <a:solidFill>
                  <a:srgbClr val="687D89"/>
                </a:solidFill>
                <a:round/>
              </a:ln>
            </p:spPr>
          </p:cxnSp>
          <p:cxnSp>
            <p:nvCxnSpPr>
              <p:cNvPr id="33" name="offsets_box_1__0">
                <a:extLst>
                  <a:ext uri="{FF2B5EF4-FFF2-40B4-BE49-F238E27FC236}">
                    <a16:creationId xmlns:a16="http://schemas.microsoft.com/office/drawing/2014/main" id="{24AEED87-C07E-BFF1-B034-16AE5CCFA3DE}"/>
                  </a:ext>
                </a:extLst>
              </p:cNvPr>
              <p:cNvCxnSpPr>
                <a:cxnSpLocks/>
              </p:cNvCxnSpPr>
              <p:nvPr/>
            </p:nvCxnSpPr>
            <p:spPr>
              <a:xfrm flipV="1">
                <a:off x="5260521" y="1464840"/>
                <a:ext cx="175839" cy="900"/>
              </a:xfrm>
              <a:prstGeom prst="straightConnector1">
                <a:avLst/>
              </a:prstGeom>
              <a:ln w="12700">
                <a:solidFill>
                  <a:srgbClr val="687D89"/>
                </a:solidFill>
                <a:round/>
                <a:tailEnd type="triangle" w="sm" len="sm"/>
              </a:ln>
            </p:spPr>
          </p:cxnSp>
        </p:grpSp>
        <p:sp>
          <p:nvSpPr>
            <p:cNvPr id="35" name="omitted_layers">
              <a:extLst>
                <a:ext uri="{FF2B5EF4-FFF2-40B4-BE49-F238E27FC236}">
                  <a16:creationId xmlns:a16="http://schemas.microsoft.com/office/drawing/2014/main" id="{028DFA5B-033F-5047-92B4-2D1E21C22772}"/>
                </a:ext>
              </a:extLst>
            </p:cNvPr>
            <p:cNvSpPr/>
            <p:nvPr/>
          </p:nvSpPr>
          <p:spPr>
            <a:xfrm>
              <a:off x="1525511" y="4524386"/>
              <a:ext cx="1122634" cy="21276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650" b="1" u="none" strike="noStrike" dirty="0">
                  <a:effectLst/>
                  <a:uFillTx/>
                  <a:latin typeface="Times New Roman" panose="02020603050405020304" pitchFamily="18" charset="0"/>
                  <a:cs typeface="Times New Roman" panose="02020603050405020304" pitchFamily="18" charset="0"/>
                </a:rPr>
                <a:t>Layer</a:t>
              </a:r>
              <a:r>
                <a:rPr lang="en-US" sz="650" b="1" dirty="0">
                  <a:latin typeface="Times New Roman" panose="02020603050405020304" pitchFamily="18" charset="0"/>
                  <a:cs typeface="Times New Roman" panose="02020603050405020304" pitchFamily="18" charset="0"/>
                </a:rPr>
                <a:t> </a:t>
              </a:r>
              <a:r>
                <a:rPr lang="en-US" sz="650" b="1" u="none" strike="noStrike" dirty="0">
                  <a:effectLst/>
                  <a:uFillTx/>
                  <a:latin typeface="Times New Roman" panose="02020603050405020304" pitchFamily="18" charset="0"/>
                  <a:cs typeface="Times New Roman" panose="02020603050405020304" pitchFamily="18" charset="0"/>
                </a:rPr>
                <a:t>5</a:t>
              </a:r>
            </a:p>
          </p:txBody>
        </p:sp>
        <p:pic>
          <p:nvPicPr>
            <p:cNvPr id="50" name="图片 49">
              <a:extLst>
                <a:ext uri="{FF2B5EF4-FFF2-40B4-BE49-F238E27FC236}">
                  <a16:creationId xmlns:a16="http://schemas.microsoft.com/office/drawing/2014/main" id="{8D0BBFA0-4F80-0BE0-4242-8D45772F8E7E}"/>
                </a:ext>
              </a:extLst>
            </p:cNvPr>
            <p:cNvPicPr>
              <a:picLocks noChangeAspect="1"/>
            </p:cNvPicPr>
            <p:nvPr/>
          </p:nvPicPr>
          <p:blipFill>
            <a:blip r:embed="rId17"/>
            <a:stretch>
              <a:fillRect/>
            </a:stretch>
          </p:blipFill>
          <p:spPr>
            <a:xfrm>
              <a:off x="3297011" y="1251856"/>
              <a:ext cx="266327" cy="177551"/>
            </a:xfrm>
            <a:prstGeom prst="rect">
              <a:avLst/>
            </a:prstGeom>
          </p:spPr>
        </p:pic>
        <p:pic>
          <p:nvPicPr>
            <p:cNvPr id="52" name="图片 51">
              <a:extLst>
                <a:ext uri="{FF2B5EF4-FFF2-40B4-BE49-F238E27FC236}">
                  <a16:creationId xmlns:a16="http://schemas.microsoft.com/office/drawing/2014/main" id="{383DC019-F80E-D230-CD3E-548D49C7A35F}"/>
                </a:ext>
              </a:extLst>
            </p:cNvPr>
            <p:cNvPicPr>
              <a:picLocks noChangeAspect="1"/>
            </p:cNvPicPr>
            <p:nvPr/>
          </p:nvPicPr>
          <p:blipFill>
            <a:blip r:embed="rId18"/>
            <a:stretch>
              <a:fillRect/>
            </a:stretch>
          </p:blipFill>
          <p:spPr>
            <a:xfrm>
              <a:off x="3265987" y="2440393"/>
              <a:ext cx="306328" cy="154847"/>
            </a:xfrm>
            <a:prstGeom prst="rect">
              <a:avLst/>
            </a:prstGeom>
          </p:spPr>
        </p:pic>
        <p:pic>
          <p:nvPicPr>
            <p:cNvPr id="54" name="图片 53">
              <a:extLst>
                <a:ext uri="{FF2B5EF4-FFF2-40B4-BE49-F238E27FC236}">
                  <a16:creationId xmlns:a16="http://schemas.microsoft.com/office/drawing/2014/main" id="{681D0687-0238-685C-F7E4-D34DD9A77EB4}"/>
                </a:ext>
              </a:extLst>
            </p:cNvPr>
            <p:cNvPicPr>
              <a:picLocks noChangeAspect="1"/>
            </p:cNvPicPr>
            <p:nvPr/>
          </p:nvPicPr>
          <p:blipFill>
            <a:blip r:embed="rId19"/>
            <a:stretch>
              <a:fillRect/>
            </a:stretch>
          </p:blipFill>
          <p:spPr>
            <a:xfrm>
              <a:off x="3207445" y="3621378"/>
              <a:ext cx="349592" cy="131471"/>
            </a:xfrm>
            <a:prstGeom prst="rect">
              <a:avLst/>
            </a:prstGeom>
          </p:spPr>
        </p:pic>
        <p:pic>
          <p:nvPicPr>
            <p:cNvPr id="56" name="图片 55">
              <a:extLst>
                <a:ext uri="{FF2B5EF4-FFF2-40B4-BE49-F238E27FC236}">
                  <a16:creationId xmlns:a16="http://schemas.microsoft.com/office/drawing/2014/main" id="{7407EC13-55F1-0916-EFA0-F0384127F676}"/>
                </a:ext>
              </a:extLst>
            </p:cNvPr>
            <p:cNvPicPr>
              <a:picLocks noChangeAspect="1"/>
            </p:cNvPicPr>
            <p:nvPr/>
          </p:nvPicPr>
          <p:blipFill>
            <a:blip r:embed="rId20"/>
            <a:stretch>
              <a:fillRect/>
            </a:stretch>
          </p:blipFill>
          <p:spPr>
            <a:xfrm>
              <a:off x="2896701" y="1270589"/>
              <a:ext cx="292761" cy="105094"/>
            </a:xfrm>
            <a:prstGeom prst="rect">
              <a:avLst/>
            </a:prstGeom>
          </p:spPr>
        </p:pic>
        <p:pic>
          <p:nvPicPr>
            <p:cNvPr id="58" name="图片 57">
              <a:extLst>
                <a:ext uri="{FF2B5EF4-FFF2-40B4-BE49-F238E27FC236}">
                  <a16:creationId xmlns:a16="http://schemas.microsoft.com/office/drawing/2014/main" id="{11C83E5B-37BE-3D3D-D84D-582AA77D360A}"/>
                </a:ext>
              </a:extLst>
            </p:cNvPr>
            <p:cNvPicPr>
              <a:picLocks noChangeAspect="1"/>
            </p:cNvPicPr>
            <p:nvPr/>
          </p:nvPicPr>
          <p:blipFill>
            <a:blip r:embed="rId21"/>
            <a:stretch>
              <a:fillRect/>
            </a:stretch>
          </p:blipFill>
          <p:spPr>
            <a:xfrm>
              <a:off x="2898387" y="2449709"/>
              <a:ext cx="322593" cy="108434"/>
            </a:xfrm>
            <a:prstGeom prst="rect">
              <a:avLst/>
            </a:prstGeom>
          </p:spPr>
        </p:pic>
        <p:pic>
          <p:nvPicPr>
            <p:cNvPr id="60" name="图片 59">
              <a:extLst>
                <a:ext uri="{FF2B5EF4-FFF2-40B4-BE49-F238E27FC236}">
                  <a16:creationId xmlns:a16="http://schemas.microsoft.com/office/drawing/2014/main" id="{F0F78D67-1A66-6016-FD7A-FAFC0425584A}"/>
                </a:ext>
              </a:extLst>
            </p:cNvPr>
            <p:cNvPicPr>
              <a:picLocks noChangeAspect="1"/>
            </p:cNvPicPr>
            <p:nvPr/>
          </p:nvPicPr>
          <p:blipFill>
            <a:blip r:embed="rId22"/>
            <a:stretch>
              <a:fillRect/>
            </a:stretch>
          </p:blipFill>
          <p:spPr>
            <a:xfrm>
              <a:off x="2896019" y="3634441"/>
              <a:ext cx="286703" cy="115687"/>
            </a:xfrm>
            <a:prstGeom prst="rect">
              <a:avLst/>
            </a:prstGeom>
          </p:spPr>
        </p:pic>
        <p:pic>
          <p:nvPicPr>
            <p:cNvPr id="62" name="图片 61">
              <a:extLst>
                <a:ext uri="{FF2B5EF4-FFF2-40B4-BE49-F238E27FC236}">
                  <a16:creationId xmlns:a16="http://schemas.microsoft.com/office/drawing/2014/main" id="{EDBE4D91-0EAB-A27C-6304-9F581EC20A63}"/>
                </a:ext>
              </a:extLst>
            </p:cNvPr>
            <p:cNvPicPr>
              <a:picLocks noChangeAspect="1"/>
            </p:cNvPicPr>
            <p:nvPr/>
          </p:nvPicPr>
          <p:blipFill>
            <a:blip r:embed="rId23"/>
            <a:stretch>
              <a:fillRect/>
            </a:stretch>
          </p:blipFill>
          <p:spPr>
            <a:xfrm>
              <a:off x="2902129" y="4956997"/>
              <a:ext cx="306097" cy="130787"/>
            </a:xfrm>
            <a:prstGeom prst="rect">
              <a:avLst/>
            </a:prstGeom>
          </p:spPr>
        </p:pic>
        <p:pic>
          <p:nvPicPr>
            <p:cNvPr id="64" name="图片 63">
              <a:extLst>
                <a:ext uri="{FF2B5EF4-FFF2-40B4-BE49-F238E27FC236}">
                  <a16:creationId xmlns:a16="http://schemas.microsoft.com/office/drawing/2014/main" id="{47E14EBE-E13A-D0B9-0300-029378E4773B}"/>
                </a:ext>
              </a:extLst>
            </p:cNvPr>
            <p:cNvPicPr>
              <a:picLocks noChangeAspect="1"/>
            </p:cNvPicPr>
            <p:nvPr/>
          </p:nvPicPr>
          <p:blipFill>
            <a:blip r:embed="rId24"/>
            <a:stretch>
              <a:fillRect/>
            </a:stretch>
          </p:blipFill>
          <p:spPr>
            <a:xfrm>
              <a:off x="3203102" y="4942518"/>
              <a:ext cx="353692" cy="145266"/>
            </a:xfrm>
            <a:prstGeom prst="rect">
              <a:avLst/>
            </a:prstGeom>
          </p:spPr>
        </p:pic>
        <p:cxnSp>
          <p:nvCxnSpPr>
            <p:cNvPr id="377" name="直接连接符 376">
              <a:extLst>
                <a:ext uri="{FF2B5EF4-FFF2-40B4-BE49-F238E27FC236}">
                  <a16:creationId xmlns:a16="http://schemas.microsoft.com/office/drawing/2014/main" id="{00CB20AB-1D81-73DC-B704-52486ADCCDF2}"/>
                </a:ext>
              </a:extLst>
            </p:cNvPr>
            <p:cNvCxnSpPr>
              <a:cxnSpLocks/>
            </p:cNvCxnSpPr>
            <p:nvPr/>
          </p:nvCxnSpPr>
          <p:spPr>
            <a:xfrm flipH="1">
              <a:off x="6448425" y="1518557"/>
              <a:ext cx="126546" cy="339043"/>
            </a:xfrm>
            <a:prstGeom prst="line">
              <a:avLst/>
            </a:prstGeom>
            <a:ln w="19050">
              <a:solidFill>
                <a:srgbClr val="9180B0"/>
              </a:solidFill>
              <a:prstDash val="sysDot"/>
            </a:ln>
          </p:spPr>
          <p:style>
            <a:lnRef idx="1">
              <a:schemeClr val="accent1"/>
            </a:lnRef>
            <a:fillRef idx="0">
              <a:schemeClr val="accent1"/>
            </a:fillRef>
            <a:effectRef idx="0">
              <a:schemeClr val="accent1"/>
            </a:effectRef>
            <a:fontRef idx="minor">
              <a:schemeClr val="tx1"/>
            </a:fontRef>
          </p:style>
        </p:cxnSp>
        <p:cxnSp>
          <p:nvCxnSpPr>
            <p:cNvPr id="380" name="直接连接符 379">
              <a:extLst>
                <a:ext uri="{FF2B5EF4-FFF2-40B4-BE49-F238E27FC236}">
                  <a16:creationId xmlns:a16="http://schemas.microsoft.com/office/drawing/2014/main" id="{D7F924B5-A595-46F3-5267-0C7A26DAED7C}"/>
                </a:ext>
              </a:extLst>
            </p:cNvPr>
            <p:cNvCxnSpPr>
              <a:cxnSpLocks/>
            </p:cNvCxnSpPr>
            <p:nvPr/>
          </p:nvCxnSpPr>
          <p:spPr>
            <a:xfrm>
              <a:off x="6753789" y="1510393"/>
              <a:ext cx="172247" cy="333375"/>
            </a:xfrm>
            <a:prstGeom prst="line">
              <a:avLst/>
            </a:prstGeom>
            <a:ln w="19050">
              <a:solidFill>
                <a:srgbClr val="9180B0"/>
              </a:solidFill>
              <a:prstDash val="sysDot"/>
            </a:ln>
          </p:spPr>
          <p:style>
            <a:lnRef idx="1">
              <a:schemeClr val="accent1"/>
            </a:lnRef>
            <a:fillRef idx="0">
              <a:schemeClr val="accent1"/>
            </a:fillRef>
            <a:effectRef idx="0">
              <a:schemeClr val="accent1"/>
            </a:effectRef>
            <a:fontRef idx="minor">
              <a:schemeClr val="tx1"/>
            </a:fontRef>
          </p:style>
        </p:cxnSp>
        <p:cxnSp>
          <p:nvCxnSpPr>
            <p:cNvPr id="387" name="直接连接符 386">
              <a:extLst>
                <a:ext uri="{FF2B5EF4-FFF2-40B4-BE49-F238E27FC236}">
                  <a16:creationId xmlns:a16="http://schemas.microsoft.com/office/drawing/2014/main" id="{B5F1E127-291A-36D4-5E4A-5B1459AB6ED2}"/>
                </a:ext>
              </a:extLst>
            </p:cNvPr>
            <p:cNvCxnSpPr>
              <a:cxnSpLocks/>
            </p:cNvCxnSpPr>
            <p:nvPr/>
          </p:nvCxnSpPr>
          <p:spPr>
            <a:xfrm flipH="1">
              <a:off x="6462032" y="2700000"/>
              <a:ext cx="131989" cy="319425"/>
            </a:xfrm>
            <a:prstGeom prst="line">
              <a:avLst/>
            </a:prstGeom>
            <a:ln w="19050">
              <a:solidFill>
                <a:srgbClr val="508FB0"/>
              </a:solidFill>
              <a:prstDash val="sysDot"/>
            </a:ln>
          </p:spPr>
          <p:style>
            <a:lnRef idx="1">
              <a:schemeClr val="accent1"/>
            </a:lnRef>
            <a:fillRef idx="0">
              <a:schemeClr val="accent1"/>
            </a:fillRef>
            <a:effectRef idx="0">
              <a:schemeClr val="accent1"/>
            </a:effectRef>
            <a:fontRef idx="minor">
              <a:schemeClr val="tx1"/>
            </a:fontRef>
          </p:style>
        </p:cxnSp>
        <p:cxnSp>
          <p:nvCxnSpPr>
            <p:cNvPr id="388" name="直接连接符 387">
              <a:extLst>
                <a:ext uri="{FF2B5EF4-FFF2-40B4-BE49-F238E27FC236}">
                  <a16:creationId xmlns:a16="http://schemas.microsoft.com/office/drawing/2014/main" id="{BEA4149D-541C-DEB8-0B5E-44898C35CC2A}"/>
                </a:ext>
              </a:extLst>
            </p:cNvPr>
            <p:cNvCxnSpPr>
              <a:cxnSpLocks/>
            </p:cNvCxnSpPr>
            <p:nvPr/>
          </p:nvCxnSpPr>
          <p:spPr>
            <a:xfrm>
              <a:off x="6745061" y="2693520"/>
              <a:ext cx="148318" cy="327266"/>
            </a:xfrm>
            <a:prstGeom prst="line">
              <a:avLst/>
            </a:prstGeom>
            <a:ln w="19050">
              <a:solidFill>
                <a:srgbClr val="508FB0"/>
              </a:solidFill>
              <a:prstDash val="sysDot"/>
            </a:ln>
          </p:spPr>
          <p:style>
            <a:lnRef idx="1">
              <a:schemeClr val="accent1"/>
            </a:lnRef>
            <a:fillRef idx="0">
              <a:schemeClr val="accent1"/>
            </a:fillRef>
            <a:effectRef idx="0">
              <a:schemeClr val="accent1"/>
            </a:effectRef>
            <a:fontRef idx="minor">
              <a:schemeClr val="tx1"/>
            </a:fontRef>
          </p:style>
        </p:cxnSp>
        <p:cxnSp>
          <p:nvCxnSpPr>
            <p:cNvPr id="391" name="box_out_3__0">
              <a:extLst>
                <a:ext uri="{FF2B5EF4-FFF2-40B4-BE49-F238E27FC236}">
                  <a16:creationId xmlns:a16="http://schemas.microsoft.com/office/drawing/2014/main" id="{4F63A2BF-1E3A-3BD2-76DC-EE8C05DE26A9}"/>
                </a:ext>
              </a:extLst>
            </p:cNvPr>
            <p:cNvCxnSpPr>
              <a:cxnSpLocks/>
            </p:cNvCxnSpPr>
            <p:nvPr/>
          </p:nvCxnSpPr>
          <p:spPr>
            <a:xfrm flipH="1">
              <a:off x="6525986" y="3864429"/>
              <a:ext cx="111578" cy="356571"/>
            </a:xfrm>
            <a:prstGeom prst="straightConnector1">
              <a:avLst/>
            </a:prstGeom>
            <a:ln w="19050">
              <a:solidFill>
                <a:srgbClr val="4F9A83"/>
              </a:solidFill>
              <a:prstDash val="sysDot"/>
              <a:round/>
              <a:headEnd type="none" w="med" len="med"/>
              <a:tailEnd type="none" w="med" len="med"/>
            </a:ln>
          </p:spPr>
        </p:cxnSp>
        <p:cxnSp>
          <p:nvCxnSpPr>
            <p:cNvPr id="402" name="box_out_3__0">
              <a:extLst>
                <a:ext uri="{FF2B5EF4-FFF2-40B4-BE49-F238E27FC236}">
                  <a16:creationId xmlns:a16="http://schemas.microsoft.com/office/drawing/2014/main" id="{EDAB8C3D-F172-30A5-5020-92D88ADFFD3A}"/>
                </a:ext>
              </a:extLst>
            </p:cNvPr>
            <p:cNvCxnSpPr>
              <a:cxnSpLocks/>
            </p:cNvCxnSpPr>
            <p:nvPr/>
          </p:nvCxnSpPr>
          <p:spPr>
            <a:xfrm>
              <a:off x="6762750" y="3858986"/>
              <a:ext cx="153761" cy="368494"/>
            </a:xfrm>
            <a:prstGeom prst="straightConnector1">
              <a:avLst/>
            </a:prstGeom>
            <a:ln w="19050">
              <a:solidFill>
                <a:srgbClr val="4F9A83"/>
              </a:solidFill>
              <a:prstDash val="sysDot"/>
              <a:round/>
              <a:headEnd type="none" w="med" len="med"/>
              <a:tailEnd type="none" w="med" len="med"/>
            </a:ln>
          </p:spPr>
        </p:cxnSp>
        <p:cxnSp>
          <p:nvCxnSpPr>
            <p:cNvPr id="405" name="box_out_3__0">
              <a:extLst>
                <a:ext uri="{FF2B5EF4-FFF2-40B4-BE49-F238E27FC236}">
                  <a16:creationId xmlns:a16="http://schemas.microsoft.com/office/drawing/2014/main" id="{7CB13930-0001-A7B8-32F7-C2C614DABF7E}"/>
                </a:ext>
              </a:extLst>
            </p:cNvPr>
            <p:cNvCxnSpPr>
              <a:cxnSpLocks/>
            </p:cNvCxnSpPr>
            <p:nvPr/>
          </p:nvCxnSpPr>
          <p:spPr>
            <a:xfrm flipH="1">
              <a:off x="6462382" y="5187043"/>
              <a:ext cx="147968" cy="425675"/>
            </a:xfrm>
            <a:prstGeom prst="straightConnector1">
              <a:avLst/>
            </a:prstGeom>
            <a:ln w="19050">
              <a:solidFill>
                <a:srgbClr val="CA8279"/>
              </a:solidFill>
              <a:prstDash val="sysDot"/>
              <a:round/>
              <a:headEnd type="none" w="med" len="med"/>
              <a:tailEnd type="none" w="med" len="med"/>
            </a:ln>
          </p:spPr>
        </p:cxnSp>
        <p:cxnSp>
          <p:nvCxnSpPr>
            <p:cNvPr id="407" name="box_out_3__0">
              <a:extLst>
                <a:ext uri="{FF2B5EF4-FFF2-40B4-BE49-F238E27FC236}">
                  <a16:creationId xmlns:a16="http://schemas.microsoft.com/office/drawing/2014/main" id="{94D81ADD-3232-88D8-8A6E-4DA21048ABB7}"/>
                </a:ext>
              </a:extLst>
            </p:cNvPr>
            <p:cNvCxnSpPr>
              <a:cxnSpLocks/>
            </p:cNvCxnSpPr>
            <p:nvPr/>
          </p:nvCxnSpPr>
          <p:spPr>
            <a:xfrm>
              <a:off x="6743700" y="5193846"/>
              <a:ext cx="125460" cy="427809"/>
            </a:xfrm>
            <a:prstGeom prst="straightConnector1">
              <a:avLst/>
            </a:prstGeom>
            <a:ln w="19050">
              <a:solidFill>
                <a:srgbClr val="CA8279"/>
              </a:solidFill>
              <a:prstDash val="sysDot"/>
              <a:round/>
              <a:headEnd type="none" w="med" len="med"/>
              <a:tailEnd type="none" w="med" len="med"/>
            </a:ln>
          </p:spPr>
        </p:cxnSp>
        <p:sp>
          <p:nvSpPr>
            <p:cNvPr id="430" name="stage2_headfill">
              <a:extLst>
                <a:ext uri="{FF2B5EF4-FFF2-40B4-BE49-F238E27FC236}">
                  <a16:creationId xmlns:a16="http://schemas.microsoft.com/office/drawing/2014/main" id="{44250B6B-9BF8-564D-626F-3065E81DD466}"/>
                </a:ext>
              </a:extLst>
            </p:cNvPr>
            <p:cNvSpPr/>
            <p:nvPr/>
          </p:nvSpPr>
          <p:spPr>
            <a:xfrm>
              <a:off x="2071703" y="1355236"/>
              <a:ext cx="476114" cy="220680"/>
            </a:xfrm>
            <a:prstGeom prst="roundRect">
              <a:avLst>
                <a:gd name="adj" fmla="val 15000"/>
              </a:avLst>
            </a:prstGeom>
            <a:solidFill>
              <a:srgbClr val="C5E7DA"/>
            </a:solidFill>
            <a:ln w="762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endParaRPr lang="en-US" sz="1800" b="1" u="none" strike="noStrike">
                <a:effectLst/>
                <a:uFillTx/>
                <a:latin typeface="Times New Roman" panose="02020603050405020304" pitchFamily="18" charset="0"/>
                <a:cs typeface="Times New Roman" panose="02020603050405020304" pitchFamily="18" charset="0"/>
              </a:endParaRPr>
            </a:p>
          </p:txBody>
        </p:sp>
        <p:sp>
          <p:nvSpPr>
            <p:cNvPr id="423" name="query_caption">
              <a:extLst>
                <a:ext uri="{FF2B5EF4-FFF2-40B4-BE49-F238E27FC236}">
                  <a16:creationId xmlns:a16="http://schemas.microsoft.com/office/drawing/2014/main" id="{8AEC1AD3-E32E-DD80-1CAF-6FF76EEEC123}"/>
                </a:ext>
              </a:extLst>
            </p:cNvPr>
            <p:cNvSpPr/>
            <p:nvPr/>
          </p:nvSpPr>
          <p:spPr>
            <a:xfrm rot="5400000">
              <a:off x="1606154" y="3150654"/>
              <a:ext cx="306360" cy="10476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650" b="1" u="none" strike="noStrike" dirty="0">
                  <a:effectLst/>
                  <a:uFillTx/>
                  <a:latin typeface="Times New Roman" panose="02020603050405020304" pitchFamily="18" charset="0"/>
                  <a:cs typeface="Times New Roman" panose="02020603050405020304" pitchFamily="18" charset="0"/>
                </a:rPr>
                <a:t>Queries</a:t>
              </a:r>
            </a:p>
          </p:txBody>
        </p:sp>
        <p:sp>
          <p:nvSpPr>
            <p:cNvPr id="425" name="query_caption">
              <a:extLst>
                <a:ext uri="{FF2B5EF4-FFF2-40B4-BE49-F238E27FC236}">
                  <a16:creationId xmlns:a16="http://schemas.microsoft.com/office/drawing/2014/main" id="{5DFE4B9E-F389-48DF-3521-7A064E2E5ECE}"/>
                </a:ext>
              </a:extLst>
            </p:cNvPr>
            <p:cNvSpPr/>
            <p:nvPr/>
          </p:nvSpPr>
          <p:spPr>
            <a:xfrm rot="5400000">
              <a:off x="1575547" y="4401917"/>
              <a:ext cx="306360" cy="10476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650" b="1" u="none" strike="noStrike" dirty="0">
                  <a:effectLst/>
                  <a:uFillTx/>
                  <a:latin typeface="Times New Roman" panose="02020603050405020304" pitchFamily="18" charset="0"/>
                  <a:cs typeface="Times New Roman" panose="02020603050405020304" pitchFamily="18" charset="0"/>
                </a:rPr>
                <a:t>Queries</a:t>
              </a:r>
            </a:p>
          </p:txBody>
        </p:sp>
        <p:sp>
          <p:nvSpPr>
            <p:cNvPr id="432" name="stage2_headfill">
              <a:extLst>
                <a:ext uri="{FF2B5EF4-FFF2-40B4-BE49-F238E27FC236}">
                  <a16:creationId xmlns:a16="http://schemas.microsoft.com/office/drawing/2014/main" id="{686C000B-35D5-6328-4E5A-DA3BDAA95B52}"/>
                </a:ext>
              </a:extLst>
            </p:cNvPr>
            <p:cNvSpPr/>
            <p:nvPr/>
          </p:nvSpPr>
          <p:spPr>
            <a:xfrm>
              <a:off x="2066925" y="3713304"/>
              <a:ext cx="480892" cy="220680"/>
            </a:xfrm>
            <a:prstGeom prst="roundRect">
              <a:avLst>
                <a:gd name="adj" fmla="val 15000"/>
              </a:avLst>
            </a:prstGeom>
            <a:solidFill>
              <a:srgbClr val="C5E7DA"/>
            </a:solidFill>
            <a:ln w="762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endParaRPr lang="en-US" sz="1800" b="1" u="none" strike="noStrike">
                <a:effectLst/>
                <a:uFillTx/>
                <a:latin typeface="Times New Roman" panose="02020603050405020304" pitchFamily="18" charset="0"/>
                <a:cs typeface="Times New Roman" panose="02020603050405020304" pitchFamily="18" charset="0"/>
              </a:endParaRPr>
            </a:p>
          </p:txBody>
        </p:sp>
        <p:sp>
          <p:nvSpPr>
            <p:cNvPr id="434" name="stage1_htext">
              <a:extLst>
                <a:ext uri="{FF2B5EF4-FFF2-40B4-BE49-F238E27FC236}">
                  <a16:creationId xmlns:a16="http://schemas.microsoft.com/office/drawing/2014/main" id="{A1E78174-7FDC-7C0F-33EE-2EB23C93566F}"/>
                </a:ext>
              </a:extLst>
            </p:cNvPr>
            <p:cNvSpPr/>
            <p:nvPr/>
          </p:nvSpPr>
          <p:spPr>
            <a:xfrm>
              <a:off x="2091960" y="1368635"/>
              <a:ext cx="448200" cy="191160"/>
            </a:xfrm>
            <a:prstGeom prst="rect">
              <a:avLst/>
            </a:prstGeom>
            <a:solidFill>
              <a:srgbClr val="C5E7DA"/>
            </a:solid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700" b="1" u="none" strike="noStrike" dirty="0">
                  <a:effectLst/>
                  <a:uFillTx/>
                  <a:latin typeface="Times New Roman" panose="02020603050405020304" pitchFamily="18" charset="0"/>
                  <a:cs typeface="Times New Roman" panose="02020603050405020304" pitchFamily="18" charset="0"/>
                </a:rPr>
                <a:t>FDR Head</a:t>
              </a:r>
            </a:p>
          </p:txBody>
        </p:sp>
        <p:sp>
          <p:nvSpPr>
            <p:cNvPr id="436" name="stage3_htext">
              <a:extLst>
                <a:ext uri="{FF2B5EF4-FFF2-40B4-BE49-F238E27FC236}">
                  <a16:creationId xmlns:a16="http://schemas.microsoft.com/office/drawing/2014/main" id="{97C2EEBE-9C0F-7454-49DA-C3B33B901C33}"/>
                </a:ext>
              </a:extLst>
            </p:cNvPr>
            <p:cNvSpPr/>
            <p:nvPr/>
          </p:nvSpPr>
          <p:spPr>
            <a:xfrm>
              <a:off x="2093683" y="3722397"/>
              <a:ext cx="448200" cy="191160"/>
            </a:xfrm>
            <a:prstGeom prst="rect">
              <a:avLst/>
            </a:prstGeom>
            <a:solidFill>
              <a:srgbClr val="C5E7DA"/>
            </a:solid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700" b="1" u="none" strike="noStrike" dirty="0">
                  <a:effectLst/>
                  <a:uFillTx/>
                  <a:latin typeface="Times New Roman" panose="02020603050405020304" pitchFamily="18" charset="0"/>
                  <a:cs typeface="Times New Roman" panose="02020603050405020304" pitchFamily="18" charset="0"/>
                </a:rPr>
                <a:t>FDR Head</a:t>
              </a:r>
            </a:p>
          </p:txBody>
        </p:sp>
        <p:sp>
          <p:nvSpPr>
            <p:cNvPr id="438" name="stage2_headfill">
              <a:extLst>
                <a:ext uri="{FF2B5EF4-FFF2-40B4-BE49-F238E27FC236}">
                  <a16:creationId xmlns:a16="http://schemas.microsoft.com/office/drawing/2014/main" id="{37A26D70-B88B-F867-60F6-290563FEF564}"/>
                </a:ext>
              </a:extLst>
            </p:cNvPr>
            <p:cNvSpPr/>
            <p:nvPr/>
          </p:nvSpPr>
          <p:spPr>
            <a:xfrm>
              <a:off x="2069314" y="5049000"/>
              <a:ext cx="480892" cy="221046"/>
            </a:xfrm>
            <a:prstGeom prst="roundRect">
              <a:avLst>
                <a:gd name="adj" fmla="val 15000"/>
              </a:avLst>
            </a:prstGeom>
            <a:solidFill>
              <a:srgbClr val="C5E7DA"/>
            </a:solidFill>
            <a:ln w="762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endParaRPr lang="en-US" sz="1800" b="1" u="none" strike="noStrike">
                <a:effectLst/>
                <a:uFillTx/>
                <a:latin typeface="Times New Roman" panose="02020603050405020304" pitchFamily="18" charset="0"/>
                <a:cs typeface="Times New Roman" panose="02020603050405020304" pitchFamily="18" charset="0"/>
              </a:endParaRPr>
            </a:p>
          </p:txBody>
        </p:sp>
        <p:sp>
          <p:nvSpPr>
            <p:cNvPr id="440" name="stage6_htext">
              <a:extLst>
                <a:ext uri="{FF2B5EF4-FFF2-40B4-BE49-F238E27FC236}">
                  <a16:creationId xmlns:a16="http://schemas.microsoft.com/office/drawing/2014/main" id="{B3881531-5174-8CD4-00BA-37E1392B8C12}"/>
                </a:ext>
              </a:extLst>
            </p:cNvPr>
            <p:cNvSpPr/>
            <p:nvPr/>
          </p:nvSpPr>
          <p:spPr>
            <a:xfrm>
              <a:off x="2093683" y="5065665"/>
              <a:ext cx="448200" cy="191160"/>
            </a:xfrm>
            <a:prstGeom prst="rect">
              <a:avLst/>
            </a:prstGeom>
            <a:solidFill>
              <a:srgbClr val="C5E7DA"/>
            </a:solid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700" b="1" u="none" strike="noStrike" dirty="0">
                  <a:effectLst/>
                  <a:uFillTx/>
                  <a:latin typeface="Times New Roman" panose="02020603050405020304" pitchFamily="18" charset="0"/>
                  <a:cs typeface="Times New Roman" panose="02020603050405020304" pitchFamily="18" charset="0"/>
                </a:rPr>
                <a:t>FDR Head</a:t>
              </a:r>
            </a:p>
          </p:txBody>
        </p:sp>
        <p:sp>
          <p:nvSpPr>
            <p:cNvPr id="442" name="residual_caption">
              <a:extLst>
                <a:ext uri="{FF2B5EF4-FFF2-40B4-BE49-F238E27FC236}">
                  <a16:creationId xmlns:a16="http://schemas.microsoft.com/office/drawing/2014/main" id="{5D0DB1B9-F81E-EC19-59A7-51F1A670D156}"/>
                </a:ext>
              </a:extLst>
            </p:cNvPr>
            <p:cNvSpPr/>
            <p:nvPr/>
          </p:nvSpPr>
          <p:spPr>
            <a:xfrm rot="5400000">
              <a:off x="2070593" y="3080885"/>
              <a:ext cx="639275" cy="133909"/>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a:r>
                <a:rPr lang="en-US" sz="650" b="1" u="none" strike="noStrike" dirty="0">
                  <a:effectLst/>
                  <a:uFillTx/>
                  <a:latin typeface="Times New Roman" panose="02020603050405020304" pitchFamily="18" charset="0"/>
                  <a:cs typeface="Times New Roman" panose="02020603050405020304" pitchFamily="18" charset="0"/>
                </a:rPr>
                <a:t>Logit </a:t>
              </a:r>
              <a:r>
                <a:rPr lang="en-US" altLang="zh-CN" sz="650" b="1" dirty="0">
                  <a:latin typeface="Times New Roman" panose="02020603050405020304" pitchFamily="18" charset="0"/>
                  <a:cs typeface="Times New Roman" panose="02020603050405020304" pitchFamily="18" charset="0"/>
                </a:rPr>
                <a:t>Residual</a:t>
              </a:r>
            </a:p>
          </p:txBody>
        </p:sp>
        <p:sp>
          <p:nvSpPr>
            <p:cNvPr id="444" name="residual_caption">
              <a:extLst>
                <a:ext uri="{FF2B5EF4-FFF2-40B4-BE49-F238E27FC236}">
                  <a16:creationId xmlns:a16="http://schemas.microsoft.com/office/drawing/2014/main" id="{65BA90F3-4B6F-4E94-24D5-8D0A857F76B9}"/>
                </a:ext>
              </a:extLst>
            </p:cNvPr>
            <p:cNvSpPr/>
            <p:nvPr/>
          </p:nvSpPr>
          <p:spPr>
            <a:xfrm rot="5400000">
              <a:off x="2103711" y="4422957"/>
              <a:ext cx="639275" cy="133909"/>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a:r>
                <a:rPr lang="en-US" sz="650" b="1" u="none" strike="noStrike" dirty="0">
                  <a:effectLst/>
                  <a:uFillTx/>
                  <a:latin typeface="Times New Roman" panose="02020603050405020304" pitchFamily="18" charset="0"/>
                  <a:cs typeface="Times New Roman" panose="02020603050405020304" pitchFamily="18" charset="0"/>
                </a:rPr>
                <a:t>Logit </a:t>
              </a:r>
              <a:r>
                <a:rPr lang="en-US" altLang="zh-CN" sz="650" b="1" dirty="0">
                  <a:latin typeface="Times New Roman" panose="02020603050405020304" pitchFamily="18" charset="0"/>
                  <a:cs typeface="Times New Roman" panose="02020603050405020304" pitchFamily="18" charset="0"/>
                </a:rPr>
                <a:t>Residual</a:t>
              </a:r>
            </a:p>
          </p:txBody>
        </p:sp>
        <p:sp>
          <p:nvSpPr>
            <p:cNvPr id="458" name="weight_1_text">
              <a:extLst>
                <a:ext uri="{FF2B5EF4-FFF2-40B4-BE49-F238E27FC236}">
                  <a16:creationId xmlns:a16="http://schemas.microsoft.com/office/drawing/2014/main" id="{7CCF4651-587E-C126-E035-BD68FA44AE01}"/>
                </a:ext>
              </a:extLst>
            </p:cNvPr>
            <p:cNvSpPr/>
            <p:nvPr/>
          </p:nvSpPr>
          <p:spPr>
            <a:xfrm>
              <a:off x="4306398" y="2791890"/>
              <a:ext cx="911880" cy="10476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650" b="1" u="none" strike="noStrike" dirty="0">
                  <a:effectLst/>
                  <a:uFillTx/>
                  <a:latin typeface="Times New Roman" panose="02020603050405020304" pitchFamily="18" charset="0"/>
                  <a:cs typeface="Times New Roman" panose="02020603050405020304" pitchFamily="18" charset="0"/>
                </a:rPr>
                <a:t>Adaptive </a:t>
              </a:r>
              <a:r>
                <a:rPr lang="en-US" sz="650" b="1" i="1" u="none" strike="noStrike" dirty="0">
                  <a:effectLst/>
                  <a:uFillTx/>
                  <a:latin typeface="Times New Roman" panose="02020603050405020304" pitchFamily="18" charset="0"/>
                  <a:cs typeface="Times New Roman" panose="02020603050405020304" pitchFamily="18" charset="0"/>
                </a:rPr>
                <a:t>W</a:t>
              </a:r>
              <a:r>
                <a:rPr lang="en-US" sz="650" b="1" u="none" strike="noStrike" dirty="0">
                  <a:effectLst/>
                  <a:uFillTx/>
                  <a:latin typeface="Times New Roman" panose="02020603050405020304" pitchFamily="18" charset="0"/>
                  <a:cs typeface="Times New Roman" panose="02020603050405020304" pitchFamily="18" charset="0"/>
                </a:rPr>
                <a:t>(</a:t>
              </a:r>
              <a:r>
                <a:rPr lang="en-US" sz="650" b="1" i="1" u="none" strike="noStrike" dirty="0">
                  <a:effectLst/>
                  <a:uFillTx/>
                  <a:latin typeface="Times New Roman" panose="02020603050405020304" pitchFamily="18" charset="0"/>
                  <a:cs typeface="Times New Roman" panose="02020603050405020304" pitchFamily="18" charset="0"/>
                </a:rPr>
                <a:t>n</a:t>
              </a:r>
              <a:r>
                <a:rPr lang="en-US" sz="650" b="1" u="none" strike="noStrike" dirty="0">
                  <a:effectLst/>
                  <a:uFillTx/>
                  <a:latin typeface="Times New Roman" panose="02020603050405020304" pitchFamily="18" charset="0"/>
                  <a:cs typeface="Times New Roman" panose="02020603050405020304" pitchFamily="18" charset="0"/>
                </a:rPr>
                <a:t>)</a:t>
              </a:r>
            </a:p>
          </p:txBody>
        </p:sp>
        <p:sp>
          <p:nvSpPr>
            <p:cNvPr id="459" name="box_b0_1_text">
              <a:extLst>
                <a:ext uri="{FF2B5EF4-FFF2-40B4-BE49-F238E27FC236}">
                  <a16:creationId xmlns:a16="http://schemas.microsoft.com/office/drawing/2014/main" id="{F82121A8-EE3C-FDC3-AAE0-614CDE593C17}"/>
                </a:ext>
              </a:extLst>
            </p:cNvPr>
            <p:cNvSpPr/>
            <p:nvPr/>
          </p:nvSpPr>
          <p:spPr>
            <a:xfrm>
              <a:off x="5471018" y="2781359"/>
              <a:ext cx="143640" cy="10476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650" b="1" i="1" u="none" strike="noStrike" dirty="0">
                  <a:effectLst/>
                  <a:uFillTx/>
                  <a:latin typeface="Times New Roman" panose="02020603050405020304" pitchFamily="18" charset="0"/>
                  <a:cs typeface="Times New Roman" panose="02020603050405020304" pitchFamily="18" charset="0"/>
                </a:rPr>
                <a:t>b</a:t>
              </a:r>
              <a:r>
                <a:rPr lang="en-US" sz="650" b="1" i="1" u="none" strike="noStrike" baseline="-25000" dirty="0">
                  <a:effectLst/>
                  <a:uFillTx/>
                  <a:latin typeface="Times New Roman" panose="02020603050405020304" pitchFamily="18" charset="0"/>
                  <a:cs typeface="Times New Roman" panose="02020603050405020304" pitchFamily="18" charset="0"/>
                </a:rPr>
                <a:t>0</a:t>
              </a:r>
              <a:endParaRPr lang="en-US" sz="650" b="1" u="none" strike="noStrike" dirty="0">
                <a:effectLst/>
                <a:uFillTx/>
                <a:latin typeface="Times New Roman" panose="02020603050405020304" pitchFamily="18" charset="0"/>
                <a:cs typeface="Times New Roman" panose="02020603050405020304" pitchFamily="18" charset="0"/>
              </a:endParaRPr>
            </a:p>
          </p:txBody>
        </p:sp>
        <p:sp>
          <p:nvSpPr>
            <p:cNvPr id="470" name="weight_1_text">
              <a:extLst>
                <a:ext uri="{FF2B5EF4-FFF2-40B4-BE49-F238E27FC236}">
                  <a16:creationId xmlns:a16="http://schemas.microsoft.com/office/drawing/2014/main" id="{B7BD58E9-FA8B-D234-1ABF-25F964B808E7}"/>
                </a:ext>
              </a:extLst>
            </p:cNvPr>
            <p:cNvSpPr/>
            <p:nvPr/>
          </p:nvSpPr>
          <p:spPr>
            <a:xfrm>
              <a:off x="4380105" y="3974609"/>
              <a:ext cx="911880" cy="10476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650" b="1" u="none" strike="noStrike" dirty="0">
                  <a:effectLst/>
                  <a:uFillTx/>
                  <a:latin typeface="Times New Roman" panose="02020603050405020304" pitchFamily="18" charset="0"/>
                  <a:cs typeface="Times New Roman" panose="02020603050405020304" pitchFamily="18" charset="0"/>
                </a:rPr>
                <a:t>Adaptive </a:t>
              </a:r>
              <a:r>
                <a:rPr lang="en-US" sz="650" b="1" i="1" u="none" strike="noStrike" dirty="0">
                  <a:effectLst/>
                  <a:uFillTx/>
                  <a:latin typeface="Times New Roman" panose="02020603050405020304" pitchFamily="18" charset="0"/>
                  <a:cs typeface="Times New Roman" panose="02020603050405020304" pitchFamily="18" charset="0"/>
                </a:rPr>
                <a:t>W</a:t>
              </a:r>
              <a:r>
                <a:rPr lang="en-US" sz="650" b="1" u="none" strike="noStrike" dirty="0">
                  <a:effectLst/>
                  <a:uFillTx/>
                  <a:latin typeface="Times New Roman" panose="02020603050405020304" pitchFamily="18" charset="0"/>
                  <a:cs typeface="Times New Roman" panose="02020603050405020304" pitchFamily="18" charset="0"/>
                </a:rPr>
                <a:t>(</a:t>
              </a:r>
              <a:r>
                <a:rPr lang="en-US" sz="650" b="1" i="1" u="none" strike="noStrike" dirty="0">
                  <a:effectLst/>
                  <a:uFillTx/>
                  <a:latin typeface="Times New Roman" panose="02020603050405020304" pitchFamily="18" charset="0"/>
                  <a:cs typeface="Times New Roman" panose="02020603050405020304" pitchFamily="18" charset="0"/>
                </a:rPr>
                <a:t>n</a:t>
              </a:r>
              <a:r>
                <a:rPr lang="en-US" sz="650" b="1" u="none" strike="noStrike" dirty="0">
                  <a:effectLst/>
                  <a:uFillTx/>
                  <a:latin typeface="Times New Roman" panose="02020603050405020304" pitchFamily="18" charset="0"/>
                  <a:cs typeface="Times New Roman" panose="02020603050405020304" pitchFamily="18" charset="0"/>
                </a:rPr>
                <a:t>)</a:t>
              </a:r>
            </a:p>
          </p:txBody>
        </p:sp>
        <p:sp>
          <p:nvSpPr>
            <p:cNvPr id="471" name="box_b0_1_text">
              <a:extLst>
                <a:ext uri="{FF2B5EF4-FFF2-40B4-BE49-F238E27FC236}">
                  <a16:creationId xmlns:a16="http://schemas.microsoft.com/office/drawing/2014/main" id="{B0956684-686C-066A-B5BE-0A06CF485E33}"/>
                </a:ext>
              </a:extLst>
            </p:cNvPr>
            <p:cNvSpPr/>
            <p:nvPr/>
          </p:nvSpPr>
          <p:spPr>
            <a:xfrm>
              <a:off x="5469769" y="3951044"/>
              <a:ext cx="143640" cy="10476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650" b="1" i="1" u="none" strike="noStrike" dirty="0">
                  <a:effectLst/>
                  <a:uFillTx/>
                  <a:latin typeface="Times New Roman" panose="02020603050405020304" pitchFamily="18" charset="0"/>
                  <a:cs typeface="Times New Roman" panose="02020603050405020304" pitchFamily="18" charset="0"/>
                </a:rPr>
                <a:t>b</a:t>
              </a:r>
              <a:r>
                <a:rPr lang="en-US" sz="650" b="1" i="1" u="none" strike="noStrike" baseline="-25000" dirty="0">
                  <a:effectLst/>
                  <a:uFillTx/>
                  <a:latin typeface="Times New Roman" panose="02020603050405020304" pitchFamily="18" charset="0"/>
                  <a:cs typeface="Times New Roman" panose="02020603050405020304" pitchFamily="18" charset="0"/>
                </a:rPr>
                <a:t>0</a:t>
              </a:r>
              <a:endParaRPr lang="en-US" sz="650" b="1" u="none" strike="noStrike" dirty="0">
                <a:effectLst/>
                <a:uFillTx/>
                <a:latin typeface="Times New Roman" panose="02020603050405020304" pitchFamily="18" charset="0"/>
                <a:cs typeface="Times New Roman" panose="02020603050405020304" pitchFamily="18" charset="0"/>
              </a:endParaRPr>
            </a:p>
          </p:txBody>
        </p:sp>
        <p:sp>
          <p:nvSpPr>
            <p:cNvPr id="474" name="weight_1_text">
              <a:extLst>
                <a:ext uri="{FF2B5EF4-FFF2-40B4-BE49-F238E27FC236}">
                  <a16:creationId xmlns:a16="http://schemas.microsoft.com/office/drawing/2014/main" id="{FCC115FA-F6F7-C279-8C29-FC58E2F34375}"/>
                </a:ext>
              </a:extLst>
            </p:cNvPr>
            <p:cNvSpPr/>
            <p:nvPr/>
          </p:nvSpPr>
          <p:spPr>
            <a:xfrm>
              <a:off x="4430896" y="5302673"/>
              <a:ext cx="911880" cy="10476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650" b="1" u="none" strike="noStrike" dirty="0">
                  <a:effectLst/>
                  <a:uFillTx/>
                  <a:latin typeface="Times New Roman" panose="02020603050405020304" pitchFamily="18" charset="0"/>
                  <a:cs typeface="Times New Roman" panose="02020603050405020304" pitchFamily="18" charset="0"/>
                </a:rPr>
                <a:t>Adaptive </a:t>
              </a:r>
              <a:r>
                <a:rPr lang="en-US" sz="650" b="1" i="1" u="none" strike="noStrike" dirty="0">
                  <a:effectLst/>
                  <a:uFillTx/>
                  <a:latin typeface="Times New Roman" panose="02020603050405020304" pitchFamily="18" charset="0"/>
                  <a:cs typeface="Times New Roman" panose="02020603050405020304" pitchFamily="18" charset="0"/>
                </a:rPr>
                <a:t>W</a:t>
              </a:r>
              <a:r>
                <a:rPr lang="en-US" sz="650" b="1" u="none" strike="noStrike" dirty="0">
                  <a:effectLst/>
                  <a:uFillTx/>
                  <a:latin typeface="Times New Roman" panose="02020603050405020304" pitchFamily="18" charset="0"/>
                  <a:cs typeface="Times New Roman" panose="02020603050405020304" pitchFamily="18" charset="0"/>
                </a:rPr>
                <a:t>(</a:t>
              </a:r>
              <a:r>
                <a:rPr lang="en-US" sz="650" b="1" i="1" u="none" strike="noStrike" dirty="0">
                  <a:effectLst/>
                  <a:uFillTx/>
                  <a:latin typeface="Times New Roman" panose="02020603050405020304" pitchFamily="18" charset="0"/>
                  <a:cs typeface="Times New Roman" panose="02020603050405020304" pitchFamily="18" charset="0"/>
                </a:rPr>
                <a:t>n</a:t>
              </a:r>
              <a:r>
                <a:rPr lang="en-US" sz="650" b="1" u="none" strike="noStrike" dirty="0">
                  <a:effectLst/>
                  <a:uFillTx/>
                  <a:latin typeface="Times New Roman" panose="02020603050405020304" pitchFamily="18" charset="0"/>
                  <a:cs typeface="Times New Roman" panose="02020603050405020304" pitchFamily="18" charset="0"/>
                </a:rPr>
                <a:t>)</a:t>
              </a:r>
            </a:p>
          </p:txBody>
        </p:sp>
        <p:sp>
          <p:nvSpPr>
            <p:cNvPr id="475" name="box_b0_1_text">
              <a:extLst>
                <a:ext uri="{FF2B5EF4-FFF2-40B4-BE49-F238E27FC236}">
                  <a16:creationId xmlns:a16="http://schemas.microsoft.com/office/drawing/2014/main" id="{E68C7EFD-8CF0-FB99-B209-B3AF43EA9A61}"/>
                </a:ext>
              </a:extLst>
            </p:cNvPr>
            <p:cNvSpPr/>
            <p:nvPr/>
          </p:nvSpPr>
          <p:spPr>
            <a:xfrm>
              <a:off x="5489783" y="5277573"/>
              <a:ext cx="143640" cy="10476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650" b="1" i="1" u="none" strike="noStrike" dirty="0">
                  <a:effectLst/>
                  <a:uFillTx/>
                  <a:latin typeface="Times New Roman" panose="02020603050405020304" pitchFamily="18" charset="0"/>
                  <a:cs typeface="Times New Roman" panose="02020603050405020304" pitchFamily="18" charset="0"/>
                </a:rPr>
                <a:t>b</a:t>
              </a:r>
              <a:r>
                <a:rPr lang="en-US" sz="650" b="1" i="1" u="none" strike="noStrike" baseline="-25000" dirty="0">
                  <a:effectLst/>
                  <a:uFillTx/>
                  <a:latin typeface="Times New Roman" panose="02020603050405020304" pitchFamily="18" charset="0"/>
                  <a:cs typeface="Times New Roman" panose="02020603050405020304" pitchFamily="18" charset="0"/>
                </a:rPr>
                <a:t>0</a:t>
              </a:r>
              <a:endParaRPr lang="en-US" sz="650" b="1" u="none" strike="noStrike" dirty="0">
                <a:effectLst/>
                <a:uFillTx/>
                <a:latin typeface="Times New Roman" panose="02020603050405020304" pitchFamily="18" charset="0"/>
                <a:cs typeface="Times New Roman" panose="02020603050405020304" pitchFamily="18" charset="0"/>
              </a:endParaRPr>
            </a:p>
          </p:txBody>
        </p:sp>
        <p:sp>
          <p:nvSpPr>
            <p:cNvPr id="489" name="弧形 488">
              <a:extLst>
                <a:ext uri="{FF2B5EF4-FFF2-40B4-BE49-F238E27FC236}">
                  <a16:creationId xmlns:a16="http://schemas.microsoft.com/office/drawing/2014/main" id="{97160514-943A-1E97-0265-FB188672C195}"/>
                </a:ext>
              </a:extLst>
            </p:cNvPr>
            <p:cNvSpPr/>
            <p:nvPr/>
          </p:nvSpPr>
          <p:spPr>
            <a:xfrm rot="21253483">
              <a:off x="4196358" y="865497"/>
              <a:ext cx="252222" cy="208756"/>
            </a:xfrm>
            <a:prstGeom prst="arc">
              <a:avLst>
                <a:gd name="adj1" fmla="val 16200000"/>
                <a:gd name="adj2" fmla="val 507128"/>
              </a:avLst>
            </a:prstGeom>
            <a:ln w="9525">
              <a:solidFill>
                <a:srgbClr val="C49B50"/>
              </a:solidFill>
              <a:headEnd type="none" w="sm" len="sm"/>
              <a:tailEnd type="triangle" w="sm" len="sm"/>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499" name="弧形 498">
              <a:extLst>
                <a:ext uri="{FF2B5EF4-FFF2-40B4-BE49-F238E27FC236}">
                  <a16:creationId xmlns:a16="http://schemas.microsoft.com/office/drawing/2014/main" id="{E738EA42-C6B0-C487-E322-04DC4530D3F0}"/>
                </a:ext>
              </a:extLst>
            </p:cNvPr>
            <p:cNvSpPr/>
            <p:nvPr/>
          </p:nvSpPr>
          <p:spPr>
            <a:xfrm rot="21253483">
              <a:off x="4249795" y="4565908"/>
              <a:ext cx="252222" cy="208756"/>
            </a:xfrm>
            <a:prstGeom prst="arc">
              <a:avLst>
                <a:gd name="adj1" fmla="val 16200000"/>
                <a:gd name="adj2" fmla="val 507128"/>
              </a:avLst>
            </a:prstGeom>
            <a:ln w="9525">
              <a:solidFill>
                <a:srgbClr val="C49B50"/>
              </a:solidFill>
              <a:headEnd type="none" w="sm" len="sm"/>
              <a:tailEnd type="triangle" w="sm" len="sm"/>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501" name="弧形 500">
              <a:extLst>
                <a:ext uri="{FF2B5EF4-FFF2-40B4-BE49-F238E27FC236}">
                  <a16:creationId xmlns:a16="http://schemas.microsoft.com/office/drawing/2014/main" id="{5F1D3CE8-E1DB-C006-D432-56CA19689DE7}"/>
                </a:ext>
              </a:extLst>
            </p:cNvPr>
            <p:cNvSpPr/>
            <p:nvPr/>
          </p:nvSpPr>
          <p:spPr>
            <a:xfrm rot="21253483">
              <a:off x="4166000" y="2036043"/>
              <a:ext cx="252222" cy="208756"/>
            </a:xfrm>
            <a:prstGeom prst="arc">
              <a:avLst>
                <a:gd name="adj1" fmla="val 16200000"/>
                <a:gd name="adj2" fmla="val 507128"/>
              </a:avLst>
            </a:prstGeom>
            <a:ln w="9525">
              <a:solidFill>
                <a:srgbClr val="C49B50"/>
              </a:solidFill>
              <a:headEnd type="none" w="sm" len="sm"/>
              <a:tailEnd type="triangle" w="sm" len="sm"/>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503" name="弧形 502">
              <a:extLst>
                <a:ext uri="{FF2B5EF4-FFF2-40B4-BE49-F238E27FC236}">
                  <a16:creationId xmlns:a16="http://schemas.microsoft.com/office/drawing/2014/main" id="{D00F6ADB-ED27-06BE-1A73-7F42F0240A7B}"/>
                </a:ext>
              </a:extLst>
            </p:cNvPr>
            <p:cNvSpPr/>
            <p:nvPr/>
          </p:nvSpPr>
          <p:spPr>
            <a:xfrm rot="21253483">
              <a:off x="4245941" y="3226993"/>
              <a:ext cx="252222" cy="208756"/>
            </a:xfrm>
            <a:prstGeom prst="arc">
              <a:avLst>
                <a:gd name="adj1" fmla="val 16200000"/>
                <a:gd name="adj2" fmla="val 507128"/>
              </a:avLst>
            </a:prstGeom>
            <a:ln w="9525">
              <a:solidFill>
                <a:srgbClr val="C49B50"/>
              </a:solidFill>
              <a:headEnd type="none" w="sm" len="sm"/>
              <a:tailEnd type="triangle" w="sm" len="sm"/>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551" name="弧形 550">
              <a:extLst>
                <a:ext uri="{FF2B5EF4-FFF2-40B4-BE49-F238E27FC236}">
                  <a16:creationId xmlns:a16="http://schemas.microsoft.com/office/drawing/2014/main" id="{8420A0EF-0574-262F-EC8C-25683BB60A97}"/>
                </a:ext>
              </a:extLst>
            </p:cNvPr>
            <p:cNvSpPr/>
            <p:nvPr/>
          </p:nvSpPr>
          <p:spPr>
            <a:xfrm rot="13316655" flipH="1">
              <a:off x="5533408" y="3585583"/>
              <a:ext cx="197144" cy="592593"/>
            </a:xfrm>
            <a:prstGeom prst="arc">
              <a:avLst>
                <a:gd name="adj1" fmla="val 18039984"/>
                <a:gd name="adj2" fmla="val 1060055"/>
              </a:avLst>
            </a:prstGeom>
            <a:ln w="9525">
              <a:solidFill>
                <a:srgbClr val="C49B50"/>
              </a:solidFill>
              <a:headEnd type="none" w="sm" len="sm"/>
              <a:tailEnd type="triangle" w="sm" len="sm"/>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553" name="弧形 552">
              <a:extLst>
                <a:ext uri="{FF2B5EF4-FFF2-40B4-BE49-F238E27FC236}">
                  <a16:creationId xmlns:a16="http://schemas.microsoft.com/office/drawing/2014/main" id="{7324535B-3F3D-43AC-507A-FD14FF8CFE53}"/>
                </a:ext>
              </a:extLst>
            </p:cNvPr>
            <p:cNvSpPr/>
            <p:nvPr/>
          </p:nvSpPr>
          <p:spPr>
            <a:xfrm rot="13316655" flipH="1">
              <a:off x="5540287" y="2403858"/>
              <a:ext cx="197144" cy="592593"/>
            </a:xfrm>
            <a:prstGeom prst="arc">
              <a:avLst>
                <a:gd name="adj1" fmla="val 18039984"/>
                <a:gd name="adj2" fmla="val 1060055"/>
              </a:avLst>
            </a:prstGeom>
            <a:ln w="9525">
              <a:solidFill>
                <a:srgbClr val="C49B50"/>
              </a:solidFill>
              <a:headEnd type="none" w="sm" len="sm"/>
              <a:tailEnd type="triangle" w="sm" len="sm"/>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555" name="弧形 554">
              <a:extLst>
                <a:ext uri="{FF2B5EF4-FFF2-40B4-BE49-F238E27FC236}">
                  <a16:creationId xmlns:a16="http://schemas.microsoft.com/office/drawing/2014/main" id="{A5DF4043-525E-F6AE-5C51-BCF97021A91E}"/>
                </a:ext>
              </a:extLst>
            </p:cNvPr>
            <p:cNvSpPr/>
            <p:nvPr/>
          </p:nvSpPr>
          <p:spPr>
            <a:xfrm rot="13316655" flipH="1">
              <a:off x="5557702" y="1216481"/>
              <a:ext cx="197144" cy="592593"/>
            </a:xfrm>
            <a:prstGeom prst="arc">
              <a:avLst>
                <a:gd name="adj1" fmla="val 18039984"/>
                <a:gd name="adj2" fmla="val 1060055"/>
              </a:avLst>
            </a:prstGeom>
            <a:ln w="9525">
              <a:solidFill>
                <a:srgbClr val="C49B50"/>
              </a:solidFill>
              <a:headEnd type="none" w="sm" len="sm"/>
              <a:tailEnd type="triangle" w="sm" len="sm"/>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557" name="弧形 556">
              <a:extLst>
                <a:ext uri="{FF2B5EF4-FFF2-40B4-BE49-F238E27FC236}">
                  <a16:creationId xmlns:a16="http://schemas.microsoft.com/office/drawing/2014/main" id="{C5488FCA-C69B-6477-C2C5-8A7BD06F7114}"/>
                </a:ext>
              </a:extLst>
            </p:cNvPr>
            <p:cNvSpPr/>
            <p:nvPr/>
          </p:nvSpPr>
          <p:spPr>
            <a:xfrm rot="13316655" flipH="1">
              <a:off x="5556803" y="4912559"/>
              <a:ext cx="197144" cy="592593"/>
            </a:xfrm>
            <a:prstGeom prst="arc">
              <a:avLst>
                <a:gd name="adj1" fmla="val 18039984"/>
                <a:gd name="adj2" fmla="val 1060055"/>
              </a:avLst>
            </a:prstGeom>
            <a:ln w="9525">
              <a:solidFill>
                <a:srgbClr val="C49B50"/>
              </a:solidFill>
              <a:headEnd type="none" w="sm" len="sm"/>
              <a:tailEnd type="triangle" w="sm" len="sm"/>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559" name="弧形 558">
              <a:extLst>
                <a:ext uri="{FF2B5EF4-FFF2-40B4-BE49-F238E27FC236}">
                  <a16:creationId xmlns:a16="http://schemas.microsoft.com/office/drawing/2014/main" id="{0E47D1BF-C7E9-E120-9662-F858A8104755}"/>
                </a:ext>
              </a:extLst>
            </p:cNvPr>
            <p:cNvSpPr/>
            <p:nvPr/>
          </p:nvSpPr>
          <p:spPr>
            <a:xfrm rot="18268839" flipH="1" flipV="1">
              <a:off x="4430627" y="3619667"/>
              <a:ext cx="393507" cy="472990"/>
            </a:xfrm>
            <a:prstGeom prst="arc">
              <a:avLst>
                <a:gd name="adj1" fmla="val 20598308"/>
                <a:gd name="adj2" fmla="val 2363014"/>
              </a:avLst>
            </a:prstGeom>
            <a:ln w="9525">
              <a:solidFill>
                <a:schemeClr val="tx2">
                  <a:lumMod val="75000"/>
                  <a:lumOff val="25000"/>
                </a:schemeClr>
              </a:solidFill>
              <a:headEnd type="none" w="sm" len="sm"/>
              <a:tailEnd type="triangle" w="sm" len="sm"/>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561" name="弧形 560">
              <a:extLst>
                <a:ext uri="{FF2B5EF4-FFF2-40B4-BE49-F238E27FC236}">
                  <a16:creationId xmlns:a16="http://schemas.microsoft.com/office/drawing/2014/main" id="{1780C031-255E-0A5A-2123-36E95D2A7B3A}"/>
                </a:ext>
              </a:extLst>
            </p:cNvPr>
            <p:cNvSpPr/>
            <p:nvPr/>
          </p:nvSpPr>
          <p:spPr>
            <a:xfrm rot="18268839" flipH="1" flipV="1">
              <a:off x="4483686" y="4954563"/>
              <a:ext cx="393507" cy="472990"/>
            </a:xfrm>
            <a:prstGeom prst="arc">
              <a:avLst>
                <a:gd name="adj1" fmla="val 20598308"/>
                <a:gd name="adj2" fmla="val 2363014"/>
              </a:avLst>
            </a:prstGeom>
            <a:ln w="9525">
              <a:solidFill>
                <a:schemeClr val="tx2">
                  <a:lumMod val="75000"/>
                  <a:lumOff val="25000"/>
                </a:schemeClr>
              </a:solidFill>
              <a:headEnd type="none" w="sm" len="sm"/>
              <a:tailEnd type="triangle" w="sm" len="sm"/>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563" name="弧形 562">
              <a:extLst>
                <a:ext uri="{FF2B5EF4-FFF2-40B4-BE49-F238E27FC236}">
                  <a16:creationId xmlns:a16="http://schemas.microsoft.com/office/drawing/2014/main" id="{769A6920-8223-1DA6-FC32-D285E5231351}"/>
                </a:ext>
              </a:extLst>
            </p:cNvPr>
            <p:cNvSpPr/>
            <p:nvPr/>
          </p:nvSpPr>
          <p:spPr>
            <a:xfrm rot="18268839" flipH="1" flipV="1">
              <a:off x="4365160" y="2441572"/>
              <a:ext cx="393507" cy="472990"/>
            </a:xfrm>
            <a:prstGeom prst="arc">
              <a:avLst>
                <a:gd name="adj1" fmla="val 20598308"/>
                <a:gd name="adj2" fmla="val 2363014"/>
              </a:avLst>
            </a:prstGeom>
            <a:ln w="9525">
              <a:solidFill>
                <a:schemeClr val="tx2">
                  <a:lumMod val="75000"/>
                  <a:lumOff val="25000"/>
                </a:schemeClr>
              </a:solidFill>
              <a:headEnd type="none" w="sm" len="sm"/>
              <a:tailEnd type="triangle" w="sm" len="sm"/>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565" name="弧形 564">
              <a:extLst>
                <a:ext uri="{FF2B5EF4-FFF2-40B4-BE49-F238E27FC236}">
                  <a16:creationId xmlns:a16="http://schemas.microsoft.com/office/drawing/2014/main" id="{C8B65AD5-FEF9-A1DA-5733-893DC77EBD4C}"/>
                </a:ext>
              </a:extLst>
            </p:cNvPr>
            <p:cNvSpPr/>
            <p:nvPr/>
          </p:nvSpPr>
          <p:spPr>
            <a:xfrm rot="18268839" flipH="1" flipV="1">
              <a:off x="4379745" y="1248826"/>
              <a:ext cx="393507" cy="472990"/>
            </a:xfrm>
            <a:prstGeom prst="arc">
              <a:avLst>
                <a:gd name="adj1" fmla="val 20598308"/>
                <a:gd name="adj2" fmla="val 2363014"/>
              </a:avLst>
            </a:prstGeom>
            <a:ln w="9525">
              <a:solidFill>
                <a:schemeClr val="tx2">
                  <a:lumMod val="75000"/>
                  <a:lumOff val="25000"/>
                </a:schemeClr>
              </a:solidFill>
              <a:headEnd type="none" w="sm" len="sm"/>
              <a:tailEnd type="triangle" w="sm" len="sm"/>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6" name="组合 15">
            <a:extLst>
              <a:ext uri="{FF2B5EF4-FFF2-40B4-BE49-F238E27FC236}">
                <a16:creationId xmlns:a16="http://schemas.microsoft.com/office/drawing/2014/main" id="{78FF8F72-8E76-F309-97B0-AFD7EE8F89A7}"/>
              </a:ext>
            </a:extLst>
          </p:cNvPr>
          <p:cNvGrpSpPr/>
          <p:nvPr/>
        </p:nvGrpSpPr>
        <p:grpSpPr>
          <a:xfrm>
            <a:off x="486000" y="1055520"/>
            <a:ext cx="6440400" cy="3992400"/>
            <a:chOff x="486000" y="1055520"/>
            <a:chExt cx="6440400" cy="3992400"/>
          </a:xfrm>
        </p:grpSpPr>
        <p:sp>
          <p:nvSpPr>
            <p:cNvPr id="367" name="title"/>
            <p:cNvSpPr/>
            <p:nvPr/>
          </p:nvSpPr>
          <p:spPr>
            <a:xfrm>
              <a:off x="522000" y="1055520"/>
              <a:ext cx="4604400" cy="2304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defTabSz="1018080">
                <a:lnSpc>
                  <a:spcPct val="100000"/>
                </a:lnSpc>
              </a:pPr>
              <a:r>
                <a:rPr lang="en-US" sz="1050" b="1" u="none" strike="noStrike" dirty="0">
                  <a:effectLst/>
                  <a:uFillTx/>
                  <a:latin typeface="Times New Roman" panose="02020603050405020304" pitchFamily="18" charset="0"/>
                  <a:cs typeface="Times New Roman" panose="02020603050405020304" pitchFamily="18" charset="0"/>
                </a:rPr>
                <a:t>Fisher–Rao Distribution Loss</a:t>
              </a:r>
              <a:endParaRPr lang="en-US" sz="1050" b="0" u="none" strike="noStrike" dirty="0">
                <a:effectLst/>
                <a:uFillTx/>
                <a:latin typeface="Times New Roman" panose="02020603050405020304" pitchFamily="18" charset="0"/>
                <a:cs typeface="Times New Roman" panose="02020603050405020304" pitchFamily="18" charset="0"/>
              </a:endParaRPr>
            </a:p>
          </p:txBody>
        </p:sp>
        <p:sp>
          <p:nvSpPr>
            <p:cNvPr id="368" name="panel_fgl"/>
            <p:cNvSpPr/>
            <p:nvPr/>
          </p:nvSpPr>
          <p:spPr>
            <a:xfrm>
              <a:off x="486000" y="1379520"/>
              <a:ext cx="6440400" cy="1724400"/>
            </a:xfrm>
            <a:prstGeom prst="roundRect">
              <a:avLst>
                <a:gd name="adj" fmla="val 4500"/>
              </a:avLst>
            </a:prstGeom>
            <a:solidFill>
              <a:srgbClr val="FAF8FC"/>
            </a:solidFill>
            <a:ln w="6350">
              <a:prstDash val="dash"/>
              <a:solidFill>
                <a:srgbClr val="AAB4BD"/>
              </a:solidFill>
            </a:ln>
          </p:spPr>
          <p:style>
            <a:lnRef idx="2">
              <a:schemeClr val="accent1">
                <a:shade val="15000"/>
              </a:schemeClr>
            </a:lnRef>
            <a:fillRef idx="1">
              <a:schemeClr val="accent1"/>
            </a:fillRef>
            <a:effectRef idx="0">
              <a:schemeClr val="accent1"/>
            </a:effectRef>
            <a:fontRef idx="minor"/>
          </p:style>
          <p:txBody>
            <a:bodyPr lIns="100080" tIns="50040" rIns="100080" bIns="50040" anchor="ctr">
              <a:noAutofit/>
            </a:bodyPr>
            <a:lstStyle/>
            <a:p>
              <a:endParaRPr lang="en-US" sz="2000" b="0" u="none" strike="noStrike">
                <a:effectLst/>
                <a:uFillTx/>
                <a:latin typeface="Times New Roman" panose="02020603050405020304" pitchFamily="18" charset="0"/>
                <a:cs typeface="Times New Roman" panose="02020603050405020304" pitchFamily="18" charset="0"/>
              </a:endParaRPr>
            </a:p>
          </p:txBody>
        </p:sp>
        <p:sp>
          <p:nvSpPr>
            <p:cNvPr id="369" name="fgl_heading"/>
            <p:cNvSpPr/>
            <p:nvPr/>
          </p:nvSpPr>
          <p:spPr>
            <a:xfrm>
              <a:off x="576000" y="1444320"/>
              <a:ext cx="2156400" cy="1692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defTabSz="1018080">
                <a:lnSpc>
                  <a:spcPct val="100000"/>
                </a:lnSpc>
              </a:pPr>
              <a:r>
                <a:rPr lang="en-US" sz="900" b="1" u="none" strike="noStrike">
                  <a:effectLst/>
                  <a:uFillTx/>
                  <a:latin typeface="Times New Roman" panose="02020603050405020304" pitchFamily="18" charset="0"/>
                  <a:cs typeface="Times New Roman" panose="02020603050405020304" pitchFamily="18" charset="0"/>
                </a:rPr>
                <a:t>(a)  Fisher FGL</a:t>
              </a:r>
              <a:endParaRPr lang="en-US" sz="900" b="0" u="none" strike="noStrike">
                <a:effectLst/>
                <a:uFillTx/>
                <a:latin typeface="Times New Roman" panose="02020603050405020304" pitchFamily="18" charset="0"/>
                <a:cs typeface="Times New Roman" panose="02020603050405020304" pitchFamily="18" charset="0"/>
              </a:endParaRPr>
            </a:p>
          </p:txBody>
        </p:sp>
        <p:sp>
          <p:nvSpPr>
            <p:cNvPr id="370" name="fgl_scope"/>
            <p:cNvSpPr/>
            <p:nvPr/>
          </p:nvSpPr>
          <p:spPr>
            <a:xfrm>
              <a:off x="4374000" y="1467000"/>
              <a:ext cx="2408400" cy="13824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r" defTabSz="1018080">
                <a:lnSpc>
                  <a:spcPct val="100000"/>
                </a:lnSpc>
              </a:pPr>
              <a:r>
                <a:rPr lang="en-US" sz="900" b="0" u="none" strike="noStrike" dirty="0">
                  <a:effectLst/>
                  <a:uFillTx/>
                  <a:latin typeface="Times New Roman" panose="02020603050405020304" pitchFamily="18" charset="0"/>
                  <a:cs typeface="Times New Roman" panose="02020603050405020304" pitchFamily="18" charset="0"/>
                </a:rPr>
                <a:t>GT supervision · layers 1–6</a:t>
              </a:r>
            </a:p>
          </p:txBody>
        </p:sp>
        <p:sp>
          <p:nvSpPr>
            <p:cNvPr id="371" name="gt"/>
            <p:cNvSpPr/>
            <p:nvPr/>
          </p:nvSpPr>
          <p:spPr>
            <a:xfrm>
              <a:off x="656280" y="1761480"/>
              <a:ext cx="621720" cy="348480"/>
            </a:xfrm>
            <a:prstGeom prst="roundRect">
              <a:avLst>
                <a:gd name="adj" fmla="val 15000"/>
              </a:avLst>
            </a:prstGeom>
            <a:solidFill>
              <a:srgbClr val="F2F5F7"/>
            </a:solidFill>
            <a:ln w="7620">
              <a:solidFill>
                <a:srgbClr val="94A3AD"/>
              </a:solidFill>
            </a:ln>
          </p:spPr>
          <p:style>
            <a:lnRef idx="2">
              <a:schemeClr val="accent1">
                <a:shade val="15000"/>
              </a:schemeClr>
            </a:lnRef>
            <a:fillRef idx="1">
              <a:schemeClr val="accent1"/>
            </a:fillRef>
            <a:effectRef idx="0">
              <a:schemeClr val="accent1"/>
            </a:effectRef>
            <a:fontRef idx="minor"/>
          </p:style>
          <p:txBody>
            <a:bodyPr lIns="100080" tIns="50040" rIns="100080" bIns="50040" anchor="ctr">
              <a:noAutofit/>
            </a:bodyPr>
            <a:lstStyle/>
            <a:p>
              <a:endParaRPr lang="en-US" sz="2000" b="0" u="none" strike="noStrike">
                <a:effectLst/>
                <a:uFillTx/>
                <a:latin typeface="Times New Roman" panose="02020603050405020304" pitchFamily="18" charset="0"/>
                <a:cs typeface="Times New Roman" panose="02020603050405020304" pitchFamily="18" charset="0"/>
              </a:endParaRPr>
            </a:p>
          </p:txBody>
        </p:sp>
        <p:sp>
          <p:nvSpPr>
            <p:cNvPr id="372" name="gt_text"/>
            <p:cNvSpPr/>
            <p:nvPr/>
          </p:nvSpPr>
          <p:spPr>
            <a:xfrm>
              <a:off x="666000" y="1782720"/>
              <a:ext cx="572400" cy="3060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r>
                <a:rPr lang="en-US" sz="900" b="0" u="none" strike="noStrike">
                  <a:effectLst/>
                  <a:uFillTx/>
                  <a:latin typeface="Times New Roman" panose="02020603050405020304" pitchFamily="18" charset="0"/>
                  <a:cs typeface="Times New Roman" panose="02020603050405020304" pitchFamily="18" charset="0"/>
                </a:rPr>
                <a:t>GT box</a:t>
              </a:r>
            </a:p>
            <a:p>
              <a:pPr algn="ctr" defTabSz="1018080">
                <a:lnSpc>
                  <a:spcPct val="100000"/>
                </a:lnSpc>
              </a:pPr>
              <a:r>
                <a:rPr lang="en-US" sz="900" b="0" u="none" strike="noStrike">
                  <a:effectLst/>
                  <a:uFillTx/>
                  <a:latin typeface="Times New Roman" panose="02020603050405020304" pitchFamily="18" charset="0"/>
                  <a:cs typeface="Times New Roman" panose="02020603050405020304" pitchFamily="18" charset="0"/>
                </a:rPr>
                <a:t>+ initial b</a:t>
              </a:r>
              <a:r>
                <a:rPr lang="en-US" sz="850" b="0" i="1" u="none" strike="noStrike" baseline="-25000">
                  <a:effectLst/>
                  <a:uFillTx/>
                  <a:latin typeface="Times New Roman" panose="02020603050405020304" pitchFamily="18" charset="0"/>
                  <a:cs typeface="Times New Roman" panose="02020603050405020304" pitchFamily="18" charset="0"/>
                </a:rPr>
                <a:t>0</a:t>
              </a:r>
              <a:endParaRPr lang="en-US" sz="850" b="0" u="none" strike="noStrike">
                <a:effectLst/>
                <a:uFillTx/>
                <a:latin typeface="Times New Roman" panose="02020603050405020304" pitchFamily="18" charset="0"/>
                <a:cs typeface="Times New Roman" panose="02020603050405020304" pitchFamily="18" charset="0"/>
              </a:endParaRPr>
            </a:p>
          </p:txBody>
        </p:sp>
        <p:sp>
          <p:nvSpPr>
            <p:cNvPr id="373" name="encode"/>
            <p:cNvSpPr/>
            <p:nvPr/>
          </p:nvSpPr>
          <p:spPr>
            <a:xfrm>
              <a:off x="1437480" y="1671480"/>
              <a:ext cx="1044360" cy="606240"/>
            </a:xfrm>
            <a:prstGeom prst="roundRect">
              <a:avLst>
                <a:gd name="adj" fmla="val 15000"/>
              </a:avLst>
            </a:prstGeom>
            <a:solidFill>
              <a:srgbClr val="F2F5F7"/>
            </a:solidFill>
            <a:ln w="7620">
              <a:solidFill>
                <a:srgbClr val="94A3AD"/>
              </a:solidFill>
            </a:ln>
          </p:spPr>
          <p:style>
            <a:lnRef idx="2">
              <a:schemeClr val="accent1">
                <a:shade val="15000"/>
              </a:schemeClr>
            </a:lnRef>
            <a:fillRef idx="1">
              <a:schemeClr val="accent1"/>
            </a:fillRef>
            <a:effectRef idx="0">
              <a:schemeClr val="accent1"/>
            </a:effectRef>
            <a:fontRef idx="minor"/>
          </p:style>
          <p:txBody>
            <a:bodyPr lIns="100080" tIns="50040" rIns="100080" bIns="50040" anchor="ctr">
              <a:noAutofit/>
            </a:bodyPr>
            <a:lstStyle/>
            <a:p>
              <a:endParaRPr lang="en-US" sz="2000" b="0" u="none" strike="noStrike">
                <a:effectLst/>
                <a:uFillTx/>
                <a:latin typeface="Times New Roman" panose="02020603050405020304" pitchFamily="18" charset="0"/>
                <a:cs typeface="Times New Roman" panose="02020603050405020304" pitchFamily="18" charset="0"/>
              </a:endParaRPr>
            </a:p>
          </p:txBody>
        </p:sp>
        <p:sp>
          <p:nvSpPr>
            <p:cNvPr id="374" name="encode_title"/>
            <p:cNvSpPr/>
            <p:nvPr/>
          </p:nvSpPr>
          <p:spPr>
            <a:xfrm>
              <a:off x="1519200" y="1715400"/>
              <a:ext cx="846000" cy="13824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r>
                <a:rPr lang="en-US" sz="800" b="1" dirty="0">
                  <a:latin typeface="Times New Roman" panose="02020603050405020304" pitchFamily="18" charset="0"/>
                  <a:cs typeface="Times New Roman" panose="02020603050405020304" pitchFamily="18" charset="0"/>
                </a:rPr>
                <a:t>GT edge encoding</a:t>
              </a:r>
            </a:p>
          </p:txBody>
        </p:sp>
        <p:sp>
          <p:nvSpPr>
            <p:cNvPr id="375" name="encoding_left_point"/>
            <p:cNvSpPr>
              <a:spLocks/>
            </p:cNvSpPr>
            <p:nvPr/>
          </p:nvSpPr>
          <p:spPr>
            <a:xfrm>
              <a:off x="1591200" y="2040480"/>
              <a:ext cx="18000" cy="18000"/>
            </a:xfrm>
            <a:prstGeom prst="ellipse">
              <a:avLst/>
            </a:prstGeom>
            <a:solidFill>
              <a:srgbClr val="687D89"/>
            </a:solidFill>
            <a:ln>
              <a:noFill/>
            </a:ln>
          </p:spPr>
          <p:style>
            <a:lnRef idx="2">
              <a:schemeClr val="accent1">
                <a:shade val="15000"/>
              </a:schemeClr>
            </a:lnRef>
            <a:fillRef idx="1">
              <a:schemeClr val="accent1"/>
            </a:fillRef>
            <a:effectRef idx="0">
              <a:schemeClr val="accent1"/>
            </a:effectRef>
            <a:fontRef idx="minor"/>
          </p:style>
          <p:txBody>
            <a:bodyPr lIns="9000" tIns="-32760" rIns="9000" bIns="-32760" anchor="ctr">
              <a:noAutofit/>
            </a:bodyPr>
            <a:lstStyle/>
            <a:p>
              <a:endParaRPr lang="en-US" sz="2000" b="0" u="none" strike="noStrike">
                <a:effectLst/>
                <a:uFillTx/>
                <a:latin typeface="Times New Roman" panose="02020603050405020304" pitchFamily="18" charset="0"/>
                <a:cs typeface="Times New Roman" panose="02020603050405020304" pitchFamily="18" charset="0"/>
              </a:endParaRPr>
            </a:p>
          </p:txBody>
        </p:sp>
        <p:sp>
          <p:nvSpPr>
            <p:cNvPr id="376" name="encoding_right_point"/>
            <p:cNvSpPr>
              <a:spLocks/>
            </p:cNvSpPr>
            <p:nvPr/>
          </p:nvSpPr>
          <p:spPr>
            <a:xfrm>
              <a:off x="2275200" y="2040480"/>
              <a:ext cx="18000" cy="18000"/>
            </a:xfrm>
            <a:prstGeom prst="ellipse">
              <a:avLst/>
            </a:prstGeom>
            <a:solidFill>
              <a:srgbClr val="687D89"/>
            </a:solidFill>
            <a:ln>
              <a:noFill/>
            </a:ln>
          </p:spPr>
          <p:style>
            <a:lnRef idx="2">
              <a:schemeClr val="accent1">
                <a:shade val="15000"/>
              </a:schemeClr>
            </a:lnRef>
            <a:fillRef idx="1">
              <a:schemeClr val="accent1"/>
            </a:fillRef>
            <a:effectRef idx="0">
              <a:schemeClr val="accent1"/>
            </a:effectRef>
            <a:fontRef idx="minor"/>
          </p:style>
          <p:txBody>
            <a:bodyPr lIns="9000" tIns="-32760" rIns="9000" bIns="-32760" anchor="ctr">
              <a:noAutofit/>
            </a:bodyPr>
            <a:lstStyle/>
            <a:p>
              <a:endParaRPr lang="en-US" sz="2000" b="0" u="none" strike="noStrike">
                <a:effectLst/>
                <a:uFillTx/>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77" name="encoding_gt_label"/>
                <p:cNvSpPr/>
                <p:nvPr/>
              </p:nvSpPr>
              <p:spPr>
                <a:xfrm>
                  <a:off x="1627632" y="1851660"/>
                  <a:ext cx="292608" cy="118872"/>
                </a:xfrm>
                <a:prstGeom prst="rect">
                  <a:avLst/>
                </a:prstGeom>
                <a:noFill/>
                <a:ln w="0">
                  <a:noFill/>
                </a:ln>
              </p:spPr>
              <p:style>
                <a:lnRef idx="0">
                  <a:scrgbClr r="0" g="0" b="0"/>
                </a:lnRef>
                <a:fillRef idx="0">
                  <a:scrgbClr r="0" g="0" b="0"/>
                </a:fillRef>
                <a:effectRef idx="0">
                  <a:scrgbClr r="0" g="0" b="0"/>
                </a:effectRef>
                <a:fontRef idx="minor"/>
              </p:style>
              <p:txBody>
                <a:bodyPr wrap="none" lIns="0" rIns="0" tIns="0" bIns="0" anchor="ctr">
                  <a:noAutofit/>
                </a:bodyPr>
                <a:lstStyle/>
                <a:p>
                  <a:pPr algn="ctr">
                    <a:defRPr sz="936"/>
                  </a:pPr>
                  <a14:m>
                    <m:oMath xmlns:m="http://schemas.openxmlformats.org/officeDocument/2006/math">
                      <m:sSub>
                        <m:e>
                          <m:r>
                            <a:rPr lang="en-US" sz="936">
                              <a:latin typeface="Latin Modern Math"/>
                            </a:rPr>
                            <m:t>d</m:t>
                          </m:r>
                        </m:e>
                        <m:sub>
                          <m:r>
                            <m:rPr>
                              <m:sty m:val="p"/>
                            </m:rPr>
                            <a:rPr lang="en-US" sz="936">
                              <a:latin typeface="Latin Modern Math"/>
                            </a:rPr>
                            <m:t>G</m:t>
                          </m:r>
                          <m:r>
                            <m:rPr>
                              <m:sty m:val="p"/>
                            </m:rPr>
                            <a:rPr lang="en-US" sz="936">
                              <a:latin typeface="Latin Modern Math"/>
                            </a:rPr>
                            <m:t>T</m:t>
                          </m:r>
                        </m:sub>
                      </m:sSub>
                    </m:oMath>
                  </a14:m>
                  <a:endParaRPr sz="936"/>
                </a:p>
              </p:txBody>
            </p:sp>
          </mc:Choice>
          <mc:Fallback xmlns="">
            <p:pic>
              <p:nvPicPr>
                <p:cNvPr id="377" name="Equation 377 line 1" descr="d_{\mathrm{GT}}"/>
                <p:cNvPicPr/>
                <p:nvPr/>
              </p:nvPicPr>
              <p:blipFill>
                <a:blip r:embed="rIdFormula377_0"/>
                <a:stretch>
                  <a:fillRect/>
                </a:stretch>
              </p:blipFill>
              <p:spPr>
                <a:xfrm>
                  <a:off x="1682008" y="1851660"/>
                  <a:ext cx="183855" cy="118872"/>
                </a:xfrm>
                <a:prstGeom prst="rect">
                  <a:avLst/>
                </a:prstGeom>
              </p:spPr>
            </p:pic>
          </mc:Fallback>
        </mc:AlternateContent>
        <p:sp>
          <p:nvSpPr>
            <p:cNvPr id="378" name="encoding_left_label"/>
            <p:cNvSpPr/>
            <p:nvPr/>
          </p:nvSpPr>
          <p:spPr>
            <a:xfrm>
              <a:off x="1522800" y="2095200"/>
              <a:ext cx="356400" cy="13824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r>
                <a:rPr lang="en-US" sz="900" b="0" u="none" strike="noStrike">
                  <a:effectLst/>
                  <a:uFillTx/>
                  <a:latin typeface="Times New Roman" panose="02020603050405020304" pitchFamily="18" charset="0"/>
                  <a:cs typeface="Times New Roman" panose="02020603050405020304" pitchFamily="18" charset="0"/>
                </a:rPr>
                <a:t>W(n)</a:t>
              </a:r>
            </a:p>
          </p:txBody>
        </p:sp>
        <p:sp>
          <p:nvSpPr>
            <p:cNvPr id="379" name="encoding_right_label"/>
            <p:cNvSpPr/>
            <p:nvPr/>
          </p:nvSpPr>
          <p:spPr>
            <a:xfrm>
              <a:off x="1965600" y="2095200"/>
              <a:ext cx="413640" cy="13824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r>
                <a:rPr lang="en-US" sz="900" b="0" u="none" strike="noStrike">
                  <a:effectLst/>
                  <a:uFillTx/>
                  <a:latin typeface="Times New Roman" panose="02020603050405020304" pitchFamily="18" charset="0"/>
                  <a:cs typeface="Times New Roman" panose="02020603050405020304" pitchFamily="18" charset="0"/>
                </a:rPr>
                <a:t>W(n+1)</a:t>
              </a:r>
            </a:p>
          </p:txBody>
        </p:sp>
        <p:sp>
          <p:nvSpPr>
            <p:cNvPr id="380" name="target"/>
            <p:cNvSpPr/>
            <p:nvPr/>
          </p:nvSpPr>
          <p:spPr>
            <a:xfrm>
              <a:off x="2657160" y="1655280"/>
              <a:ext cx="1010519" cy="669240"/>
            </a:xfrm>
            <a:prstGeom prst="roundRect">
              <a:avLst>
                <a:gd name="adj" fmla="val 15000"/>
              </a:avLst>
            </a:prstGeom>
            <a:solidFill>
              <a:srgbClr val="F2F5F7"/>
            </a:solidFill>
            <a:ln w="7620">
              <a:solidFill>
                <a:srgbClr val="94A3AD"/>
              </a:solidFill>
            </a:ln>
          </p:spPr>
          <p:style>
            <a:lnRef idx="2">
              <a:schemeClr val="accent1">
                <a:shade val="15000"/>
              </a:schemeClr>
            </a:lnRef>
            <a:fillRef idx="1">
              <a:schemeClr val="accent1"/>
            </a:fillRef>
            <a:effectRef idx="0">
              <a:schemeClr val="accent1"/>
            </a:effectRef>
            <a:fontRef idx="minor"/>
          </p:style>
          <p:txBody>
            <a:bodyPr lIns="100080" tIns="50040" rIns="100080" bIns="50040" anchor="ctr">
              <a:noAutofit/>
            </a:bodyPr>
            <a:lstStyle/>
            <a:p>
              <a:endParaRPr lang="en-US" sz="2000" b="0" u="none" strike="noStrike">
                <a:effectLst/>
                <a:uFillTx/>
                <a:latin typeface="Times New Roman" panose="02020603050405020304" pitchFamily="18" charset="0"/>
                <a:cs typeface="Times New Roman" panose="02020603050405020304" pitchFamily="18" charset="0"/>
              </a:endParaRPr>
            </a:p>
          </p:txBody>
        </p:sp>
        <p:sp>
          <p:nvSpPr>
            <p:cNvPr id="381" name="target_label"/>
            <p:cNvSpPr/>
            <p:nvPr/>
          </p:nvSpPr>
          <p:spPr>
            <a:xfrm>
              <a:off x="2624760" y="1699200"/>
              <a:ext cx="1010520" cy="13824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r>
                <a:rPr lang="en-US" sz="800" b="1" u="none" strike="noStrike" dirty="0">
                  <a:effectLst/>
                  <a:uFillTx/>
                  <a:latin typeface="Times New Roman" panose="02020603050405020304" pitchFamily="18" charset="0"/>
                  <a:cs typeface="Times New Roman" panose="02020603050405020304" pitchFamily="18" charset="0"/>
                </a:rPr>
                <a:t>Two-bin GT target</a:t>
              </a:r>
            </a:p>
          </p:txBody>
        </p:sp>
        <p:sp>
          <p:nvSpPr>
            <p:cNvPr id="382" name="target_left"/>
            <p:cNvSpPr/>
            <p:nvPr/>
          </p:nvSpPr>
          <p:spPr>
            <a:xfrm>
              <a:off x="2847600" y="1984320"/>
              <a:ext cx="126000" cy="147600"/>
            </a:xfrm>
            <a:prstGeom prst="rect">
              <a:avLst/>
            </a:prstGeom>
            <a:solidFill>
              <a:srgbClr val="508FB0"/>
            </a:solidFill>
            <a:ln>
              <a:noFill/>
            </a:ln>
          </p:spPr>
          <p:style>
            <a:lnRef idx="2">
              <a:schemeClr val="accent1">
                <a:shade val="15000"/>
              </a:schemeClr>
            </a:lnRef>
            <a:fillRef idx="1">
              <a:schemeClr val="accent1"/>
            </a:fillRef>
            <a:effectRef idx="0">
              <a:schemeClr val="accent1"/>
            </a:effectRef>
            <a:fontRef idx="minor"/>
          </p:style>
          <p:txBody>
            <a:bodyPr lIns="63000" tIns="50040" rIns="63000" bIns="50040" anchor="ctr">
              <a:noAutofit/>
            </a:bodyPr>
            <a:lstStyle/>
            <a:p>
              <a:endParaRPr lang="en-US" sz="2000" b="0" u="none" strike="noStrike">
                <a:effectLst/>
                <a:uFillTx/>
                <a:latin typeface="Times New Roman" panose="02020603050405020304" pitchFamily="18" charset="0"/>
                <a:cs typeface="Times New Roman" panose="02020603050405020304" pitchFamily="18" charset="0"/>
              </a:endParaRPr>
            </a:p>
          </p:txBody>
        </p:sp>
        <p:sp>
          <p:nvSpPr>
            <p:cNvPr id="383" name="target_right"/>
            <p:cNvSpPr/>
            <p:nvPr/>
          </p:nvSpPr>
          <p:spPr>
            <a:xfrm>
              <a:off x="3243600" y="2070720"/>
              <a:ext cx="126000" cy="61200"/>
            </a:xfrm>
            <a:prstGeom prst="rect">
              <a:avLst/>
            </a:prstGeom>
            <a:solidFill>
              <a:srgbClr val="508FB0"/>
            </a:solidFill>
            <a:ln>
              <a:noFill/>
            </a:ln>
          </p:spPr>
          <p:style>
            <a:lnRef idx="2">
              <a:schemeClr val="accent1">
                <a:shade val="15000"/>
              </a:schemeClr>
            </a:lnRef>
            <a:fillRef idx="1">
              <a:schemeClr val="accent1"/>
            </a:fillRef>
            <a:effectRef idx="0">
              <a:schemeClr val="accent1"/>
            </a:effectRef>
            <a:fontRef idx="minor"/>
          </p:style>
          <p:txBody>
            <a:bodyPr lIns="63000" tIns="21960" rIns="63000" bIns="21960" anchor="ctr">
              <a:noAutofit/>
            </a:bodyPr>
            <a:lstStyle/>
            <a:p>
              <a:endParaRPr lang="en-US" sz="2000" b="0" u="none" strike="noStrike">
                <a:effectLst/>
                <a:uFillTx/>
                <a:latin typeface="Times New Roman" panose="02020603050405020304" pitchFamily="18" charset="0"/>
                <a:cs typeface="Times New Roman" panose="02020603050405020304" pitchFamily="18" charset="0"/>
              </a:endParaRPr>
            </a:p>
          </p:txBody>
        </p:sp>
        <p:sp>
          <p:nvSpPr>
            <p:cNvPr id="384" name="target_left_weight"/>
            <p:cNvSpPr/>
            <p:nvPr/>
          </p:nvSpPr>
          <p:spPr>
            <a:xfrm>
              <a:off x="2804400" y="1836000"/>
              <a:ext cx="212400" cy="13824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r>
                <a:rPr lang="en-US" sz="900" b="0" u="none" strike="noStrike">
                  <a:effectLst/>
                  <a:uFillTx/>
                  <a:latin typeface="Times New Roman" panose="02020603050405020304" pitchFamily="18" charset="0"/>
                  <a:cs typeface="Times New Roman" panose="02020603050405020304" pitchFamily="18" charset="0"/>
                </a:rPr>
                <a:t>t</a:t>
              </a:r>
              <a:r>
                <a:rPr lang="en-US" sz="850" b="0" i="1" u="none" strike="noStrike" baseline="-25000">
                  <a:effectLst/>
                  <a:uFillTx/>
                  <a:latin typeface="Times New Roman" panose="02020603050405020304" pitchFamily="18" charset="0"/>
                  <a:cs typeface="Times New Roman" panose="02020603050405020304" pitchFamily="18" charset="0"/>
                </a:rPr>
                <a:t>n</a:t>
              </a:r>
              <a:endParaRPr lang="en-US" sz="850" b="0" u="none" strike="noStrike">
                <a:effectLst/>
                <a:uFillTx/>
                <a:latin typeface="Times New Roman" panose="02020603050405020304" pitchFamily="18" charset="0"/>
                <a:cs typeface="Times New Roman" panose="02020603050405020304" pitchFamily="18" charset="0"/>
              </a:endParaRPr>
            </a:p>
          </p:txBody>
        </p:sp>
        <p:sp>
          <p:nvSpPr>
            <p:cNvPr id="385" name="target_right_weight"/>
            <p:cNvSpPr/>
            <p:nvPr/>
          </p:nvSpPr>
          <p:spPr>
            <a:xfrm>
              <a:off x="3186000" y="1929600"/>
              <a:ext cx="277200" cy="13824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r>
                <a:rPr lang="en-US" sz="900" b="0" u="none" strike="noStrike">
                  <a:effectLst/>
                  <a:uFillTx/>
                  <a:latin typeface="Times New Roman" panose="02020603050405020304" pitchFamily="18" charset="0"/>
                  <a:cs typeface="Times New Roman" panose="02020603050405020304" pitchFamily="18" charset="0"/>
                </a:rPr>
                <a:t>t</a:t>
              </a:r>
              <a:r>
                <a:rPr lang="en-US" sz="850" b="0" i="1" u="none" strike="noStrike" baseline="-25000">
                  <a:effectLst/>
                  <a:uFillTx/>
                  <a:latin typeface="Times New Roman" panose="02020603050405020304" pitchFamily="18" charset="0"/>
                  <a:cs typeface="Times New Roman" panose="02020603050405020304" pitchFamily="18" charset="0"/>
                </a:rPr>
                <a:t>n+1</a:t>
              </a:r>
              <a:endParaRPr lang="en-US" sz="850" b="0" u="none" strike="noStrike">
                <a:effectLst/>
                <a:uFillTx/>
                <a:latin typeface="Times New Roman" panose="02020603050405020304" pitchFamily="18" charset="0"/>
                <a:cs typeface="Times New Roman" panose="02020603050405020304" pitchFamily="18" charset="0"/>
              </a:endParaRPr>
            </a:p>
          </p:txBody>
        </p:sp>
        <p:sp>
          <p:nvSpPr>
            <p:cNvPr id="386" name="target_left_bin"/>
            <p:cNvSpPr/>
            <p:nvPr/>
          </p:nvSpPr>
          <p:spPr>
            <a:xfrm>
              <a:off x="2804400" y="2142000"/>
              <a:ext cx="212400" cy="13824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r>
                <a:rPr lang="en-US" sz="900" b="0" u="none" strike="noStrike">
                  <a:effectLst/>
                  <a:uFillTx/>
                  <a:latin typeface="Times New Roman" panose="02020603050405020304" pitchFamily="18" charset="0"/>
                  <a:cs typeface="Times New Roman" panose="02020603050405020304" pitchFamily="18" charset="0"/>
                </a:rPr>
                <a:t>n</a:t>
              </a:r>
            </a:p>
          </p:txBody>
        </p:sp>
        <p:sp>
          <p:nvSpPr>
            <p:cNvPr id="387" name="target_right_bin"/>
            <p:cNvSpPr/>
            <p:nvPr/>
          </p:nvSpPr>
          <p:spPr>
            <a:xfrm>
              <a:off x="3168000" y="2142000"/>
              <a:ext cx="284400" cy="13824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r>
                <a:rPr lang="en-US" sz="900" b="0" u="none" strike="noStrike">
                  <a:effectLst/>
                  <a:uFillTx/>
                  <a:latin typeface="Times New Roman" panose="02020603050405020304" pitchFamily="18" charset="0"/>
                  <a:cs typeface="Times New Roman" panose="02020603050405020304" pitchFamily="18" charset="0"/>
                </a:rPr>
                <a:t>n+1</a:t>
              </a:r>
            </a:p>
          </p:txBody>
        </p:sp>
        <p:sp>
          <p:nvSpPr>
            <p:cNvPr id="388" name="target_interval"/>
            <p:cNvSpPr/>
            <p:nvPr/>
          </p:nvSpPr>
          <p:spPr>
            <a:xfrm>
              <a:off x="1494000" y="1473120"/>
              <a:ext cx="2156400" cy="13824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r>
                <a:rPr lang="pl-PL" sz="900" b="0" i="1" u="none" strike="noStrike" dirty="0">
                  <a:effectLst/>
                  <a:uFillTx/>
                  <a:latin typeface="Times New Roman" panose="02020603050405020304" pitchFamily="18" charset="0"/>
                  <a:cs typeface="Times New Roman" panose="02020603050405020304" pitchFamily="18" charset="0"/>
                </a:rPr>
                <a:t>W(n) ≤ d</a:t>
              </a:r>
              <a:r>
                <a:rPr lang="pl-PL" sz="850" b="0" i="1" u="none" strike="noStrike" baseline="-25000" dirty="0">
                  <a:effectLst/>
                  <a:uFillTx/>
                  <a:latin typeface="Times New Roman" panose="02020603050405020304" pitchFamily="18" charset="0"/>
                  <a:cs typeface="Times New Roman" panose="02020603050405020304" pitchFamily="18" charset="0"/>
                </a:rPr>
                <a:t>GT</a:t>
              </a:r>
              <a:r>
                <a:rPr lang="pl-PL" sz="900" b="0" i="1" u="none" strike="noStrike" dirty="0">
                  <a:effectLst/>
                  <a:uFillTx/>
                  <a:latin typeface="Times New Roman" panose="02020603050405020304" pitchFamily="18" charset="0"/>
                  <a:cs typeface="Times New Roman" panose="02020603050405020304" pitchFamily="18" charset="0"/>
                </a:rPr>
                <a:t> ≤ W(n+1)</a:t>
              </a:r>
              <a:endParaRPr lang="en-US" sz="900" b="0" i="1" u="none" strike="noStrike" dirty="0">
                <a:effectLst/>
                <a:uFillTx/>
                <a:latin typeface="Times New Roman" panose="02020603050405020304" pitchFamily="18" charset="0"/>
                <a:cs typeface="Times New Roman" panose="02020603050405020304" pitchFamily="18" charset="0"/>
              </a:endParaRPr>
            </a:p>
          </p:txBody>
        </p:sp>
        <p:sp>
          <p:nvSpPr>
            <p:cNvPr id="389" name="fgl"/>
            <p:cNvSpPr/>
            <p:nvPr/>
          </p:nvSpPr>
          <p:spPr>
            <a:xfrm>
              <a:off x="3946320" y="1761480"/>
              <a:ext cx="883440" cy="348480"/>
            </a:xfrm>
            <a:prstGeom prst="roundRect">
              <a:avLst>
                <a:gd name="adj" fmla="val 15000"/>
              </a:avLst>
            </a:prstGeom>
            <a:solidFill>
              <a:srgbClr val="DDD7ED"/>
            </a:solidFill>
            <a:ln w="7620">
              <a:solidFill>
                <a:srgbClr val="9180B0"/>
              </a:solidFill>
            </a:ln>
          </p:spPr>
          <p:style>
            <a:lnRef idx="2">
              <a:schemeClr val="accent1">
                <a:shade val="15000"/>
              </a:schemeClr>
            </a:lnRef>
            <a:fillRef idx="1">
              <a:schemeClr val="accent1"/>
            </a:fillRef>
            <a:effectRef idx="0">
              <a:schemeClr val="accent1"/>
            </a:effectRef>
            <a:fontRef idx="minor"/>
          </p:style>
          <p:txBody>
            <a:bodyPr lIns="100080" tIns="50040" rIns="100080" bIns="50040" anchor="ctr">
              <a:noAutofit/>
            </a:bodyPr>
            <a:lstStyle/>
            <a:p>
              <a:endParaRPr lang="en-US" sz="2000" b="0" u="none" strike="noStrike">
                <a:effectLst/>
                <a:uFillTx/>
                <a:latin typeface="Times New Roman" panose="02020603050405020304" pitchFamily="18" charset="0"/>
                <a:cs typeface="Times New Roman" panose="02020603050405020304" pitchFamily="18" charset="0"/>
              </a:endParaRPr>
            </a:p>
          </p:txBody>
        </p:sp>
        <p:sp>
          <p:nvSpPr>
            <p:cNvPr id="390" name="fgl_text"/>
            <p:cNvSpPr/>
            <p:nvPr/>
          </p:nvSpPr>
          <p:spPr>
            <a:xfrm>
              <a:off x="3906000" y="1782720"/>
              <a:ext cx="932400" cy="3060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r>
                <a:rPr lang="en-US" sz="900" b="0" u="none" strike="noStrike">
                  <a:effectLst/>
                  <a:uFillTx/>
                  <a:latin typeface="Times New Roman" panose="02020603050405020304" pitchFamily="18" charset="0"/>
                  <a:cs typeface="Times New Roman" panose="02020603050405020304" pitchFamily="18" charset="0"/>
                </a:rPr>
                <a:t>Interpolated</a:t>
              </a:r>
            </a:p>
            <a:p>
              <a:pPr algn="ctr" defTabSz="1018080">
                <a:lnSpc>
                  <a:spcPct val="100000"/>
                </a:lnSpc>
              </a:pPr>
              <a:r>
                <a:rPr lang="en-US" sz="900" b="0" u="none" strike="noStrike">
                  <a:effectLst/>
                  <a:uFillTx/>
                  <a:latin typeface="Times New Roman" panose="02020603050405020304" pitchFamily="18" charset="0"/>
                  <a:cs typeface="Times New Roman" panose="02020603050405020304" pitchFamily="18" charset="0"/>
                </a:rPr>
                <a:t>cross-entropy</a:t>
              </a:r>
            </a:p>
          </p:txBody>
        </p:sp>
        <p:sp>
          <p:nvSpPr>
            <p:cNvPr id="391" name="fgl_multiply"/>
            <p:cNvSpPr/>
            <p:nvPr/>
          </p:nvSpPr>
          <p:spPr>
            <a:xfrm>
              <a:off x="5144741" y="1863478"/>
              <a:ext cx="208800" cy="176760"/>
            </a:xfrm>
            <a:prstGeom prst="ellipse">
              <a:avLst/>
            </a:prstGeom>
            <a:solidFill>
              <a:srgbClr val="FFFFFF"/>
            </a:solidFill>
            <a:ln w="5760">
              <a:solidFill>
                <a:srgbClr val="9180B0"/>
              </a:solidFill>
            </a:ln>
          </p:spPr>
          <p:style>
            <a:lnRef idx="2">
              <a:schemeClr val="accent1">
                <a:shade val="15000"/>
              </a:schemeClr>
            </a:lnRef>
            <a:fillRef idx="1">
              <a:schemeClr val="accent1"/>
            </a:fillRef>
            <a:effectRef idx="0">
              <a:schemeClr val="accent1"/>
            </a:effectRef>
            <a:fontRef idx="minor"/>
          </p:style>
          <p:txBody>
            <a:bodyPr lIns="85680" tIns="50040" rIns="85680" bIns="50040" anchor="ctr">
              <a:noAutofit/>
            </a:bodyPr>
            <a:lstStyle/>
            <a:p>
              <a:endParaRPr lang="en-US" sz="2000" b="0" u="none" strike="noStrike">
                <a:effectLst/>
                <a:uFillTx/>
                <a:latin typeface="Times New Roman" panose="02020603050405020304" pitchFamily="18" charset="0"/>
                <a:cs typeface="Times New Roman" panose="02020603050405020304" pitchFamily="18" charset="0"/>
              </a:endParaRPr>
            </a:p>
          </p:txBody>
        </p:sp>
        <p:sp>
          <p:nvSpPr>
            <p:cNvPr id="392" name="fgl_multiply_symbol"/>
            <p:cNvSpPr/>
            <p:nvPr/>
          </p:nvSpPr>
          <p:spPr>
            <a:xfrm>
              <a:off x="5182610" y="1882631"/>
              <a:ext cx="126000" cy="1476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r>
                <a:rPr lang="en-US" sz="900" b="0" u="none" strike="noStrike" dirty="0">
                  <a:effectLst/>
                  <a:uFillTx/>
                  <a:latin typeface="Times New Roman" panose="02020603050405020304" pitchFamily="18" charset="0"/>
                  <a:cs typeface="Times New Roman" panose="02020603050405020304" pitchFamily="18" charset="0"/>
                </a:rPr>
                <a:t>×</a:t>
              </a:r>
            </a:p>
          </p:txBody>
        </p:sp>
        <p:sp>
          <p:nvSpPr>
            <p:cNvPr id="393" name="fgl_reduce"/>
            <p:cNvSpPr/>
            <p:nvPr/>
          </p:nvSpPr>
          <p:spPr>
            <a:xfrm>
              <a:off x="5598720" y="1693439"/>
              <a:ext cx="1248840" cy="989281"/>
            </a:xfrm>
            <a:prstGeom prst="roundRect">
              <a:avLst>
                <a:gd name="adj" fmla="val 15000"/>
              </a:avLst>
            </a:prstGeom>
            <a:solidFill>
              <a:srgbClr val="DDD7ED"/>
            </a:solidFill>
            <a:ln w="7620">
              <a:solidFill>
                <a:srgbClr val="9180B0"/>
              </a:solidFill>
            </a:ln>
          </p:spPr>
          <p:style>
            <a:lnRef idx="2">
              <a:schemeClr val="accent1">
                <a:shade val="15000"/>
              </a:schemeClr>
            </a:lnRef>
            <a:fillRef idx="1">
              <a:schemeClr val="accent1"/>
            </a:fillRef>
            <a:effectRef idx="0">
              <a:schemeClr val="accent1"/>
            </a:effectRef>
            <a:fontRef idx="minor"/>
          </p:style>
          <p:txBody>
            <a:bodyPr lIns="100080" tIns="50040" rIns="100080" bIns="50040" anchor="ctr">
              <a:noAutofit/>
            </a:bodyPr>
            <a:lstStyle/>
            <a:p>
              <a:endParaRPr lang="en-US" sz="2000" b="0" u="none" strike="noStrike">
                <a:effectLst/>
                <a:uFillTx/>
                <a:latin typeface="Times New Roman" panose="02020603050405020304" pitchFamily="18" charset="0"/>
                <a:cs typeface="Times New Roman" panose="02020603050405020304" pitchFamily="18" charset="0"/>
              </a:endParaRPr>
            </a:p>
          </p:txBody>
        </p:sp>
        <p:sp>
          <p:nvSpPr>
            <p:cNvPr id="394" name="fgl_reduce_title"/>
            <p:cNvSpPr/>
            <p:nvPr/>
          </p:nvSpPr>
          <p:spPr>
            <a:xfrm>
              <a:off x="5670000" y="1728720"/>
              <a:ext cx="1076400" cy="1404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r>
                <a:rPr lang="en-US" sz="900" b="1" u="none" strike="noStrike">
                  <a:effectLst/>
                  <a:uFillTx/>
                  <a:latin typeface="Times New Roman" panose="02020603050405020304" pitchFamily="18" charset="0"/>
                  <a:cs typeface="Times New Roman" panose="02020603050405020304" pitchFamily="18" charset="0"/>
                </a:rPr>
                <a:t>Weighted FGL</a:t>
              </a:r>
              <a:endParaRPr lang="en-US" sz="900" b="0" u="none" strike="noStrike">
                <a:effectLst/>
                <a:uFillTx/>
                <a:latin typeface="Times New Roman" panose="02020603050405020304" pitchFamily="18" charset="0"/>
                <a:cs typeface="Times New Roman" panose="02020603050405020304" pitchFamily="18" charset="0"/>
              </a:endParaRPr>
            </a:p>
          </p:txBody>
        </p:sp>
        <p:sp>
          <p:nvSpPr>
            <p:cNvPr id="396" name="fgl_reduce_label"/>
            <p:cNvSpPr/>
            <p:nvPr/>
          </p:nvSpPr>
          <p:spPr>
            <a:xfrm>
              <a:off x="5666040" y="2276093"/>
              <a:ext cx="1181520" cy="325801"/>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just" defTabSz="1018080">
                <a:lnSpc>
                  <a:spcPct val="100000"/>
                </a:lnSpc>
              </a:pPr>
              <a:r>
                <a:rPr lang="zh-CN" altLang="zh-CN" sz="900" dirty="0">
                  <a:latin typeface="Times New Roman" panose="02020603050405020304" pitchFamily="18" charset="0"/>
                  <a:cs typeface="Times New Roman" panose="02020603050405020304" pitchFamily="18" charset="0"/>
                </a:rPr>
                <a:t>Mean of the four-edge </a:t>
              </a:r>
              <a:endParaRPr lang="en-US" altLang="zh-CN" sz="900" dirty="0">
                <a:latin typeface="Times New Roman" panose="02020603050405020304" pitchFamily="18" charset="0"/>
                <a:cs typeface="Times New Roman" panose="02020603050405020304" pitchFamily="18" charset="0"/>
              </a:endParaRPr>
            </a:p>
            <a:p>
              <a:pPr algn="just" defTabSz="1018080">
                <a:lnSpc>
                  <a:spcPct val="100000"/>
                </a:lnSpc>
              </a:pPr>
              <a:r>
                <a:rPr lang="zh-CN" altLang="zh-CN" sz="900" dirty="0">
                  <a:latin typeface="Times New Roman" panose="02020603050405020304" pitchFamily="18" charset="0"/>
                  <a:cs typeface="Times New Roman" panose="02020603050405020304" pitchFamily="18" charset="0"/>
                </a:rPr>
                <a:t>loss over matched boxes</a:t>
              </a:r>
              <a:endParaRPr lang="en-US" sz="850" b="0" u="none" strike="noStrike" dirty="0">
                <a:effectLst/>
                <a:uFillTx/>
                <a:latin typeface="Times New Roman" panose="02020603050405020304" pitchFamily="18" charset="0"/>
                <a:cs typeface="Times New Roman" panose="02020603050405020304" pitchFamily="18" charset="0"/>
              </a:endParaRPr>
            </a:p>
          </p:txBody>
        </p:sp>
        <p:sp>
          <p:nvSpPr>
            <p:cNvPr id="397" name="fgl_logits"/>
            <p:cNvSpPr/>
            <p:nvPr/>
          </p:nvSpPr>
          <p:spPr>
            <a:xfrm>
              <a:off x="629280" y="2553480"/>
              <a:ext cx="675720" cy="348480"/>
            </a:xfrm>
            <a:prstGeom prst="roundRect">
              <a:avLst>
                <a:gd name="adj" fmla="val 15000"/>
              </a:avLst>
            </a:prstGeom>
            <a:solidFill>
              <a:srgbClr val="F2F5F7"/>
            </a:solidFill>
            <a:ln w="7620">
              <a:solidFill>
                <a:srgbClr val="94A3AD"/>
              </a:solidFill>
            </a:ln>
          </p:spPr>
          <p:style>
            <a:lnRef idx="2">
              <a:schemeClr val="accent1">
                <a:shade val="15000"/>
              </a:schemeClr>
            </a:lnRef>
            <a:fillRef idx="1">
              <a:schemeClr val="accent1"/>
            </a:fillRef>
            <a:effectRef idx="0">
              <a:schemeClr val="accent1"/>
            </a:effectRef>
            <a:fontRef idx="minor"/>
          </p:style>
          <p:txBody>
            <a:bodyPr lIns="100080" tIns="50040" rIns="100080" bIns="50040" anchor="ctr">
              <a:noAutofit/>
            </a:bodyPr>
            <a:lstStyle/>
            <a:p>
              <a:endParaRPr lang="en-US" sz="2000" b="0" u="none" strike="noStrike">
                <a:effectLst/>
                <a:uFillTx/>
                <a:latin typeface="Times New Roman" panose="02020603050405020304" pitchFamily="18" charset="0"/>
                <a:cs typeface="Times New Roman" panose="02020603050405020304" pitchFamily="18" charset="0"/>
              </a:endParaRPr>
            </a:p>
          </p:txBody>
        </p:sp>
        <p:sp>
          <p:nvSpPr>
            <p:cNvPr id="398" name="fgl_logits_text"/>
            <p:cNvSpPr/>
            <p:nvPr/>
          </p:nvSpPr>
          <p:spPr>
            <a:xfrm>
              <a:off x="666000" y="2574720"/>
              <a:ext cx="572400" cy="3060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r>
                <a:rPr lang="en-US" sz="900" b="0" u="none" strike="noStrike">
                  <a:effectLst/>
                  <a:uFillTx/>
                  <a:latin typeface="Times New Roman" panose="02020603050405020304" pitchFamily="18" charset="0"/>
                  <a:cs typeface="Times New Roman" panose="02020603050405020304" pitchFamily="18" charset="0"/>
                </a:rPr>
                <a:t>Matched z</a:t>
              </a:r>
              <a:r>
                <a:rPr lang="en-US" sz="850" b="0" i="1" u="none" strike="noStrike" baseline="-25000">
                  <a:effectLst/>
                  <a:uFillTx/>
                  <a:latin typeface="Times New Roman" panose="02020603050405020304" pitchFamily="18" charset="0"/>
                  <a:cs typeface="Times New Roman" panose="02020603050405020304" pitchFamily="18" charset="0"/>
                </a:rPr>
                <a:t>i</a:t>
              </a:r>
              <a:endParaRPr lang="en-US" sz="850" b="0" u="none" strike="noStrike">
                <a:effectLst/>
                <a:uFillTx/>
                <a:latin typeface="Times New Roman" panose="02020603050405020304" pitchFamily="18" charset="0"/>
                <a:cs typeface="Times New Roman" panose="02020603050405020304" pitchFamily="18" charset="0"/>
              </a:endParaRPr>
            </a:p>
            <a:p>
              <a:pPr algn="ctr" defTabSz="1018080">
                <a:lnSpc>
                  <a:spcPct val="100000"/>
                </a:lnSpc>
              </a:pPr>
              <a:r>
                <a:rPr lang="en-US" sz="900" b="0" u="none" strike="noStrike">
                  <a:effectLst/>
                  <a:uFillTx/>
                  <a:latin typeface="Times New Roman" panose="02020603050405020304" pitchFamily="18" charset="0"/>
                  <a:cs typeface="Times New Roman" panose="02020603050405020304" pitchFamily="18" charset="0"/>
                </a:rPr>
                <a:t>i = 1, …, 6</a:t>
              </a:r>
            </a:p>
          </p:txBody>
        </p:sp>
        <p:sp>
          <p:nvSpPr>
            <p:cNvPr id="399" name="fgl_prediction"/>
            <p:cNvSpPr/>
            <p:nvPr/>
          </p:nvSpPr>
          <p:spPr>
            <a:xfrm>
              <a:off x="1468800" y="2508840"/>
              <a:ext cx="947160" cy="547920"/>
            </a:xfrm>
            <a:prstGeom prst="roundRect">
              <a:avLst>
                <a:gd name="adj" fmla="val 15000"/>
              </a:avLst>
            </a:prstGeom>
            <a:solidFill>
              <a:srgbClr val="FFFFFF"/>
            </a:solidFill>
            <a:ln w="7620">
              <a:solidFill>
                <a:srgbClr val="9180B0"/>
              </a:solidFill>
              <a:prstDash val="dash"/>
            </a:ln>
          </p:spPr>
          <p:style>
            <a:lnRef idx="2">
              <a:schemeClr val="accent1">
                <a:shade val="15000"/>
              </a:schemeClr>
            </a:lnRef>
            <a:fillRef idx="1">
              <a:schemeClr val="accent1"/>
            </a:fillRef>
            <a:effectRef idx="0">
              <a:schemeClr val="accent1"/>
            </a:effectRef>
            <a:fontRef idx="minor"/>
          </p:style>
          <p:txBody>
            <a:bodyPr lIns="100080" tIns="50040" rIns="100080" bIns="50040" anchor="ctr">
              <a:noAutofit/>
            </a:bodyPr>
            <a:lstStyle/>
            <a:p>
              <a:endParaRPr lang="en-US" sz="2000" b="0" u="none" strike="noStrike">
                <a:effectLst/>
                <a:uFillTx/>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400" name="prediction_label"/>
                <p:cNvSpPr/>
                <p:nvPr/>
              </p:nvSpPr>
              <p:spPr>
                <a:xfrm>
                  <a:off x="1508760" y="2542032"/>
                  <a:ext cx="886968" cy="137160"/>
                </a:xfrm>
                <a:prstGeom prst="rect">
                  <a:avLst/>
                </a:prstGeom>
                <a:noFill/>
                <a:ln w="0">
                  <a:noFill/>
                </a:ln>
              </p:spPr>
              <p:style>
                <a:lnRef idx="0">
                  <a:scrgbClr r="0" g="0" b="0"/>
                </a:lnRef>
                <a:fillRef idx="0">
                  <a:scrgbClr r="0" g="0" b="0"/>
                </a:fillRef>
                <a:effectRef idx="0">
                  <a:scrgbClr r="0" g="0" b="0"/>
                </a:effectRef>
                <a:fontRef idx="minor"/>
              </p:style>
              <p:txBody>
                <a:bodyPr wrap="none" lIns="0" rIns="0" tIns="0" bIns="0" anchor="ctr">
                  <a:noAutofit/>
                </a:bodyPr>
                <a:lstStyle/>
                <a:p>
                  <a:pPr algn="ctr">
                    <a:defRPr sz="972"/>
                  </a:pPr>
                  <a14:m>
                    <m:oMath xmlns:m="http://schemas.openxmlformats.org/officeDocument/2006/math">
                      <m:sSub>
                        <m:e>
                          <m:r>
                            <a:rPr lang="en-US" sz="972">
                              <a:latin typeface="Latin Modern Math"/>
                            </a:rPr>
                            <m:t>p</m:t>
                          </m:r>
                        </m:e>
                        <m:sub>
                          <m:r>
                            <a:rPr lang="en-US" sz="972">
                              <a:latin typeface="Latin Modern Math"/>
                            </a:rPr>
                            <m:t>i</m:t>
                          </m:r>
                        </m:sub>
                      </m:sSub>
                      <m:r>
                        <m:rPr>
                          <m:sty m:val="p"/>
                        </m:rPr>
                        <a:rPr lang="en-US" sz="972">
                          <a:latin typeface="Latin Modern Math"/>
                        </a:rPr>
                        <m:t>=</m:t>
                      </m:r>
                      <m:r>
                        <m:rPr>
                          <m:sty m:val="p"/>
                        </m:rPr>
                        <a:rPr lang="en-US" sz="972">
                          <a:latin typeface="Latin Modern Math"/>
                        </a:rPr>
                        <m:t>s</m:t>
                      </m:r>
                      <m:r>
                        <m:rPr>
                          <m:sty m:val="p"/>
                        </m:rPr>
                        <a:rPr lang="en-US" sz="972">
                          <a:latin typeface="Latin Modern Math"/>
                        </a:rPr>
                        <m:t>o</m:t>
                      </m:r>
                      <m:r>
                        <m:rPr>
                          <m:sty m:val="p"/>
                        </m:rPr>
                        <a:rPr lang="en-US" sz="972">
                          <a:latin typeface="Latin Modern Math"/>
                        </a:rPr>
                        <m:t>f</m:t>
                      </m:r>
                      <m:r>
                        <m:rPr>
                          <m:sty m:val="p"/>
                        </m:rPr>
                        <a:rPr lang="en-US" sz="972">
                          <a:latin typeface="Latin Modern Math"/>
                        </a:rPr>
                        <m:t>t</m:t>
                      </m:r>
                      <m:r>
                        <m:rPr>
                          <m:sty m:val="p"/>
                        </m:rPr>
                        <a:rPr lang="en-US" sz="972">
                          <a:latin typeface="Latin Modern Math"/>
                        </a:rPr>
                        <m:t>m</m:t>
                      </m:r>
                      <m:r>
                        <m:rPr>
                          <m:sty m:val="p"/>
                        </m:rPr>
                        <a:rPr lang="en-US" sz="972">
                          <a:latin typeface="Latin Modern Math"/>
                        </a:rPr>
                        <m:t>a</m:t>
                      </m:r>
                      <m:r>
                        <m:rPr>
                          <m:sty m:val="p"/>
                        </m:rPr>
                        <a:rPr lang="en-US" sz="972">
                          <a:latin typeface="Latin Modern Math"/>
                        </a:rPr>
                        <m:t>x</m:t>
                      </m:r>
                      <m:d>
                        <m:dPr>
                          <m:begChr m:val="("/>
                          <m:endChr m:val=")"/>
                          <m:sepChr m:val=""/>
                          <m:grow/>
                        </m:dPr>
                        <m:e>
                          <m:sSub>
                            <m:e>
                              <m:r>
                                <a:rPr lang="en-US" sz="972">
                                  <a:latin typeface="Latin Modern Math"/>
                                </a:rPr>
                                <m:t>z</m:t>
                              </m:r>
                            </m:e>
                            <m:sub>
                              <m:r>
                                <a:rPr lang="en-US" sz="972">
                                  <a:latin typeface="Latin Modern Math"/>
                                </a:rPr>
                                <m:t>i</m:t>
                              </m:r>
                            </m:sub>
                          </m:sSub>
                        </m:e>
                      </m:d>
                    </m:oMath>
                  </a14:m>
                  <a:endParaRPr sz="972"/>
                </a:p>
              </p:txBody>
            </p:sp>
          </mc:Choice>
          <mc:Fallback xmlns="">
            <p:pic>
              <p:nvPicPr>
                <p:cNvPr id="400" name="Equation 400 line 1" descr="p_i=\mathrm{softmax}(z_i)"/>
                <p:cNvPicPr/>
                <p:nvPr/>
              </p:nvPicPr>
              <p:blipFill>
                <a:blip r:embed="rIdFormula400_0"/>
                <a:stretch>
                  <a:fillRect/>
                </a:stretch>
              </p:blipFill>
              <p:spPr>
                <a:xfrm>
                  <a:off x="1561338" y="2548890"/>
                  <a:ext cx="781812" cy="123444"/>
                </a:xfrm>
                <a:prstGeom prst="rect">
                  <a:avLst/>
                </a:prstGeom>
              </p:spPr>
            </p:pic>
          </mc:Fallback>
        </mc:AlternateContent>
        <p:sp>
          <p:nvSpPr>
            <p:cNvPr id="401" name="fgl_entropy"/>
            <p:cNvSpPr/>
            <p:nvPr/>
          </p:nvSpPr>
          <p:spPr>
            <a:xfrm>
              <a:off x="2797200" y="2526840"/>
              <a:ext cx="1453680" cy="412920"/>
            </a:xfrm>
            <a:prstGeom prst="roundRect">
              <a:avLst>
                <a:gd name="adj" fmla="val 15000"/>
              </a:avLst>
            </a:prstGeom>
            <a:solidFill>
              <a:srgbClr val="DDD7ED"/>
            </a:solidFill>
            <a:ln w="7620">
              <a:solidFill>
                <a:srgbClr val="9180B0"/>
              </a:solidFill>
            </a:ln>
          </p:spPr>
          <p:style>
            <a:lnRef idx="2">
              <a:schemeClr val="accent1">
                <a:shade val="15000"/>
              </a:schemeClr>
            </a:lnRef>
            <a:fillRef idx="1">
              <a:schemeClr val="accent1"/>
            </a:fillRef>
            <a:effectRef idx="0">
              <a:schemeClr val="accent1"/>
            </a:effectRef>
            <a:fontRef idx="minor"/>
          </p:style>
          <p:txBody>
            <a:bodyPr lIns="100080" tIns="50040" rIns="100080" bIns="50040" anchor="ctr">
              <a:noAutofit/>
            </a:bodyPr>
            <a:lstStyle/>
            <a:p>
              <a:endParaRPr lang="en-US" sz="2000" b="0" u="none" strike="noStrike">
                <a:effectLst/>
                <a:uFillTx/>
                <a:latin typeface="Times New Roman" panose="02020603050405020304" pitchFamily="18" charset="0"/>
                <a:cs typeface="Times New Roman" panose="02020603050405020304" pitchFamily="18" charset="0"/>
              </a:endParaRPr>
            </a:p>
          </p:txBody>
        </p:sp>
        <p:sp>
          <p:nvSpPr>
            <p:cNvPr id="402" name="fgl_entropy_title"/>
            <p:cNvSpPr/>
            <p:nvPr/>
          </p:nvSpPr>
          <p:spPr>
            <a:xfrm>
              <a:off x="2725200" y="2560320"/>
              <a:ext cx="1566000" cy="1440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r>
                <a:rPr lang="en-US" sz="900" b="1" u="none" strike="noStrike" dirty="0">
                  <a:effectLst/>
                  <a:uFillTx/>
                  <a:latin typeface="Times New Roman" panose="02020603050405020304" pitchFamily="18" charset="0"/>
                  <a:cs typeface="Times New Roman" panose="02020603050405020304" pitchFamily="18" charset="0"/>
                </a:rPr>
                <a:t>Entropy reweighting</a:t>
              </a:r>
              <a:endParaRPr lang="en-US" sz="900" b="0" u="none" strike="noStrike" dirty="0">
                <a:effectLst/>
                <a:uFillTx/>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403" name="fgl_entropy_formula"/>
                <p:cNvSpPr/>
                <p:nvPr/>
              </p:nvSpPr>
              <p:spPr>
                <a:xfrm>
                  <a:off x="2834640" y="2738628"/>
                  <a:ext cx="1380744" cy="164592"/>
                </a:xfrm>
                <a:prstGeom prst="rect">
                  <a:avLst/>
                </a:prstGeom>
                <a:noFill/>
                <a:ln w="0">
                  <a:noFill/>
                </a:ln>
              </p:spPr>
              <p:style>
                <a:lnRef idx="0">
                  <a:scrgbClr r="0" g="0" b="0"/>
                </a:lnRef>
                <a:fillRef idx="0">
                  <a:scrgbClr r="0" g="0" b="0"/>
                </a:fillRef>
                <a:effectRef idx="0">
                  <a:scrgbClr r="0" g="0" b="0"/>
                </a:effectRef>
                <a:fontRef idx="minor"/>
              </p:style>
              <p:txBody>
                <a:bodyPr wrap="none" lIns="0" rIns="0" tIns="0" bIns="0" anchor="ctr">
                  <a:noAutofit/>
                </a:bodyPr>
                <a:lstStyle/>
                <a:p>
                  <a:pPr algn="ctr">
                    <a:defRPr sz="972"/>
                  </a:pPr>
                  <a14:m>
                    <m:oMath xmlns:m="http://schemas.openxmlformats.org/officeDocument/2006/math">
                      <m:sSub>
                        <m:e>
                          <m:r>
                            <a:rPr lang="en-US" sz="972">
                              <a:latin typeface="Latin Modern Math"/>
                            </a:rPr>
                            <m:t>η</m:t>
                          </m:r>
                        </m:e>
                        <m:sub>
                          <m:r>
                            <a:rPr lang="en-US" sz="972">
                              <a:latin typeface="Latin Modern Math"/>
                            </a:rPr>
                            <m:t>i</m:t>
                          </m:r>
                        </m:sub>
                      </m:sSub>
                      <m:r>
                        <m:rPr>
                          <m:sty m:val="p"/>
                        </m:rPr>
                        <a:rPr lang="en-US" sz="972">
                          <a:latin typeface="Latin Modern Math"/>
                        </a:rPr>
                        <m:t>=</m:t>
                      </m:r>
                      <m:r>
                        <a:rPr lang="en-US" sz="972">
                          <a:latin typeface="Latin Modern Math"/>
                        </a:rPr>
                        <m:t>1</m:t>
                      </m:r>
                      <m:r>
                        <m:rPr>
                          <m:sty m:val="p"/>
                        </m:rPr>
                        <a:rPr lang="en-US" sz="972">
                          <a:latin typeface="Latin Modern Math"/>
                        </a:rPr>
                        <m:t>+</m:t>
                      </m:r>
                      <m:r>
                        <a:rPr lang="en-US" sz="972">
                          <a:latin typeface="Latin Modern Math"/>
                        </a:rPr>
                        <m:t>0.35</m:t>
                      </m:r>
                      <m:r>
                        <a:rPr lang="en-US" sz="972">
                          <a:latin typeface="Latin Modern Math"/>
                        </a:rPr>
                        <m:t> </m:t>
                      </m:r>
                      <m:r>
                        <a:rPr lang="en-US" sz="972">
                          <a:latin typeface="Latin Modern Math"/>
                        </a:rPr>
                        <m:t>H</m:t>
                      </m:r>
                      <m:d>
                        <m:dPr>
                          <m:begChr m:val="("/>
                          <m:endChr m:val=")"/>
                          <m:sepChr m:val=""/>
                          <m:grow/>
                        </m:dPr>
                        <m:e>
                          <m:sSub>
                            <m:e>
                              <m:r>
                                <a:rPr lang="en-US" sz="972">
                                  <a:latin typeface="Latin Modern Math"/>
                                </a:rPr>
                                <m:t>p</m:t>
                              </m:r>
                            </m:e>
                            <m:sub>
                              <m:r>
                                <a:rPr lang="en-US" sz="972">
                                  <a:latin typeface="Latin Modern Math"/>
                                </a:rPr>
                                <m:t>i</m:t>
                              </m:r>
                            </m:sub>
                          </m:sSub>
                        </m:e>
                      </m:d>
                      <m:r>
                        <m:rPr>
                          <m:sty m:val="p"/>
                        </m:rPr>
                        <a:rPr lang="en-US" sz="972">
                          <a:latin typeface="Latin Modern Math"/>
                        </a:rPr>
                        <m:t>/</m:t>
                      </m:r>
                      <m:r>
                        <m:rPr>
                          <m:sty m:val="p"/>
                        </m:rPr>
                        <a:rPr lang="en-US" sz="972">
                          <a:latin typeface="Latin Modern Math"/>
                        </a:rPr>
                        <m:t>log</m:t>
                      </m:r>
                      <m:r>
                        <a:rPr lang="en-US" sz="972">
                          <a:latin typeface="Latin Modern Math"/>
                        </a:rPr>
                        <m:t>33</m:t>
                      </m:r>
                    </m:oMath>
                  </a14:m>
                  <a:endParaRPr sz="972"/>
                </a:p>
              </p:txBody>
            </p:sp>
          </mc:Choice>
          <mc:Fallback xmlns="">
            <p:pic>
              <p:nvPicPr>
                <p:cNvPr id="403" name="Equation 403 line 1" descr="\eta_i=1+0.35\,H(p_i)/\log 33"/>
                <p:cNvPicPr/>
                <p:nvPr/>
              </p:nvPicPr>
              <p:blipFill>
                <a:blip r:embed="rIdFormula403_0"/>
                <a:stretch>
                  <a:fillRect/>
                </a:stretch>
              </p:blipFill>
              <p:spPr>
                <a:xfrm>
                  <a:off x="2915199" y="2759202"/>
                  <a:ext cx="1219627" cy="123444"/>
                </a:xfrm>
                <a:prstGeom prst="rect">
                  <a:avLst/>
                </a:prstGeom>
              </p:spPr>
            </p:pic>
          </mc:Fallback>
        </mc:AlternateContent>
        <p:sp>
          <p:nvSpPr>
            <p:cNvPr id="404" name="fgl_weight"/>
            <p:cNvSpPr/>
            <p:nvPr/>
          </p:nvSpPr>
          <p:spPr>
            <a:xfrm>
              <a:off x="4637620" y="2540153"/>
              <a:ext cx="788400" cy="380520"/>
            </a:xfrm>
            <a:prstGeom prst="roundRect">
              <a:avLst>
                <a:gd name="adj" fmla="val 15000"/>
              </a:avLst>
            </a:prstGeom>
            <a:solidFill>
              <a:srgbClr val="F2F5F7"/>
            </a:solidFill>
            <a:ln w="7620">
              <a:solidFill>
                <a:srgbClr val="94A3AD"/>
              </a:solidFill>
            </a:ln>
          </p:spPr>
          <p:style>
            <a:lnRef idx="2">
              <a:schemeClr val="accent1">
                <a:shade val="15000"/>
              </a:schemeClr>
            </a:lnRef>
            <a:fillRef idx="1">
              <a:schemeClr val="accent1"/>
            </a:fillRef>
            <a:effectRef idx="0">
              <a:schemeClr val="accent1"/>
            </a:effectRef>
            <a:fontRef idx="minor"/>
          </p:style>
          <p:txBody>
            <a:bodyPr lIns="100080" tIns="50040" rIns="100080" bIns="50040" anchor="ctr">
              <a:noAutofit/>
            </a:bodyPr>
            <a:lstStyle/>
            <a:p>
              <a:endParaRPr lang="en-US" sz="2000" b="0" u="none" strike="noStrike">
                <a:effectLst/>
                <a:uFillTx/>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405" name="fgl_weight_product"/>
                <p:cNvSpPr/>
                <p:nvPr/>
              </p:nvSpPr>
              <p:spPr>
                <a:xfrm>
                  <a:off x="4663440" y="2564892"/>
                  <a:ext cx="731520" cy="137160"/>
                </a:xfrm>
                <a:prstGeom prst="rect">
                  <a:avLst/>
                </a:prstGeom>
                <a:noFill/>
                <a:ln w="0">
                  <a:noFill/>
                </a:ln>
              </p:spPr>
              <p:style>
                <a:lnRef idx="0">
                  <a:scrgbClr r="0" g="0" b="0"/>
                </a:lnRef>
                <a:fillRef idx="0">
                  <a:scrgbClr r="0" g="0" b="0"/>
                </a:fillRef>
                <a:effectRef idx="0">
                  <a:scrgbClr r="0" g="0" b="0"/>
                </a:effectRef>
                <a:fontRef idx="minor"/>
              </p:style>
              <p:txBody>
                <a:bodyPr wrap="none" lIns="0" rIns="0" tIns="0" bIns="0" anchor="ctr">
                  <a:noAutofit/>
                </a:bodyPr>
                <a:lstStyle/>
                <a:p>
                  <a:pPr algn="ctr">
                    <a:defRPr sz="972"/>
                  </a:pPr>
                  <a14:m>
                    <m:oMath xmlns:m="http://schemas.openxmlformats.org/officeDocument/2006/math">
                      <m:sSub>
                        <m:e>
                          <m:r>
                            <a:rPr lang="en-US" sz="972">
                              <a:latin typeface="Latin Modern Math"/>
                            </a:rPr>
                            <m:t>η</m:t>
                          </m:r>
                        </m:e>
                        <m:sub>
                          <m:r>
                            <a:rPr lang="en-US" sz="972">
                              <a:latin typeface="Latin Modern Math"/>
                            </a:rPr>
                            <m:t>i</m:t>
                          </m:r>
                        </m:sub>
                      </m:sSub>
                      <m:r>
                        <m:rPr>
                          <m:sty m:val="p"/>
                        </m:rPr>
                        <a:rPr lang="en-US" sz="972">
                          <a:latin typeface="Latin Modern Math"/>
                        </a:rPr>
                        <m:t>×</m:t>
                      </m:r>
                      <m:sSub>
                        <m:e>
                          <m:r>
                            <m:rPr>
                              <m:sty m:val="p"/>
                            </m:rPr>
                            <a:rPr lang="en-US" sz="972">
                              <a:latin typeface="Latin Modern Math"/>
                            </a:rPr>
                            <m:t>I</m:t>
                          </m:r>
                          <m:r>
                            <m:rPr>
                              <m:sty m:val="p"/>
                            </m:rPr>
                            <a:rPr lang="en-US" sz="972">
                              <a:latin typeface="Latin Modern Math"/>
                            </a:rPr>
                            <m:t>o</m:t>
                          </m:r>
                          <m:r>
                            <m:rPr>
                              <m:sty m:val="p"/>
                            </m:rPr>
                            <a:rPr lang="en-US" sz="972">
                              <a:latin typeface="Latin Modern Math"/>
                            </a:rPr>
                            <m:t>U</m:t>
                          </m:r>
                        </m:e>
                        <m:sub>
                          <m:r>
                            <a:rPr lang="en-US" sz="972">
                              <a:latin typeface="Latin Modern Math"/>
                            </a:rPr>
                            <m:t>i</m:t>
                          </m:r>
                        </m:sub>
                      </m:sSub>
                    </m:oMath>
                  </a14:m>
                  <a:endParaRPr sz="972"/>
                </a:p>
              </p:txBody>
            </p:sp>
          </mc:Choice>
          <mc:Fallback xmlns="">
            <p:pic>
              <p:nvPicPr>
                <p:cNvPr id="405" name="Equation 405 line 1" descr="\eta_i\times\mathrm{IoU}_i"/>
                <p:cNvPicPr/>
                <p:nvPr/>
              </p:nvPicPr>
              <p:blipFill>
                <a:blip r:embed="rIdFormula405_0"/>
                <a:stretch>
                  <a:fillRect/>
                </a:stretch>
              </p:blipFill>
              <p:spPr>
                <a:xfrm>
                  <a:off x="4810293" y="2579157"/>
                  <a:ext cx="437815" cy="108631"/>
                </a:xfrm>
                <a:prstGeom prst="rect">
                  <a:avLst/>
                </a:prstGeom>
              </p:spPr>
            </p:pic>
          </mc:Fallback>
        </mc:AlternateContent>
        <mc:AlternateContent xmlns:mc="http://schemas.openxmlformats.org/markup-compatibility/2006" xmlns:a14="http://schemas.microsoft.com/office/drawing/2010/main">
          <mc:Choice Requires="a14">
            <p:sp>
              <p:nvSpPr>
                <p:cNvPr id="406" name="fgl_weight_iou"/>
                <p:cNvSpPr/>
                <p:nvPr/>
              </p:nvSpPr>
              <p:spPr>
                <a:xfrm>
                  <a:off x="4663440" y="2729484"/>
                  <a:ext cx="731520" cy="137160"/>
                </a:xfrm>
                <a:prstGeom prst="rect">
                  <a:avLst/>
                </a:prstGeom>
                <a:noFill/>
                <a:ln w="0">
                  <a:noFill/>
                </a:ln>
              </p:spPr>
              <p:style>
                <a:lnRef idx="0">
                  <a:scrgbClr r="0" g="0" b="0"/>
                </a:lnRef>
                <a:fillRef idx="0">
                  <a:scrgbClr r="0" g="0" b="0"/>
                </a:fillRef>
                <a:effectRef idx="0">
                  <a:scrgbClr r="0" g="0" b="0"/>
                </a:effectRef>
                <a:fontRef idx="minor"/>
              </p:style>
              <p:txBody>
                <a:bodyPr wrap="none" lIns="0" rIns="0" tIns="0" bIns="0" anchor="ctr">
                  <a:noAutofit/>
                </a:bodyPr>
                <a:lstStyle/>
                <a:p>
                  <a:pPr algn="ctr">
                    <a:defRPr sz="972"/>
                  </a:pPr>
                  <a14:m>
                    <m:oMath xmlns:m="http://schemas.openxmlformats.org/officeDocument/2006/math">
                      <m:r>
                        <m:rPr>
                          <m:sty m:val="p"/>
                        </m:rPr>
                        <a:rPr lang="en-US" sz="972">
                          <a:latin typeface="Latin Modern Math"/>
                        </a:rPr>
                        <m:t>I</m:t>
                      </m:r>
                      <m:r>
                        <m:rPr>
                          <m:sty m:val="p"/>
                        </m:rPr>
                        <a:rPr lang="en-US" sz="972">
                          <a:latin typeface="Latin Modern Math"/>
                        </a:rPr>
                        <m:t>o</m:t>
                      </m:r>
                      <m:r>
                        <m:rPr>
                          <m:sty m:val="p"/>
                        </m:rPr>
                        <a:rPr lang="en-US" sz="972">
                          <a:latin typeface="Latin Modern Math"/>
                        </a:rPr>
                        <m:t>U</m:t>
                      </m:r>
                      <m:d>
                        <m:dPr>
                          <m:begChr m:val="("/>
                          <m:endChr m:val=")"/>
                          <m:sepChr m:val=""/>
                          <m:grow/>
                        </m:dPr>
                        <m:e>
                          <m:sSub>
                            <m:e>
                              <m:r>
                                <a:rPr lang="en-US" sz="972">
                                  <a:latin typeface="Latin Modern Math"/>
                                </a:rPr>
                                <m:t>b</m:t>
                              </m:r>
                            </m:e>
                            <m:sub>
                              <m:r>
                                <a:rPr lang="en-US" sz="972">
                                  <a:latin typeface="Latin Modern Math"/>
                                </a:rPr>
                                <m:t>i</m:t>
                              </m:r>
                            </m:sub>
                          </m:sSub>
                          <m:r>
                            <m:rPr>
                              <m:sty m:val="p"/>
                            </m:rPr>
                            <a:rPr lang="en-US" sz="972">
                              <a:latin typeface="Latin Modern Math"/>
                            </a:rPr>
                            <m:t>,</m:t>
                          </m:r>
                          <m:r>
                            <m:rPr>
                              <m:sty m:val="p"/>
                            </m:rPr>
                            <a:rPr lang="en-US" sz="972">
                              <a:latin typeface="Latin Modern Math"/>
                            </a:rPr>
                            <m:t>G</m:t>
                          </m:r>
                          <m:r>
                            <m:rPr>
                              <m:sty m:val="p"/>
                            </m:rPr>
                            <a:rPr lang="en-US" sz="972">
                              <a:latin typeface="Latin Modern Math"/>
                            </a:rPr>
                            <m:t>T</m:t>
                          </m:r>
                        </m:e>
                      </m:d>
                    </m:oMath>
                  </a14:m>
                  <a:endParaRPr sz="972"/>
                </a:p>
              </p:txBody>
            </p:sp>
          </mc:Choice>
          <mc:Fallback xmlns="">
            <p:pic>
              <p:nvPicPr>
                <p:cNvPr id="406" name="Equation 406 line 1" descr="\mathrm{IoU}(b_i,\mathrm{GT})"/>
                <p:cNvPicPr/>
                <p:nvPr/>
              </p:nvPicPr>
              <p:blipFill>
                <a:blip r:embed="rIdFormula406_0"/>
                <a:stretch>
                  <a:fillRect/>
                </a:stretch>
              </p:blipFill>
              <p:spPr>
                <a:xfrm>
                  <a:off x="4734580" y="2736342"/>
                  <a:ext cx="589239" cy="123444"/>
                </a:xfrm>
                <a:prstGeom prst="rect">
                  <a:avLst/>
                </a:prstGeom>
              </p:spPr>
            </p:pic>
          </mc:Fallback>
        </mc:AlternateContent>
        <p:sp>
          <p:nvSpPr>
            <p:cNvPr id="407" name="panel_lsd"/>
            <p:cNvSpPr/>
            <p:nvPr/>
          </p:nvSpPr>
          <p:spPr>
            <a:xfrm>
              <a:off x="486000" y="3215520"/>
              <a:ext cx="6440400" cy="1832400"/>
            </a:xfrm>
            <a:prstGeom prst="roundRect">
              <a:avLst>
                <a:gd name="adj" fmla="val 4500"/>
              </a:avLst>
            </a:prstGeom>
            <a:solidFill>
              <a:srgbClr val="FAF8FC"/>
            </a:solidFill>
            <a:ln w="6350">
              <a:prstDash val="dash"/>
              <a:solidFill>
                <a:srgbClr val="AAB4BD"/>
              </a:solidFill>
            </a:ln>
          </p:spPr>
          <p:style>
            <a:lnRef idx="2">
              <a:schemeClr val="accent1">
                <a:shade val="15000"/>
              </a:schemeClr>
            </a:lnRef>
            <a:fillRef idx="1">
              <a:schemeClr val="accent1"/>
            </a:fillRef>
            <a:effectRef idx="0">
              <a:schemeClr val="accent1"/>
            </a:effectRef>
            <a:fontRef idx="minor"/>
          </p:style>
          <p:txBody>
            <a:bodyPr lIns="100080" tIns="50040" rIns="100080" bIns="50040" anchor="ctr">
              <a:noAutofit/>
            </a:bodyPr>
            <a:lstStyle/>
            <a:p>
              <a:endParaRPr lang="en-US" sz="2000" b="0" u="none" strike="noStrike">
                <a:effectLst/>
                <a:uFillTx/>
                <a:latin typeface="Times New Roman" panose="02020603050405020304" pitchFamily="18" charset="0"/>
                <a:cs typeface="Times New Roman" panose="02020603050405020304" pitchFamily="18" charset="0"/>
              </a:endParaRPr>
            </a:p>
          </p:txBody>
        </p:sp>
        <p:sp>
          <p:nvSpPr>
            <p:cNvPr id="408" name="lsd_heading"/>
            <p:cNvSpPr/>
            <p:nvPr/>
          </p:nvSpPr>
          <p:spPr>
            <a:xfrm>
              <a:off x="576000" y="3280320"/>
              <a:ext cx="2156400" cy="1692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defTabSz="1018080">
                <a:lnSpc>
                  <a:spcPct val="100000"/>
                </a:lnSpc>
              </a:pPr>
              <a:r>
                <a:rPr lang="en-US" sz="900" b="1" u="none" strike="noStrike">
                  <a:effectLst/>
                  <a:uFillTx/>
                  <a:latin typeface="Times New Roman" panose="02020603050405020304" pitchFamily="18" charset="0"/>
                  <a:cs typeface="Times New Roman" panose="02020603050405020304" pitchFamily="18" charset="0"/>
                </a:rPr>
                <a:t>(b)  FR-LSD</a:t>
              </a:r>
              <a:endParaRPr lang="en-US" sz="900" b="0" u="none" strike="noStrike">
                <a:effectLst/>
                <a:uFillTx/>
                <a:latin typeface="Times New Roman" panose="02020603050405020304" pitchFamily="18" charset="0"/>
                <a:cs typeface="Times New Roman" panose="02020603050405020304" pitchFamily="18" charset="0"/>
              </a:endParaRPr>
            </a:p>
          </p:txBody>
        </p:sp>
        <p:sp>
          <p:nvSpPr>
            <p:cNvPr id="409" name="lsd_scope"/>
            <p:cNvSpPr/>
            <p:nvPr/>
          </p:nvSpPr>
          <p:spPr>
            <a:xfrm>
              <a:off x="4374000" y="3303000"/>
              <a:ext cx="2408400" cy="13824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r" defTabSz="1018080">
                <a:lnSpc>
                  <a:spcPct val="100000"/>
                </a:lnSpc>
              </a:pPr>
              <a:r>
                <a:rPr lang="en-US" sz="900" b="0" u="none" strike="noStrike" dirty="0">
                  <a:effectLst/>
                  <a:uFillTx/>
                  <a:latin typeface="Times New Roman" panose="02020603050405020304" pitchFamily="18" charset="0"/>
                  <a:cs typeface="Times New Roman" panose="02020603050405020304" pitchFamily="18" charset="0"/>
                </a:rPr>
                <a:t>Layer 6 teaches layers 1–5</a:t>
              </a:r>
            </a:p>
          </p:txBody>
        </p:sp>
        <p:sp>
          <p:nvSpPr>
            <p:cNvPr id="410" name="student"/>
            <p:cNvSpPr/>
            <p:nvPr/>
          </p:nvSpPr>
          <p:spPr>
            <a:xfrm>
              <a:off x="695520" y="3658680"/>
              <a:ext cx="725040" cy="348480"/>
            </a:xfrm>
            <a:prstGeom prst="roundRect">
              <a:avLst>
                <a:gd name="adj" fmla="val 15000"/>
              </a:avLst>
            </a:prstGeom>
            <a:solidFill>
              <a:srgbClr val="F2F5F7"/>
            </a:solidFill>
            <a:ln w="7620">
              <a:solidFill>
                <a:srgbClr val="94A3AD"/>
              </a:solidFill>
            </a:ln>
          </p:spPr>
          <p:style>
            <a:lnRef idx="2">
              <a:schemeClr val="accent1">
                <a:shade val="15000"/>
              </a:schemeClr>
            </a:lnRef>
            <a:fillRef idx="1">
              <a:schemeClr val="accent1"/>
            </a:fillRef>
            <a:effectRef idx="0">
              <a:schemeClr val="accent1"/>
            </a:effectRef>
            <a:fontRef idx="minor"/>
          </p:style>
          <p:txBody>
            <a:bodyPr lIns="100080" tIns="50040" rIns="100080" bIns="50040" anchor="ctr">
              <a:noAutofit/>
            </a:bodyPr>
            <a:lstStyle/>
            <a:p>
              <a:endParaRPr lang="en-US" sz="2000" b="0" u="none" strike="noStrike">
                <a:effectLst/>
                <a:uFillTx/>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411" name="student_text"/>
                <p:cNvSpPr/>
                <p:nvPr/>
              </p:nvSpPr>
              <p:spPr>
                <a:xfrm>
                  <a:off x="666000" y="3679920"/>
                  <a:ext cx="752400" cy="306000"/>
                </a:xfrm>
                <a:prstGeom prst="rect">
                  <a:avLst/>
                </a:prstGeom>
                <a:noFill/>
                <a:ln w="0">
                  <a:noFill/>
                </a:ln>
              </p:spPr>
              <p:style>
                <a:lnRef idx="0">
                  <a:scrgbClr r="0" g="0" b="0"/>
                </a:lnRef>
                <a:fillRef idx="0">
                  <a:scrgbClr r="0" g="0" b="0"/>
                </a:fillRef>
                <a:effectRef idx="0">
                  <a:scrgbClr r="0" g="0" b="0"/>
                </a:effectRef>
                <a:fontRef idx="minor"/>
              </p:style>
              <p:txBody>
                <a:bodyPr wrap="none" lIns="0" rIns="0" tIns="0" bIns="0" anchor="ctr">
                  <a:noAutofit/>
                </a:bodyPr>
                <a:lstStyle/>
                <a:p>
                  <a:pPr algn="ctr">
                    <a:defRPr sz="972"/>
                  </a:pPr>
                  <a14:m>
                    <m:oMath xmlns:m="http://schemas.openxmlformats.org/officeDocument/2006/math">
                      <m:r>
                        <m:rPr>
                          <m:sty m:val="p"/>
                        </m:rPr>
                        <a:rPr lang="en-US" sz="972">
                          <a:latin typeface="Latin Modern Math"/>
                        </a:rPr>
                        <m:t>S</m:t>
                      </m:r>
                      <m:r>
                        <m:rPr>
                          <m:sty m:val="p"/>
                        </m:rPr>
                        <a:rPr lang="en-US" sz="972">
                          <a:latin typeface="Latin Modern Math"/>
                        </a:rPr>
                        <m:t>t</m:t>
                      </m:r>
                      <m:r>
                        <m:rPr>
                          <m:sty m:val="p"/>
                        </m:rPr>
                        <a:rPr lang="en-US" sz="972">
                          <a:latin typeface="Latin Modern Math"/>
                        </a:rPr>
                        <m:t>u</m:t>
                      </m:r>
                      <m:r>
                        <m:rPr>
                          <m:sty m:val="p"/>
                        </m:rPr>
                        <a:rPr lang="en-US" sz="972">
                          <a:latin typeface="Latin Modern Math"/>
                        </a:rPr>
                        <m:t>d</m:t>
                      </m:r>
                      <m:r>
                        <m:rPr>
                          <m:sty m:val="p"/>
                        </m:rPr>
                        <a:rPr lang="en-US" sz="972">
                          <a:latin typeface="Latin Modern Math"/>
                        </a:rPr>
                        <m:t>e</m:t>
                      </m:r>
                      <m:r>
                        <m:rPr>
                          <m:sty m:val="p"/>
                        </m:rPr>
                        <a:rPr lang="en-US" sz="972">
                          <a:latin typeface="Latin Modern Math"/>
                        </a:rPr>
                        <m:t>n</m:t>
                      </m:r>
                      <m:r>
                        <m:rPr>
                          <m:sty m:val="p"/>
                        </m:rPr>
                        <a:rPr lang="en-US" sz="972">
                          <a:latin typeface="Latin Modern Math"/>
                        </a:rPr>
                        <m:t>t</m:t>
                      </m:r>
                      <m:r>
                        <a:rPr lang="en-US" sz="972">
                          <a:latin typeface="Latin Modern Math"/>
                        </a:rPr>
                        <m:t> </m:t>
                      </m:r>
                      <m:sSub>
                        <m:e>
                          <m:r>
                            <a:rPr lang="en-US" sz="972">
                              <a:latin typeface="Latin Modern Math"/>
                            </a:rPr>
                            <m:t>z</m:t>
                          </m:r>
                        </m:e>
                        <m:sub>
                          <m:r>
                            <a:rPr lang="en-US" sz="972">
                              <a:latin typeface="Latin Modern Math"/>
                            </a:rPr>
                            <m:t>i</m:t>
                          </m:r>
                        </m:sub>
                      </m:sSub>
                    </m:oMath>
                  </a14:m>
                  <a:endParaRPr sz="972"/>
                </a:p>
                <a:p>
                  <a:pPr algn="ctr">
                    <a:defRPr sz="972"/>
                  </a:pPr>
                  <a14:m>
                    <m:oMath xmlns:m="http://schemas.openxmlformats.org/officeDocument/2006/math">
                      <m:r>
                        <a:rPr lang="en-US" sz="972">
                          <a:latin typeface="Latin Modern Math"/>
                        </a:rPr>
                        <m:t>i</m:t>
                      </m:r>
                      <m:r>
                        <m:rPr>
                          <m:sty m:val="p"/>
                        </m:rPr>
                        <a:rPr lang="en-US" sz="972">
                          <a:latin typeface="Latin Modern Math"/>
                        </a:rPr>
                        <m:t>=</m:t>
                      </m:r>
                      <m:r>
                        <a:rPr lang="en-US" sz="972">
                          <a:latin typeface="Latin Modern Math"/>
                        </a:rPr>
                        <m:t>1</m:t>
                      </m:r>
                      <m:r>
                        <m:rPr>
                          <m:sty m:val="p"/>
                        </m:rPr>
                        <a:rPr lang="en-US" sz="972">
                          <a:latin typeface="Latin Modern Math"/>
                        </a:rPr>
                        <m:t>,</m:t>
                      </m:r>
                      <m:r>
                        <m:rPr>
                          <m:sty m:val="p"/>
                        </m:rPr>
                        <a:rPr lang="en-US" sz="972">
                          <a:latin typeface="Latin Modern Math"/>
                        </a:rPr>
                        <m:t>…</m:t>
                      </m:r>
                      <m:r>
                        <m:rPr>
                          <m:sty m:val="p"/>
                        </m:rPr>
                        <a:rPr lang="en-US" sz="972">
                          <a:latin typeface="Latin Modern Math"/>
                        </a:rPr>
                        <m:t>,</m:t>
                      </m:r>
                      <m:r>
                        <a:rPr lang="en-US" sz="972">
                          <a:latin typeface="Latin Modern Math"/>
                        </a:rPr>
                        <m:t>5</m:t>
                      </m:r>
                    </m:oMath>
                  </a14:m>
                  <a:endParaRPr sz="972"/>
                </a:p>
              </p:txBody>
            </p:sp>
          </mc:Choice>
          <mc:Fallback xmlns="">
            <p:pic>
              <p:nvPicPr>
                <p:cNvPr id="411" name="Equation 411 line 1" descr="\mathrm{Student}\ z_i"/>
                <p:cNvPicPr/>
                <p:nvPr/>
              </p:nvPicPr>
              <p:blipFill>
                <a:blip r:embed="rIdFormula411_0"/>
                <a:stretch>
                  <a:fillRect/>
                </a:stretch>
              </p:blipFill>
              <p:spPr>
                <a:xfrm>
                  <a:off x="795312" y="3692194"/>
                  <a:ext cx="493776" cy="123444"/>
                </a:xfrm>
                <a:prstGeom prst="rect">
                  <a:avLst/>
                </a:prstGeom>
              </p:spPr>
            </p:pic>
            <p:pic>
              <p:nvPicPr>
                <p:cNvPr id="10411" name="Equation 411 line 2" descr="i=1,\ldots,5"/>
                <p:cNvPicPr/>
                <p:nvPr/>
              </p:nvPicPr>
              <p:blipFill>
                <a:blip r:embed="rIdFormula411_1"/>
                <a:stretch>
                  <a:fillRect/>
                </a:stretch>
              </p:blipFill>
              <p:spPr>
                <a:xfrm>
                  <a:off x="788728" y="3850202"/>
                  <a:ext cx="506943" cy="123444"/>
                </a:xfrm>
                <a:prstGeom prst="rect">
                  <a:avLst/>
                </a:prstGeom>
              </p:spPr>
            </p:pic>
          </mc:Fallback>
        </mc:AlternateContent>
        <p:sp>
          <p:nvSpPr>
            <p:cNvPr id="412" name="teacher"/>
            <p:cNvSpPr/>
            <p:nvPr/>
          </p:nvSpPr>
          <p:spPr>
            <a:xfrm>
              <a:off x="694800" y="4468680"/>
              <a:ext cx="725040" cy="348480"/>
            </a:xfrm>
            <a:prstGeom prst="roundRect">
              <a:avLst>
                <a:gd name="adj" fmla="val 15000"/>
              </a:avLst>
            </a:prstGeom>
            <a:solidFill>
              <a:srgbClr val="F2F5F7"/>
            </a:solidFill>
            <a:ln w="7620">
              <a:solidFill>
                <a:srgbClr val="94A3AD"/>
              </a:solidFill>
            </a:ln>
          </p:spPr>
          <p:style>
            <a:lnRef idx="2">
              <a:schemeClr val="accent1">
                <a:shade val="15000"/>
              </a:schemeClr>
            </a:lnRef>
            <a:fillRef idx="1">
              <a:schemeClr val="accent1"/>
            </a:fillRef>
            <a:effectRef idx="0">
              <a:schemeClr val="accent1"/>
            </a:effectRef>
            <a:fontRef idx="minor"/>
          </p:style>
          <p:txBody>
            <a:bodyPr lIns="100080" tIns="50040" rIns="100080" bIns="50040" anchor="ctr">
              <a:noAutofit/>
            </a:bodyPr>
            <a:lstStyle/>
            <a:p>
              <a:endParaRPr lang="en-US" sz="2000" b="0" u="none" strike="noStrike">
                <a:effectLst/>
                <a:uFillTx/>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413" name="teacher_text"/>
                <p:cNvSpPr/>
                <p:nvPr/>
              </p:nvSpPr>
              <p:spPr>
                <a:xfrm>
                  <a:off x="666000" y="4489920"/>
                  <a:ext cx="752400" cy="306000"/>
                </a:xfrm>
                <a:prstGeom prst="rect">
                  <a:avLst/>
                </a:prstGeom>
                <a:noFill/>
                <a:ln w="0">
                  <a:noFill/>
                </a:ln>
              </p:spPr>
              <p:style>
                <a:lnRef idx="0">
                  <a:scrgbClr r="0" g="0" b="0"/>
                </a:lnRef>
                <a:fillRef idx="0">
                  <a:scrgbClr r="0" g="0" b="0"/>
                </a:fillRef>
                <a:effectRef idx="0">
                  <a:scrgbClr r="0" g="0" b="0"/>
                </a:effectRef>
                <a:fontRef idx="minor"/>
              </p:style>
              <p:txBody>
                <a:bodyPr wrap="none" lIns="0" rIns="0" tIns="0" bIns="0" anchor="ctr">
                  <a:noAutofit/>
                </a:bodyPr>
                <a:lstStyle/>
                <a:p>
                  <a:pPr algn="ctr">
                    <a:defRPr sz="972"/>
                  </a:pPr>
                  <a14:m>
                    <m:oMath xmlns:m="http://schemas.openxmlformats.org/officeDocument/2006/math">
                      <m:r>
                        <m:rPr>
                          <m:sty m:val="p"/>
                        </m:rPr>
                        <a:rPr lang="en-US" sz="972">
                          <a:latin typeface="Latin Modern Math"/>
                        </a:rPr>
                        <m:t>T</m:t>
                      </m:r>
                      <m:r>
                        <m:rPr>
                          <m:sty m:val="p"/>
                        </m:rPr>
                        <a:rPr lang="en-US" sz="972">
                          <a:latin typeface="Latin Modern Math"/>
                        </a:rPr>
                        <m:t>e</m:t>
                      </m:r>
                      <m:r>
                        <m:rPr>
                          <m:sty m:val="p"/>
                        </m:rPr>
                        <a:rPr lang="en-US" sz="972">
                          <a:latin typeface="Latin Modern Math"/>
                        </a:rPr>
                        <m:t>a</m:t>
                      </m:r>
                      <m:r>
                        <m:rPr>
                          <m:sty m:val="p"/>
                        </m:rPr>
                        <a:rPr lang="en-US" sz="972">
                          <a:latin typeface="Latin Modern Math"/>
                        </a:rPr>
                        <m:t>c</m:t>
                      </m:r>
                      <m:r>
                        <m:rPr>
                          <m:sty m:val="p"/>
                        </m:rPr>
                        <a:rPr lang="en-US" sz="972">
                          <a:latin typeface="Latin Modern Math"/>
                        </a:rPr>
                        <m:t>h</m:t>
                      </m:r>
                      <m:r>
                        <m:rPr>
                          <m:sty m:val="p"/>
                        </m:rPr>
                        <a:rPr lang="en-US" sz="972">
                          <a:latin typeface="Latin Modern Math"/>
                        </a:rPr>
                        <m:t>e</m:t>
                      </m:r>
                      <m:r>
                        <m:rPr>
                          <m:sty m:val="p"/>
                        </m:rPr>
                        <a:rPr lang="en-US" sz="972">
                          <a:latin typeface="Latin Modern Math"/>
                        </a:rPr>
                        <m:t>r</m:t>
                      </m:r>
                      <m:r>
                        <a:rPr lang="en-US" sz="972">
                          <a:latin typeface="Latin Modern Math"/>
                        </a:rPr>
                        <m:t> </m:t>
                      </m:r>
                      <m:sSub>
                        <m:e>
                          <m:r>
                            <a:rPr lang="en-US" sz="972">
                              <a:latin typeface="Latin Modern Math"/>
                            </a:rPr>
                            <m:t>z</m:t>
                          </m:r>
                        </m:e>
                        <m:sub>
                          <m:r>
                            <a:rPr lang="en-US" sz="972">
                              <a:latin typeface="Latin Modern Math"/>
                            </a:rPr>
                            <m:t>6</m:t>
                          </m:r>
                        </m:sub>
                      </m:sSub>
                    </m:oMath>
                  </a14:m>
                  <a:endParaRPr sz="972"/>
                </a:p>
                <a:p>
                  <a:pPr algn="ctr">
                    <a:defRPr sz="972"/>
                  </a:pPr>
                  <a14:m>
                    <m:oMath xmlns:m="http://schemas.openxmlformats.org/officeDocument/2006/math">
                      <m:r>
                        <m:rPr>
                          <m:sty m:val="p"/>
                        </m:rPr>
                        <a:rPr lang="en-US" sz="972">
                          <a:latin typeface="Latin Modern Math"/>
                        </a:rPr>
                        <m:t>F</m:t>
                      </m:r>
                      <m:r>
                        <m:rPr>
                          <m:sty m:val="p"/>
                        </m:rPr>
                        <a:rPr lang="en-US" sz="972">
                          <a:latin typeface="Latin Modern Math"/>
                        </a:rPr>
                        <m:t>i</m:t>
                      </m:r>
                      <m:r>
                        <m:rPr>
                          <m:sty m:val="p"/>
                        </m:rPr>
                        <a:rPr lang="en-US" sz="972">
                          <a:latin typeface="Latin Modern Math"/>
                        </a:rPr>
                        <m:t>n</m:t>
                      </m:r>
                      <m:r>
                        <m:rPr>
                          <m:sty m:val="p"/>
                        </m:rPr>
                        <a:rPr lang="en-US" sz="972">
                          <a:latin typeface="Latin Modern Math"/>
                        </a:rPr>
                        <m:t>a</m:t>
                      </m:r>
                      <m:r>
                        <m:rPr>
                          <m:sty m:val="p"/>
                        </m:rPr>
                        <a:rPr lang="en-US" sz="972">
                          <a:latin typeface="Latin Modern Math"/>
                        </a:rPr>
                        <m:t>l</m:t>
                      </m:r>
                      <m:r>
                        <m:rPr>
                          <m:sty m:val="p"/>
                        </m:rPr>
                        <a:rPr lang="en-US" sz="972">
                          <a:latin typeface="Latin Modern Math"/>
                        </a:rPr>
                        <m:t> </m:t>
                      </m:r>
                      <m:r>
                        <m:rPr>
                          <m:sty m:val="p"/>
                        </m:rPr>
                        <a:rPr lang="en-US" sz="972">
                          <a:latin typeface="Latin Modern Math"/>
                        </a:rPr>
                        <m:t>l</m:t>
                      </m:r>
                      <m:r>
                        <m:rPr>
                          <m:sty m:val="p"/>
                        </m:rPr>
                        <a:rPr lang="en-US" sz="972">
                          <a:latin typeface="Latin Modern Math"/>
                        </a:rPr>
                        <m:t>a</m:t>
                      </m:r>
                      <m:r>
                        <m:rPr>
                          <m:sty m:val="p"/>
                        </m:rPr>
                        <a:rPr lang="en-US" sz="972">
                          <a:latin typeface="Latin Modern Math"/>
                        </a:rPr>
                        <m:t>y</m:t>
                      </m:r>
                      <m:r>
                        <m:rPr>
                          <m:sty m:val="p"/>
                        </m:rPr>
                        <a:rPr lang="en-US" sz="972">
                          <a:latin typeface="Latin Modern Math"/>
                        </a:rPr>
                        <m:t>e</m:t>
                      </m:r>
                      <m:r>
                        <m:rPr>
                          <m:sty m:val="p"/>
                        </m:rPr>
                        <a:rPr lang="en-US" sz="972">
                          <a:latin typeface="Latin Modern Math"/>
                        </a:rPr>
                        <m:t>r</m:t>
                      </m:r>
                    </m:oMath>
                  </a14:m>
                  <a:endParaRPr sz="972"/>
                </a:p>
              </p:txBody>
            </p:sp>
          </mc:Choice>
          <mc:Fallback xmlns="">
            <p:pic>
              <p:nvPicPr>
                <p:cNvPr id="413" name="Equation 413 line 1" descr="\mathrm{Teacher}\ z_6"/>
                <p:cNvPicPr/>
                <p:nvPr/>
              </p:nvPicPr>
              <p:blipFill>
                <a:blip r:embed="rIdFormula413_0"/>
                <a:stretch>
                  <a:fillRect/>
                </a:stretch>
              </p:blipFill>
              <p:spPr>
                <a:xfrm>
                  <a:off x="774738" y="4502194"/>
                  <a:ext cx="534924" cy="123444"/>
                </a:xfrm>
                <a:prstGeom prst="rect">
                  <a:avLst/>
                </a:prstGeom>
              </p:spPr>
            </p:pic>
            <p:pic>
              <p:nvPicPr>
                <p:cNvPr id="10413" name="Equation 413 line 2" descr="\mathrm{Final\ layer}"/>
                <p:cNvPicPr/>
                <p:nvPr/>
              </p:nvPicPr>
              <p:blipFill>
                <a:blip r:embed="rIdFormula413_1"/>
                <a:stretch>
                  <a:fillRect/>
                </a:stretch>
              </p:blipFill>
              <p:spPr>
                <a:xfrm>
                  <a:off x="774738" y="4660202"/>
                  <a:ext cx="534924" cy="123444"/>
                </a:xfrm>
                <a:prstGeom prst="rect">
                  <a:avLst/>
                </a:prstGeom>
              </p:spPr>
            </p:pic>
          </mc:Fallback>
        </mc:AlternateContent>
        <p:sp>
          <p:nvSpPr>
            <p:cNvPr id="414" name="student_prob"/>
            <p:cNvSpPr/>
            <p:nvPr/>
          </p:nvSpPr>
          <p:spPr>
            <a:xfrm>
              <a:off x="1648800" y="3531239"/>
              <a:ext cx="1163160" cy="675633"/>
            </a:xfrm>
            <a:prstGeom prst="roundRect">
              <a:avLst>
                <a:gd name="adj" fmla="val 15000"/>
              </a:avLst>
            </a:prstGeom>
            <a:solidFill>
              <a:srgbClr val="FFFFFF"/>
            </a:solidFill>
            <a:ln w="7620">
              <a:solidFill>
                <a:srgbClr val="9180B0"/>
              </a:solidFill>
              <a:prstDash val="dash"/>
            </a:ln>
          </p:spPr>
          <p:style>
            <a:lnRef idx="2">
              <a:schemeClr val="accent1">
                <a:shade val="15000"/>
              </a:schemeClr>
            </a:lnRef>
            <a:fillRef idx="1">
              <a:schemeClr val="accent1"/>
            </a:fillRef>
            <a:effectRef idx="0">
              <a:schemeClr val="accent1"/>
            </a:effectRef>
            <a:fontRef idx="minor"/>
          </p:style>
          <p:txBody>
            <a:bodyPr lIns="100080" tIns="50040" rIns="100080" bIns="50040" anchor="ctr">
              <a:noAutofit/>
            </a:bodyPr>
            <a:lstStyle/>
            <a:p>
              <a:endParaRPr lang="en-US" sz="2000" b="0" u="none" strike="noStrike">
                <a:effectLst/>
                <a:uFillTx/>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415" name="student_label"/>
                <p:cNvSpPr/>
                <p:nvPr/>
              </p:nvSpPr>
              <p:spPr>
                <a:xfrm>
                  <a:off x="1682496" y="3561588"/>
                  <a:ext cx="1097280" cy="173736"/>
                </a:xfrm>
                <a:prstGeom prst="rect">
                  <a:avLst/>
                </a:prstGeom>
                <a:noFill/>
                <a:ln w="0">
                  <a:noFill/>
                </a:ln>
              </p:spPr>
              <p:style>
                <a:lnRef idx="0">
                  <a:scrgbClr r="0" g="0" b="0"/>
                </a:lnRef>
                <a:fillRef idx="0">
                  <a:scrgbClr r="0" g="0" b="0"/>
                </a:fillRef>
                <a:effectRef idx="0">
                  <a:scrgbClr r="0" g="0" b="0"/>
                </a:effectRef>
                <a:fontRef idx="minor"/>
              </p:style>
              <p:txBody>
                <a:bodyPr wrap="none" lIns="0" rIns="0" tIns="0" bIns="0" anchor="ctr">
                  <a:noAutofit/>
                </a:bodyPr>
                <a:lstStyle/>
                <a:p>
                  <a:pPr algn="ctr">
                    <a:defRPr sz="950"/>
                  </a:pPr>
                  <a14:m>
                    <m:oMath xmlns:m="http://schemas.openxmlformats.org/officeDocument/2006/math">
                      <m:sSubSup>
                        <m:e>
                          <m:r>
                            <a:rPr lang="en-US" sz="950">
                              <a:latin typeface="Latin Modern Math"/>
                            </a:rPr>
                            <m:t>p</m:t>
                          </m:r>
                        </m:e>
                        <m:sub>
                          <m:r>
                            <a:rPr lang="en-US" sz="950">
                              <a:latin typeface="Latin Modern Math"/>
                            </a:rPr>
                            <m:t>i</m:t>
                          </m:r>
                          <m:r>
                            <m:rPr>
                              <m:sty m:val="p"/>
                            </m:rPr>
                            <a:rPr lang="en-US" sz="950">
                              <a:latin typeface="Latin Modern Math"/>
                            </a:rPr>
                            <m:t>,</m:t>
                          </m:r>
                          <m:r>
                            <a:rPr lang="en-US" sz="950">
                              <a:latin typeface="Latin Modern Math"/>
                            </a:rPr>
                            <m:t>n</m:t>
                          </m:r>
                        </m:sub>
                        <m:sup>
                          <m:d>
                            <m:dPr>
                              <m:begChr m:val="("/>
                              <m:endChr m:val=")"/>
                              <m:sepChr m:val=""/>
                              <m:grow/>
                            </m:dPr>
                            <m:e>
                              <m:r>
                                <a:rPr lang="en-US" sz="950">
                                  <a:latin typeface="Latin Modern Math"/>
                                </a:rPr>
                                <m:t>T</m:t>
                              </m:r>
                            </m:e>
                          </m:d>
                        </m:sup>
                      </m:sSubSup>
                      <m:r>
                        <m:rPr>
                          <m:sty m:val="p"/>
                        </m:rPr>
                        <a:rPr lang="en-US" sz="950">
                          <a:latin typeface="Latin Modern Math"/>
                        </a:rPr>
                        <m:t>=</m:t>
                      </m:r>
                      <m:sSub>
                        <m:e>
                          <m:d>
                            <m:dPr>
                              <m:begChr m:val="["/>
                              <m:endChr m:val="]"/>
                              <m:sepChr m:val=""/>
                              <m:grow/>
                            </m:dPr>
                            <m:e>
                              <m:r>
                                <m:rPr>
                                  <m:sty m:val="p"/>
                                </m:rPr>
                                <a:rPr lang="en-US" sz="950">
                                  <a:latin typeface="Latin Modern Math"/>
                                </a:rPr>
                                <m:t>s</m:t>
                              </m:r>
                              <m:r>
                                <m:rPr>
                                  <m:sty m:val="p"/>
                                </m:rPr>
                                <a:rPr lang="en-US" sz="950">
                                  <a:latin typeface="Latin Modern Math"/>
                                </a:rPr>
                                <m:t>o</m:t>
                              </m:r>
                              <m:r>
                                <m:rPr>
                                  <m:sty m:val="p"/>
                                </m:rPr>
                                <a:rPr lang="en-US" sz="950">
                                  <a:latin typeface="Latin Modern Math"/>
                                </a:rPr>
                                <m:t>f</m:t>
                              </m:r>
                              <m:r>
                                <m:rPr>
                                  <m:sty m:val="p"/>
                                </m:rPr>
                                <a:rPr lang="en-US" sz="950">
                                  <a:latin typeface="Latin Modern Math"/>
                                </a:rPr>
                                <m:t>t</m:t>
                              </m:r>
                              <m:r>
                                <m:rPr>
                                  <m:sty m:val="p"/>
                                </m:rPr>
                                <a:rPr lang="en-US" sz="950">
                                  <a:latin typeface="Latin Modern Math"/>
                                </a:rPr>
                                <m:t>m</m:t>
                              </m:r>
                              <m:r>
                                <m:rPr>
                                  <m:sty m:val="p"/>
                                </m:rPr>
                                <a:rPr lang="en-US" sz="950">
                                  <a:latin typeface="Latin Modern Math"/>
                                </a:rPr>
                                <m:t>a</m:t>
                              </m:r>
                              <m:r>
                                <m:rPr>
                                  <m:sty m:val="p"/>
                                </m:rPr>
                                <a:rPr lang="en-US" sz="950">
                                  <a:latin typeface="Latin Modern Math"/>
                                </a:rPr>
                                <m:t>x</m:t>
                              </m:r>
                              <m:d>
                                <m:dPr>
                                  <m:begChr m:val="("/>
                                  <m:endChr m:val=")"/>
                                  <m:sepChr m:val=""/>
                                  <m:grow/>
                                </m:dPr>
                                <m:e>
                                  <m:sSub>
                                    <m:e>
                                      <m:r>
                                        <a:rPr lang="en-US" sz="950">
                                          <a:latin typeface="Latin Modern Math"/>
                                        </a:rPr>
                                        <m:t>z</m:t>
                                      </m:r>
                                    </m:e>
                                    <m:sub>
                                      <m:r>
                                        <a:rPr lang="en-US" sz="950">
                                          <a:latin typeface="Latin Modern Math"/>
                                        </a:rPr>
                                        <m:t>i</m:t>
                                      </m:r>
                                    </m:sub>
                                  </m:sSub>
                                  <m:r>
                                    <m:rPr>
                                      <m:sty m:val="p"/>
                                    </m:rPr>
                                    <a:rPr lang="en-US" sz="950">
                                      <a:latin typeface="Latin Modern Math"/>
                                    </a:rPr>
                                    <m:t>/</m:t>
                                  </m:r>
                                  <m:r>
                                    <a:rPr lang="en-US" sz="950">
                                      <a:latin typeface="Latin Modern Math"/>
                                    </a:rPr>
                                    <m:t>T</m:t>
                                  </m:r>
                                </m:e>
                              </m:d>
                            </m:e>
                          </m:d>
                        </m:e>
                        <m:sub>
                          <m:r>
                            <a:rPr lang="en-US" sz="950">
                              <a:latin typeface="Latin Modern Math"/>
                            </a:rPr>
                            <m:t>n</m:t>
                          </m:r>
                        </m:sub>
                      </m:sSub>
                    </m:oMath>
                  </a14:m>
                  <a:endParaRPr sz="950"/>
                </a:p>
              </p:txBody>
            </p:sp>
          </mc:Choice>
          <mc:Fallback xmlns="">
            <p:pic>
              <p:nvPicPr>
                <p:cNvPr id="415" name="Equation 415 line 1" descr="p_{i,n}^{(T)}=[\mathrm{softmax}(z_i/T)]_n"/>
                <p:cNvPicPr/>
                <p:nvPr/>
              </p:nvPicPr>
              <p:blipFill>
                <a:blip r:embed="rIdFormula415_0"/>
                <a:stretch>
                  <a:fillRect/>
                </a:stretch>
              </p:blipFill>
              <p:spPr>
                <a:xfrm>
                  <a:off x="1695450" y="3561588"/>
                  <a:ext cx="1071372" cy="173736"/>
                </a:xfrm>
                <a:prstGeom prst="rect">
                  <a:avLst/>
                </a:prstGeom>
              </p:spPr>
            </p:pic>
          </mc:Fallback>
        </mc:AlternateContent>
        <p:sp>
          <p:nvSpPr>
            <p:cNvPr id="416" name="teacher_prob"/>
            <p:cNvSpPr/>
            <p:nvPr/>
          </p:nvSpPr>
          <p:spPr>
            <a:xfrm>
              <a:off x="1648800" y="4341239"/>
              <a:ext cx="1163160" cy="651977"/>
            </a:xfrm>
            <a:prstGeom prst="roundRect">
              <a:avLst>
                <a:gd name="adj" fmla="val 15000"/>
              </a:avLst>
            </a:prstGeom>
            <a:solidFill>
              <a:srgbClr val="FFFFFF"/>
            </a:solidFill>
            <a:ln w="7620">
              <a:solidFill>
                <a:srgbClr val="CA8279"/>
              </a:solidFill>
              <a:prstDash val="dash"/>
            </a:ln>
          </p:spPr>
          <p:style>
            <a:lnRef idx="2">
              <a:schemeClr val="accent1">
                <a:shade val="15000"/>
              </a:schemeClr>
            </a:lnRef>
            <a:fillRef idx="1">
              <a:schemeClr val="accent1"/>
            </a:fillRef>
            <a:effectRef idx="0">
              <a:schemeClr val="accent1"/>
            </a:effectRef>
            <a:fontRef idx="minor"/>
          </p:style>
          <p:txBody>
            <a:bodyPr lIns="100080" tIns="50040" rIns="100080" bIns="50040" anchor="ctr">
              <a:noAutofit/>
            </a:bodyPr>
            <a:lstStyle/>
            <a:p>
              <a:endParaRPr lang="en-US" sz="2000" b="0" u="none" strike="noStrike">
                <a:effectLst/>
                <a:uFillTx/>
                <a:latin typeface="Times New Roman" panose="02020603050405020304" pitchFamily="18" charset="0"/>
                <a:cs typeface="Times New Roman" panose="02020603050405020304" pitchFamily="18" charset="0"/>
              </a:endParaRPr>
            </a:p>
          </p:txBody>
        </p:sp>
        <p:sp>
          <p:nvSpPr>
            <p:cNvPr id="418" name="softmax_temperature"/>
            <p:cNvSpPr/>
            <p:nvPr/>
          </p:nvSpPr>
          <p:spPr>
            <a:xfrm>
              <a:off x="1774800" y="4172400"/>
              <a:ext cx="910800" cy="13824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endParaRPr lang="en-US" sz="2000" b="0" u="none" strike="noStrike">
                <a:effectLst/>
                <a:uFillTx/>
                <a:latin typeface="Times New Roman" panose="02020603050405020304" pitchFamily="18" charset="0"/>
                <a:cs typeface="Times New Roman" panose="02020603050405020304" pitchFamily="18" charset="0"/>
              </a:endParaRPr>
            </a:p>
          </p:txBody>
        </p:sp>
        <p:sp>
          <p:nvSpPr>
            <p:cNvPr id="419" name="hellinger"/>
            <p:cNvSpPr/>
            <p:nvPr/>
          </p:nvSpPr>
          <p:spPr>
            <a:xfrm>
              <a:off x="3136392" y="3922776"/>
              <a:ext cx="1801368" cy="594360"/>
            </a:xfrm>
            <a:prstGeom prst="roundRect">
              <a:avLst>
                <a:gd name="adj" fmla="val 15000"/>
              </a:avLst>
            </a:prstGeom>
            <a:solidFill>
              <a:srgbClr val="DDD7ED"/>
            </a:solidFill>
            <a:ln w="7620">
              <a:solidFill>
                <a:srgbClr val="9180B0"/>
              </a:solidFill>
            </a:ln>
          </p:spPr>
          <p:style>
            <a:lnRef idx="2">
              <a:schemeClr val="accent1">
                <a:shade val="15000"/>
              </a:schemeClr>
            </a:lnRef>
            <a:fillRef idx="1">
              <a:schemeClr val="accent1"/>
            </a:fillRef>
            <a:effectRef idx="0">
              <a:schemeClr val="accent1"/>
            </a:effectRef>
            <a:fontRef idx="minor"/>
          </p:style>
          <p:txBody>
            <a:bodyPr lIns="100080" tIns="50040" rIns="100080" bIns="50040" anchor="ctr">
              <a:noAutofit/>
            </a:bodyPr>
            <a:lstStyle/>
            <a:p>
              <a:endParaRPr lang="en-US" sz="2000" b="0" u="none" strike="noStrike">
                <a:effectLst/>
                <a:uFillTx/>
                <a:latin typeface="Times New Roman" panose="02020603050405020304" pitchFamily="18" charset="0"/>
                <a:cs typeface="Times New Roman" panose="02020603050405020304" pitchFamily="18" charset="0"/>
              </a:endParaRPr>
            </a:p>
          </p:txBody>
        </p:sp>
        <p:sp>
          <p:nvSpPr>
            <p:cNvPr id="420" name="hellinger_title"/>
            <p:cNvSpPr/>
            <p:nvPr/>
          </p:nvSpPr>
          <p:spPr>
            <a:xfrm>
              <a:off x="3191256" y="3959352"/>
              <a:ext cx="1691640" cy="256032"/>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r>
                <a:rPr lang="en-US" sz="900" b="1" u="none" strike="noStrike" dirty="0">
                  <a:effectLst/>
                  <a:uFillTx/>
                  <a:latin typeface="Times New Roman" panose="02020603050405020304" pitchFamily="18" charset="0"/>
                  <a:cs typeface="Times New Roman" panose="02020603050405020304" pitchFamily="18" charset="0"/>
                </a:rPr>
                <a:t>Squared Hellinger</a:t>
              </a:r>
              <a:endParaRPr lang="en-US" sz="900" b="0" u="none" strike="noStrike" dirty="0">
                <a:effectLst/>
                <a:uFillTx/>
                <a:latin typeface="Times New Roman" panose="02020603050405020304" pitchFamily="18" charset="0"/>
                <a:cs typeface="Times New Roman" panose="02020603050405020304" pitchFamily="18" charset="0"/>
              </a:endParaRPr>
            </a:p>
            <a:p>
              <a:pPr algn="ctr" defTabSz="1018080">
                <a:lnSpc>
                  <a:spcPct val="100000"/>
                </a:lnSpc>
              </a:pPr>
              <a:r>
                <a:rPr lang="en-US" sz="900" b="1" u="none" strike="noStrike" dirty="0">
                  <a:effectLst/>
                  <a:uFillTx/>
                  <a:latin typeface="Times New Roman" panose="02020603050405020304" pitchFamily="18" charset="0"/>
                  <a:cs typeface="Times New Roman" panose="02020603050405020304" pitchFamily="18" charset="0"/>
                </a:rPr>
                <a:t>distance</a:t>
              </a:r>
              <a:endParaRPr lang="en-US" sz="900" b="0" u="none" strike="noStrike" dirty="0">
                <a:effectLst/>
                <a:uFillTx/>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421" name="hellinger_formula"/>
                <p:cNvSpPr/>
                <p:nvPr/>
              </p:nvSpPr>
              <p:spPr>
                <a:xfrm>
                  <a:off x="3182112" y="4251960"/>
                  <a:ext cx="1709928" cy="228600"/>
                </a:xfrm>
                <a:prstGeom prst="rect">
                  <a:avLst/>
                </a:prstGeom>
                <a:noFill/>
                <a:ln w="0">
                  <a:noFill/>
                </a:ln>
              </p:spPr>
              <p:style>
                <a:lnRef idx="0">
                  <a:scrgbClr r="0" g="0" b="0"/>
                </a:lnRef>
                <a:fillRef idx="0">
                  <a:scrgbClr r="0" g="0" b="0"/>
                </a:fillRef>
                <a:effectRef idx="0">
                  <a:scrgbClr r="0" g="0" b="0"/>
                </a:effectRef>
                <a:fontRef idx="minor"/>
              </p:style>
              <p:txBody>
                <a:bodyPr wrap="none" lIns="0" rIns="0" tIns="0" bIns="0" anchor="ctr">
                  <a:noAutofit/>
                </a:bodyPr>
                <a:lstStyle/>
                <a:p>
                  <a:pPr algn="ctr">
                    <a:defRPr sz="813"/>
                  </a:pPr>
                  <a14:m>
                    <m:oMath xmlns:m="http://schemas.openxmlformats.org/officeDocument/2006/math">
                      <m:sSub>
                        <m:e>
                          <m:r>
                            <a:rPr lang="en-US" sz="813">
                              <a:latin typeface="Latin Modern Math"/>
                            </a:rPr>
                            <m:t>d</m:t>
                          </m:r>
                        </m:e>
                        <m:sub>
                          <m:r>
                            <a:rPr lang="en-US" sz="813">
                              <a:latin typeface="Latin Modern Math"/>
                            </a:rPr>
                            <m:t>i</m:t>
                          </m:r>
                        </m:sub>
                      </m:sSub>
                      <m:r>
                        <m:rPr>
                          <m:sty m:val="p"/>
                        </m:rPr>
                        <a:rPr lang="en-US" sz="813">
                          <a:latin typeface="Latin Modern Math"/>
                        </a:rPr>
                        <m:t>=</m:t>
                      </m:r>
                      <m:nary>
                        <m:naryPr>
                          <m:chr m:val="∑"/>
                          <m:limLoc m:val="undOvr"/>
                          <m:subHide m:val="off"/>
                          <m:supHide m:val="on"/>
                        </m:naryPr>
                        <m:sub>
                          <m:r>
                            <a:rPr lang="en-US" sz="813">
                              <a:latin typeface="Latin Modern Math"/>
                            </a:rPr>
                            <m:t>n</m:t>
                          </m:r>
                        </m:sub>
                        <m:sup>
                          <m:r>
                            <a:rPr lang="en-US" sz="813">
                              <a:latin typeface="Latin Modern Math"/>
                            </a:rPr>
                            <m:t>​</m:t>
                          </m:r>
                        </m:sup>
                        <m:e>
                          <m:sSup>
                            <m:e>
                              <m:d>
                                <m:dPr>
                                  <m:begChr m:val="("/>
                                  <m:endChr m:val=")"/>
                                  <m:sepChr m:val=""/>
                                  <m:grow/>
                                </m:dPr>
                                <m:e>
                                  <m:rad>
                                    <m:radPr>
                                      <m:degHide m:val="on"/>
                                    </m:radPr>
                                    <m:deg/>
                                    <m:e>
                                      <m:sSubSup>
                                        <m:e>
                                          <m:r>
                                            <a:rPr lang="en-US" sz="813">
                                              <a:latin typeface="Latin Modern Math"/>
                                            </a:rPr>
                                            <m:t>p</m:t>
                                          </m:r>
                                        </m:e>
                                        <m:sub>
                                          <m:r>
                                            <a:rPr lang="en-US" sz="813">
                                              <a:latin typeface="Latin Modern Math"/>
                                            </a:rPr>
                                            <m:t>i</m:t>
                                          </m:r>
                                          <m:r>
                                            <m:rPr>
                                              <m:sty m:val="p"/>
                                            </m:rPr>
                                            <a:rPr lang="en-US" sz="813">
                                              <a:latin typeface="Latin Modern Math"/>
                                            </a:rPr>
                                            <m:t>,</m:t>
                                          </m:r>
                                          <m:r>
                                            <a:rPr lang="en-US" sz="813">
                                              <a:latin typeface="Latin Modern Math"/>
                                            </a:rPr>
                                            <m:t>n</m:t>
                                          </m:r>
                                        </m:sub>
                                        <m:sup>
                                          <m:d>
                                            <m:dPr>
                                              <m:begChr m:val="("/>
                                              <m:endChr m:val=")"/>
                                              <m:sepChr m:val=""/>
                                              <m:grow/>
                                            </m:dPr>
                                            <m:e>
                                              <m:r>
                                                <a:rPr lang="en-US" sz="813">
                                                  <a:latin typeface="Latin Modern Math"/>
                                                </a:rPr>
                                                <m:t>T</m:t>
                                              </m:r>
                                            </m:e>
                                          </m:d>
                                        </m:sup>
                                      </m:sSubSup>
                                    </m:e>
                                  </m:rad>
                                  <m:r>
                                    <m:rPr>
                                      <m:sty m:val="p"/>
                                    </m:rPr>
                                    <a:rPr lang="en-US" sz="813">
                                      <a:latin typeface="Latin Modern Math"/>
                                    </a:rPr>
                                    <m:t>−</m:t>
                                  </m:r>
                                  <m:rad>
                                    <m:radPr>
                                      <m:degHide m:val="on"/>
                                    </m:radPr>
                                    <m:deg/>
                                    <m:e>
                                      <m:sSubSup>
                                        <m:e>
                                          <m:r>
                                            <a:rPr lang="en-US" sz="813">
                                              <a:latin typeface="Latin Modern Math"/>
                                            </a:rPr>
                                            <m:t>p</m:t>
                                          </m:r>
                                        </m:e>
                                        <m:sub>
                                          <m:r>
                                            <a:rPr lang="en-US" sz="813">
                                              <a:latin typeface="Latin Modern Math"/>
                                            </a:rPr>
                                            <m:t>6</m:t>
                                          </m:r>
                                          <m:r>
                                            <m:rPr>
                                              <m:sty m:val="p"/>
                                            </m:rPr>
                                            <a:rPr lang="en-US" sz="813">
                                              <a:latin typeface="Latin Modern Math"/>
                                            </a:rPr>
                                            <m:t>,</m:t>
                                          </m:r>
                                          <m:r>
                                            <a:rPr lang="en-US" sz="813">
                                              <a:latin typeface="Latin Modern Math"/>
                                            </a:rPr>
                                            <m:t>n</m:t>
                                          </m:r>
                                        </m:sub>
                                        <m:sup>
                                          <m:d>
                                            <m:dPr>
                                              <m:begChr m:val="("/>
                                              <m:endChr m:val=")"/>
                                              <m:sepChr m:val=""/>
                                              <m:grow/>
                                            </m:dPr>
                                            <m:e>
                                              <m:r>
                                                <a:rPr lang="en-US" sz="813">
                                                  <a:latin typeface="Latin Modern Math"/>
                                                </a:rPr>
                                                <m:t>T</m:t>
                                              </m:r>
                                            </m:e>
                                          </m:d>
                                        </m:sup>
                                      </m:sSubSup>
                                    </m:e>
                                  </m:rad>
                                </m:e>
                              </m:d>
                            </m:e>
                            <m:sup>
                              <m:r>
                                <a:rPr lang="en-US" sz="813">
                                  <a:latin typeface="Latin Modern Math"/>
                                </a:rPr>
                                <m:t>2</m:t>
                              </m:r>
                            </m:sup>
                          </m:sSup>
                        </m:e>
                      </m:nary>
                    </m:oMath>
                  </a14:m>
                  <a:endParaRPr sz="813"/>
                </a:p>
              </p:txBody>
            </p:sp>
          </mc:Choice>
          <mc:Fallback xmlns="">
            <p:pic>
              <p:nvPicPr>
                <p:cNvPr id="421" name="Equation 421 line 1" descr="d_i=\sum_n\left(\sqrt{p_{i,n}^{(T)}}-\sqrt{p_{6,n}^{(T)}}\right)^2"/>
                <p:cNvPicPr/>
                <p:nvPr/>
              </p:nvPicPr>
              <p:blipFill>
                <a:blip r:embed="rIdFormula421_0"/>
                <a:stretch>
                  <a:fillRect/>
                </a:stretch>
              </p:blipFill>
              <p:spPr>
                <a:xfrm>
                  <a:off x="3503446" y="4251960"/>
                  <a:ext cx="1067259" cy="228600"/>
                </a:xfrm>
                <a:prstGeom prst="rect">
                  <a:avLst/>
                </a:prstGeom>
              </p:spPr>
            </p:pic>
          </mc:Fallback>
        </mc:AlternateContent>
        <p:sp>
          <p:nvSpPr>
            <p:cNvPr id="422" name="temperature"/>
            <p:cNvSpPr/>
            <p:nvPr/>
          </p:nvSpPr>
          <p:spPr>
            <a:xfrm>
              <a:off x="5058000" y="4061520"/>
              <a:ext cx="464400" cy="356400"/>
            </a:xfrm>
            <a:prstGeom prst="roundRect">
              <a:avLst>
                <a:gd name="adj" fmla="val 15000"/>
              </a:avLst>
            </a:prstGeom>
            <a:solidFill>
              <a:srgbClr val="F2F5F7"/>
            </a:solidFill>
            <a:ln w="7620">
              <a:solidFill>
                <a:srgbClr val="94A3AD"/>
              </a:solidFill>
            </a:ln>
          </p:spPr>
          <p:style>
            <a:lnRef idx="2">
              <a:schemeClr val="accent1">
                <a:shade val="15000"/>
              </a:schemeClr>
            </a:lnRef>
            <a:fillRef idx="1">
              <a:schemeClr val="accent1"/>
            </a:fillRef>
            <a:effectRef idx="0">
              <a:schemeClr val="accent1"/>
            </a:effectRef>
            <a:fontRef idx="minor"/>
          </p:style>
          <p:txBody>
            <a:bodyPr lIns="100080" tIns="50040" rIns="100080" bIns="50040" anchor="ctr">
              <a:noAutofit/>
            </a:bodyPr>
            <a:lstStyle/>
            <a:p>
              <a:endParaRPr lang="en-US" sz="2000" b="0" u="none" strike="noStrike">
                <a:effectLst/>
                <a:uFillTx/>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423" name="temperature_scale"/>
                <p:cNvSpPr/>
                <p:nvPr/>
              </p:nvSpPr>
              <p:spPr>
                <a:xfrm>
                  <a:off x="5094000" y="4155120"/>
                  <a:ext cx="392400" cy="162000"/>
                </a:xfrm>
                <a:prstGeom prst="rect">
                  <a:avLst/>
                </a:prstGeom>
                <a:noFill/>
                <a:ln w="0">
                  <a:noFill/>
                </a:ln>
              </p:spPr>
              <p:style>
                <a:lnRef idx="0">
                  <a:scrgbClr r="0" g="0" b="0"/>
                </a:lnRef>
                <a:fillRef idx="0">
                  <a:scrgbClr r="0" g="0" b="0"/>
                </a:fillRef>
                <a:effectRef idx="0">
                  <a:scrgbClr r="0" g="0" b="0"/>
                </a:effectRef>
                <a:fontRef idx="minor"/>
              </p:style>
              <p:txBody>
                <a:bodyPr wrap="none" lIns="0" rIns="0" tIns="0" bIns="0" anchor="ctr">
                  <a:noAutofit/>
                </a:bodyPr>
                <a:lstStyle/>
                <a:p>
                  <a:pPr algn="ctr">
                    <a:defRPr sz="972"/>
                  </a:pPr>
                  <a14:m>
                    <m:oMath xmlns:m="http://schemas.openxmlformats.org/officeDocument/2006/math">
                      <m:r>
                        <m:rPr>
                          <m:sty m:val="p"/>
                        </m:rPr>
                        <a:rPr lang="en-US" sz="972">
                          <a:latin typeface="Latin Modern Math"/>
                        </a:rPr>
                        <m:t>×</m:t>
                      </m:r>
                      <m:sSup>
                        <m:e>
                          <m:r>
                            <a:rPr lang="en-US" sz="972">
                              <a:latin typeface="Latin Modern Math"/>
                            </a:rPr>
                            <m:t>T</m:t>
                          </m:r>
                        </m:e>
                        <m:sup>
                          <m:r>
                            <a:rPr lang="en-US" sz="972">
                              <a:latin typeface="Latin Modern Math"/>
                            </a:rPr>
                            <m:t>2</m:t>
                          </m:r>
                        </m:sup>
                      </m:sSup>
                    </m:oMath>
                  </a14:m>
                  <a:endParaRPr sz="972"/>
                </a:p>
              </p:txBody>
            </p:sp>
          </mc:Choice>
          <mc:Fallback xmlns="">
            <p:pic>
              <p:nvPicPr>
                <p:cNvPr id="423" name="Equation 423 line 1" descr="\times T^2"/>
                <p:cNvPicPr/>
                <p:nvPr/>
              </p:nvPicPr>
              <p:blipFill>
                <a:blip r:embed="rIdFormula423_0"/>
                <a:stretch>
                  <a:fillRect/>
                </a:stretch>
              </p:blipFill>
              <p:spPr>
                <a:xfrm>
                  <a:off x="5180746" y="4174398"/>
                  <a:ext cx="218907" cy="123444"/>
                </a:xfrm>
                <a:prstGeom prst="rect">
                  <a:avLst/>
                </a:prstGeom>
              </p:spPr>
            </p:pic>
          </mc:Fallback>
        </mc:AlternateContent>
        <p:sp>
          <p:nvSpPr>
            <p:cNvPr id="424" name="lsd_reduce"/>
            <p:cNvSpPr/>
            <p:nvPr/>
          </p:nvSpPr>
          <p:spPr>
            <a:xfrm>
              <a:off x="5736240" y="3815280"/>
              <a:ext cx="1083600" cy="876960"/>
            </a:xfrm>
            <a:prstGeom prst="roundRect">
              <a:avLst>
                <a:gd name="adj" fmla="val 15000"/>
              </a:avLst>
            </a:prstGeom>
            <a:solidFill>
              <a:srgbClr val="DDD7ED"/>
            </a:solidFill>
            <a:ln w="7620">
              <a:solidFill>
                <a:srgbClr val="9180B0"/>
              </a:solidFill>
            </a:ln>
          </p:spPr>
          <p:style>
            <a:lnRef idx="2">
              <a:schemeClr val="accent1">
                <a:shade val="15000"/>
              </a:schemeClr>
            </a:lnRef>
            <a:fillRef idx="1">
              <a:schemeClr val="accent1"/>
            </a:fillRef>
            <a:effectRef idx="0">
              <a:schemeClr val="accent1"/>
            </a:effectRef>
            <a:fontRef idx="minor"/>
          </p:style>
          <p:txBody>
            <a:bodyPr lIns="100080" tIns="50040" rIns="100080" bIns="50040" anchor="ctr">
              <a:noAutofit/>
            </a:bodyPr>
            <a:lstStyle/>
            <a:p>
              <a:endParaRPr lang="en-US" sz="2000" b="0" u="none" strike="noStrike">
                <a:effectLst/>
                <a:uFillTx/>
                <a:latin typeface="Times New Roman" panose="02020603050405020304" pitchFamily="18" charset="0"/>
                <a:cs typeface="Times New Roman" panose="02020603050405020304" pitchFamily="18" charset="0"/>
              </a:endParaRPr>
            </a:p>
          </p:txBody>
        </p:sp>
        <p:sp>
          <p:nvSpPr>
            <p:cNvPr id="425" name="lsd_reduce_title"/>
            <p:cNvSpPr/>
            <p:nvPr/>
          </p:nvSpPr>
          <p:spPr>
            <a:xfrm>
              <a:off x="5769720" y="3851640"/>
              <a:ext cx="985320" cy="2754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r>
                <a:rPr lang="en-US" sz="900" b="1" u="none" strike="noStrike" dirty="0">
                  <a:effectLst/>
                  <a:uFillTx/>
                  <a:latin typeface="Times New Roman" panose="02020603050405020304" pitchFamily="18" charset="0"/>
                  <a:cs typeface="Times New Roman" panose="02020603050405020304" pitchFamily="18" charset="0"/>
                </a:rPr>
                <a:t>Quality weighting</a:t>
              </a:r>
              <a:endParaRPr lang="en-US" sz="900" b="0" u="none" strike="noStrike" dirty="0">
                <a:effectLst/>
                <a:uFillTx/>
                <a:latin typeface="Times New Roman" panose="02020603050405020304" pitchFamily="18" charset="0"/>
                <a:cs typeface="Times New Roman" panose="02020603050405020304" pitchFamily="18" charset="0"/>
              </a:endParaRPr>
            </a:p>
            <a:p>
              <a:pPr algn="ctr" defTabSz="1018080">
                <a:lnSpc>
                  <a:spcPct val="100000"/>
                </a:lnSpc>
              </a:pPr>
              <a:r>
                <a:rPr lang="en-US" sz="900" b="1" u="none" strike="noStrike" dirty="0">
                  <a:effectLst/>
                  <a:uFillTx/>
                  <a:latin typeface="Times New Roman" panose="02020603050405020304" pitchFamily="18" charset="0"/>
                  <a:cs typeface="Times New Roman" panose="02020603050405020304" pitchFamily="18" charset="0"/>
                </a:rPr>
                <a:t>&amp; group balance</a:t>
              </a:r>
              <a:endParaRPr lang="en-US" sz="900" b="0" u="none" strike="noStrike" dirty="0">
                <a:effectLst/>
                <a:uFillTx/>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426" name="lsd_reduce_balance"/>
                <p:cNvSpPr/>
                <p:nvPr/>
              </p:nvSpPr>
              <p:spPr>
                <a:xfrm>
                  <a:off x="5778000" y="4185000"/>
                  <a:ext cx="968400" cy="277200"/>
                </a:xfrm>
                <a:prstGeom prst="rect">
                  <a:avLst/>
                </a:prstGeom>
                <a:noFill/>
                <a:ln w="0">
                  <a:noFill/>
                </a:ln>
              </p:spPr>
              <p:style>
                <a:lnRef idx="0">
                  <a:scrgbClr r="0" g="0" b="0"/>
                </a:lnRef>
                <a:fillRef idx="0">
                  <a:scrgbClr r="0" g="0" b="0"/>
                </a:fillRef>
                <a:effectRef idx="0">
                  <a:scrgbClr r="0" g="0" b="0"/>
                </a:effectRef>
                <a:fontRef idx="minor"/>
              </p:style>
              <p:txBody>
                <a:bodyPr wrap="none" lIns="0" rIns="0" tIns="0" bIns="0" anchor="ctr">
                  <a:noAutofit/>
                </a:bodyPr>
                <a:lstStyle/>
                <a:p>
                  <a:pPr algn="ctr">
                    <a:defRPr sz="802"/>
                  </a:pPr>
                  <a14:m>
                    <m:oMath xmlns:m="http://schemas.openxmlformats.org/officeDocument/2006/math">
                      <m:r>
                        <m:rPr>
                          <m:sty m:val="p"/>
                        </m:rPr>
                        <a:rPr lang="en-US" sz="802">
                          <a:latin typeface="Latin Modern Math"/>
                        </a:rPr>
                        <m:t>G</m:t>
                      </m:r>
                      <m:r>
                        <m:rPr>
                          <m:sty m:val="p"/>
                        </m:rPr>
                        <a:rPr lang="en-US" sz="802">
                          <a:latin typeface="Latin Modern Math"/>
                        </a:rPr>
                        <m:t>r</m:t>
                      </m:r>
                      <m:r>
                        <m:rPr>
                          <m:sty m:val="p"/>
                        </m:rPr>
                        <a:rPr lang="en-US" sz="802">
                          <a:latin typeface="Latin Modern Math"/>
                        </a:rPr>
                        <m:t>o</m:t>
                      </m:r>
                      <m:r>
                        <m:rPr>
                          <m:sty m:val="p"/>
                        </m:rPr>
                        <a:rPr lang="en-US" sz="802">
                          <a:latin typeface="Latin Modern Math"/>
                        </a:rPr>
                        <m:t>u</m:t>
                      </m:r>
                      <m:r>
                        <m:rPr>
                          <m:sty m:val="p"/>
                        </m:rPr>
                        <a:rPr lang="en-US" sz="802">
                          <a:latin typeface="Latin Modern Math"/>
                        </a:rPr>
                        <m:t>p</m:t>
                      </m:r>
                      <m:r>
                        <m:rPr>
                          <m:sty m:val="p"/>
                        </m:rPr>
                        <a:rPr lang="en-US" sz="802">
                          <a:latin typeface="Latin Modern Math"/>
                        </a:rPr>
                        <m:t> </m:t>
                      </m:r>
                      <m:r>
                        <m:rPr>
                          <m:sty m:val="p"/>
                        </m:rPr>
                        <a:rPr lang="en-US" sz="802">
                          <a:latin typeface="Latin Modern Math"/>
                        </a:rPr>
                        <m:t>m</m:t>
                      </m:r>
                      <m:r>
                        <m:rPr>
                          <m:sty m:val="p"/>
                        </m:rPr>
                        <a:rPr lang="en-US" sz="802">
                          <a:latin typeface="Latin Modern Math"/>
                        </a:rPr>
                        <m:t>e</m:t>
                      </m:r>
                      <m:r>
                        <m:rPr>
                          <m:sty m:val="p"/>
                        </m:rPr>
                        <a:rPr lang="en-US" sz="802">
                          <a:latin typeface="Latin Modern Math"/>
                        </a:rPr>
                        <m:t>a</m:t>
                      </m:r>
                      <m:r>
                        <m:rPr>
                          <m:sty m:val="p"/>
                        </m:rPr>
                        <a:rPr lang="en-US" sz="802">
                          <a:latin typeface="Latin Modern Math"/>
                        </a:rPr>
                        <m:t>n</m:t>
                      </m:r>
                      <m:r>
                        <m:rPr>
                          <m:sty m:val="p"/>
                        </m:rPr>
                        <a:rPr lang="en-US" sz="802">
                          <a:latin typeface="Latin Modern Math"/>
                        </a:rPr>
                        <m:t>s</m:t>
                      </m:r>
                    </m:oMath>
                  </a14:m>
                  <a:endParaRPr sz="802"/>
                </a:p>
                <a:p>
                  <a:pPr algn="ctr">
                    <a:defRPr sz="802"/>
                  </a:pPr>
                  <a14:m>
                    <m:oMath xmlns:m="http://schemas.openxmlformats.org/officeDocument/2006/math">
                      <m:rad>
                        <m:radPr>
                          <m:degHide m:val="on"/>
                        </m:radPr>
                        <m:deg/>
                        <m:e>
                          <m:r>
                            <m:rPr>
                              <m:sty m:val="p"/>
                            </m:rPr>
                            <a:rPr lang="en-US" sz="802">
                              <a:latin typeface="Latin Modern Math"/>
                            </a:rPr>
                            <m:t>c</m:t>
                          </m:r>
                          <m:r>
                            <m:rPr>
                              <m:sty m:val="p"/>
                            </m:rPr>
                            <a:rPr lang="en-US" sz="802">
                              <a:latin typeface="Latin Modern Math"/>
                            </a:rPr>
                            <m:t>o</m:t>
                          </m:r>
                          <m:r>
                            <m:rPr>
                              <m:sty m:val="p"/>
                            </m:rPr>
                            <a:rPr lang="en-US" sz="802">
                              <a:latin typeface="Latin Modern Math"/>
                            </a:rPr>
                            <m:t>u</m:t>
                          </m:r>
                          <m:r>
                            <m:rPr>
                              <m:sty m:val="p"/>
                            </m:rPr>
                            <a:rPr lang="en-US" sz="802">
                              <a:latin typeface="Latin Modern Math"/>
                            </a:rPr>
                            <m:t>n</m:t>
                          </m:r>
                          <m:r>
                            <m:rPr>
                              <m:sty m:val="p"/>
                            </m:rPr>
                            <a:rPr lang="en-US" sz="802">
                              <a:latin typeface="Latin Modern Math"/>
                            </a:rPr>
                            <m:t>t</m:t>
                          </m:r>
                        </m:e>
                      </m:rad>
                    </m:oMath>
                  </a14:m>
                  <a:endParaRPr sz="802"/>
                </a:p>
              </p:txBody>
            </p:sp>
          </mc:Choice>
          <mc:Fallback xmlns="">
            <p:pic>
              <p:nvPicPr>
                <p:cNvPr id="426" name="Equation 426 line 1" descr="\mathrm{Group\ means}"/>
                <p:cNvPicPr/>
                <p:nvPr/>
              </p:nvPicPr>
              <p:blipFill>
                <a:blip r:embed="rIdFormula426_0"/>
                <a:stretch>
                  <a:fillRect/>
                </a:stretch>
              </p:blipFill>
              <p:spPr>
                <a:xfrm>
                  <a:off x="5985000" y="4185000"/>
                  <a:ext cx="554400" cy="101912"/>
                </a:xfrm>
                <a:prstGeom prst="rect">
                  <a:avLst/>
                </a:prstGeom>
              </p:spPr>
            </p:pic>
            <p:pic>
              <p:nvPicPr>
                <p:cNvPr id="10426" name="Equation 426 line 2" descr="\sqrt{\mathrm{count}}"/>
                <p:cNvPicPr/>
                <p:nvPr/>
              </p:nvPicPr>
              <p:blipFill>
                <a:blip r:embed="rIdFormula426_1"/>
                <a:stretch>
                  <a:fillRect/>
                </a:stretch>
              </p:blipFill>
              <p:spPr>
                <a:xfrm>
                  <a:off x="6086912" y="4315447"/>
                  <a:ext cx="350576" cy="146753"/>
                </a:xfrm>
                <a:prstGeom prst="rect">
                  <a:avLst/>
                </a:prstGeom>
              </p:spPr>
            </p:pic>
          </mc:Fallback>
        </mc:AlternateContent>
        <p:sp>
          <p:nvSpPr>
            <p:cNvPr id="427" name="lsd_layer_loss"/>
            <p:cNvSpPr/>
            <p:nvPr/>
          </p:nvSpPr>
          <p:spPr>
            <a:xfrm>
              <a:off x="5778000" y="4516200"/>
              <a:ext cx="968400" cy="1404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r>
                <a:rPr lang="en-US" sz="900" b="0" u="none" strike="noStrike">
                  <a:effectLst/>
                  <a:uFillTx/>
                  <a:latin typeface="Times New Roman" panose="02020603050405020304" pitchFamily="18" charset="0"/>
                  <a:cs typeface="Times New Roman" panose="02020603050405020304" pitchFamily="18" charset="0"/>
                </a:rPr>
                <a:t>L</a:t>
              </a:r>
              <a:r>
                <a:rPr lang="en-US" sz="850" b="0" i="1" u="none" strike="noStrike" baseline="-25000">
                  <a:effectLst/>
                  <a:uFillTx/>
                  <a:latin typeface="Times New Roman" panose="02020603050405020304" pitchFamily="18" charset="0"/>
                  <a:cs typeface="Times New Roman" panose="02020603050405020304" pitchFamily="18" charset="0"/>
                </a:rPr>
                <a:t>FR-LSD</a:t>
              </a:r>
              <a:r>
                <a:rPr lang="en-US" sz="850" b="0" u="none" strike="noStrike" baseline="30000">
                  <a:effectLst/>
                  <a:uFillTx/>
                  <a:latin typeface="Times New Roman" panose="02020603050405020304" pitchFamily="18" charset="0"/>
                  <a:cs typeface="Times New Roman" panose="02020603050405020304" pitchFamily="18" charset="0"/>
                </a:rPr>
                <a:t>(i)</a:t>
              </a:r>
              <a:endParaRPr lang="en-US" sz="850" b="0" u="none" strike="noStrike">
                <a:effectLst/>
                <a:uFillTx/>
                <a:latin typeface="Times New Roman" panose="02020603050405020304" pitchFamily="18" charset="0"/>
                <a:cs typeface="Times New Roman" panose="02020603050405020304" pitchFamily="18" charset="0"/>
              </a:endParaRPr>
            </a:p>
          </p:txBody>
        </p:sp>
        <p:sp>
          <p:nvSpPr>
            <p:cNvPr id="428" name="quality_label"/>
            <p:cNvSpPr/>
            <p:nvPr/>
          </p:nvSpPr>
          <p:spPr>
            <a:xfrm>
              <a:off x="5760000" y="4873733"/>
              <a:ext cx="1004400" cy="13824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r>
                <a:rPr lang="en-US" sz="900" b="0" u="none" strike="noStrike" dirty="0" err="1">
                  <a:effectLst/>
                  <a:uFillTx/>
                  <a:latin typeface="Times New Roman" panose="02020603050405020304" pitchFamily="18" charset="0"/>
                  <a:cs typeface="Times New Roman" panose="02020603050405020304" pitchFamily="18" charset="0"/>
                </a:rPr>
                <a:t>IoU</a:t>
              </a:r>
              <a:r>
                <a:rPr lang="en-US" sz="900" b="0" u="none" strike="noStrike" dirty="0">
                  <a:effectLst/>
                  <a:uFillTx/>
                  <a:latin typeface="Times New Roman" panose="02020603050405020304" pitchFamily="18" charset="0"/>
                  <a:cs typeface="Times New Roman" panose="02020603050405020304" pitchFamily="18" charset="0"/>
                </a:rPr>
                <a:t> / confidence</a:t>
              </a:r>
            </a:p>
          </p:txBody>
        </p:sp>
        <p:cxnSp>
          <p:nvCxnSpPr>
            <p:cNvPr id="429" name="encoding_axis__0"/>
            <p:cNvCxnSpPr>
              <a:cxnSpLocks/>
            </p:cNvCxnSpPr>
            <p:nvPr/>
          </p:nvCxnSpPr>
          <p:spPr>
            <a:xfrm>
              <a:off x="1601640" y="2049480"/>
              <a:ext cx="685440" cy="0"/>
            </a:xfrm>
            <a:prstGeom prst="straightConnector1">
              <a:avLst/>
            </a:prstGeom>
            <a:ln w="3600">
              <a:solidFill>
                <a:srgbClr val="687D89"/>
              </a:solidFill>
              <a:round/>
            </a:ln>
          </p:spPr>
        </p:cxnSp>
        <p:cxnSp>
          <p:nvCxnSpPr>
            <p:cNvPr id="430" name="encoding_gt_marker__0"/>
            <p:cNvCxnSpPr>
              <a:cxnSpLocks/>
            </p:cNvCxnSpPr>
            <p:nvPr/>
          </p:nvCxnSpPr>
          <p:spPr>
            <a:xfrm>
              <a:off x="1807560" y="1935720"/>
              <a:ext cx="0" cy="113760"/>
            </a:xfrm>
            <a:prstGeom prst="straightConnector1">
              <a:avLst/>
            </a:prstGeom>
            <a:ln w="7200">
              <a:solidFill>
                <a:srgbClr val="9180B0"/>
              </a:solidFill>
              <a:round/>
              <a:tailEnd type="triangle" w="sm" len="sm"/>
            </a:ln>
          </p:spPr>
        </p:cxnSp>
        <p:cxnSp>
          <p:nvCxnSpPr>
            <p:cNvPr id="431" name="target_axis__0"/>
            <p:cNvCxnSpPr>
              <a:cxnSpLocks/>
            </p:cNvCxnSpPr>
            <p:nvPr/>
          </p:nvCxnSpPr>
          <p:spPr>
            <a:xfrm>
              <a:off x="2717640" y="2139480"/>
              <a:ext cx="822240" cy="0"/>
            </a:xfrm>
            <a:prstGeom prst="straightConnector1">
              <a:avLst/>
            </a:prstGeom>
            <a:ln w="3600">
              <a:solidFill>
                <a:srgbClr val="687D89"/>
              </a:solidFill>
              <a:round/>
            </a:ln>
          </p:spPr>
        </p:cxnSp>
        <p:cxnSp>
          <p:nvCxnSpPr>
            <p:cNvPr id="432" name="gt_encode__0"/>
            <p:cNvCxnSpPr>
              <a:cxnSpLocks/>
            </p:cNvCxnSpPr>
            <p:nvPr/>
          </p:nvCxnSpPr>
          <p:spPr>
            <a:xfrm>
              <a:off x="1278000" y="1937880"/>
              <a:ext cx="159480" cy="0"/>
            </a:xfrm>
            <a:prstGeom prst="straightConnector1">
              <a:avLst/>
            </a:prstGeom>
            <a:ln w="12700">
              <a:solidFill>
                <a:schemeClr val="tx1"/>
              </a:solidFill>
              <a:round/>
              <a:tailEnd type="triangle" w="sm" len="sm"/>
            </a:ln>
          </p:spPr>
        </p:cxnSp>
        <p:cxnSp>
          <p:nvCxnSpPr>
            <p:cNvPr id="433" name="encode_target__0"/>
            <p:cNvCxnSpPr>
              <a:cxnSpLocks/>
            </p:cNvCxnSpPr>
            <p:nvPr/>
          </p:nvCxnSpPr>
          <p:spPr>
            <a:xfrm>
              <a:off x="2484540" y="1998720"/>
              <a:ext cx="175320" cy="0"/>
            </a:xfrm>
            <a:prstGeom prst="straightConnector1">
              <a:avLst/>
            </a:prstGeom>
            <a:ln w="12700">
              <a:solidFill>
                <a:schemeClr val="tx1"/>
              </a:solidFill>
              <a:round/>
              <a:tailEnd type="triangle" w="sm" len="sm"/>
            </a:ln>
          </p:spPr>
        </p:cxnSp>
        <p:cxnSp>
          <p:nvCxnSpPr>
            <p:cNvPr id="434" name="target_fgl__0"/>
            <p:cNvCxnSpPr>
              <a:cxnSpLocks/>
            </p:cNvCxnSpPr>
            <p:nvPr/>
          </p:nvCxnSpPr>
          <p:spPr>
            <a:xfrm>
              <a:off x="3667679" y="1951858"/>
              <a:ext cx="282961" cy="0"/>
            </a:xfrm>
            <a:prstGeom prst="straightConnector1">
              <a:avLst/>
            </a:prstGeom>
            <a:ln w="6480">
              <a:solidFill>
                <a:srgbClr val="9180B0"/>
              </a:solidFill>
              <a:round/>
              <a:tailEnd type="triangle" w="sm" len="sm"/>
            </a:ln>
          </p:spPr>
        </p:cxnSp>
        <p:cxnSp>
          <p:nvCxnSpPr>
            <p:cNvPr id="435" name="fgl_product__0"/>
            <p:cNvCxnSpPr>
              <a:cxnSpLocks/>
            </p:cNvCxnSpPr>
            <p:nvPr/>
          </p:nvCxnSpPr>
          <p:spPr>
            <a:xfrm>
              <a:off x="4829760" y="1937880"/>
              <a:ext cx="319320" cy="0"/>
            </a:xfrm>
            <a:prstGeom prst="straightConnector1">
              <a:avLst/>
            </a:prstGeom>
            <a:ln w="12700">
              <a:solidFill>
                <a:schemeClr val="tx1"/>
              </a:solidFill>
              <a:round/>
              <a:tailEnd type="triangle" w="sm" len="sm"/>
            </a:ln>
          </p:spPr>
        </p:cxnSp>
        <p:cxnSp>
          <p:nvCxnSpPr>
            <p:cNvPr id="436" name="fgl_reduction__0"/>
            <p:cNvCxnSpPr>
              <a:cxnSpLocks/>
            </p:cNvCxnSpPr>
            <p:nvPr/>
          </p:nvCxnSpPr>
          <p:spPr>
            <a:xfrm>
              <a:off x="5357880" y="1937880"/>
              <a:ext cx="240840" cy="0"/>
            </a:xfrm>
            <a:prstGeom prst="straightConnector1">
              <a:avLst/>
            </a:prstGeom>
            <a:ln w="12700">
              <a:solidFill>
                <a:schemeClr val="tx1"/>
              </a:solidFill>
              <a:round/>
              <a:tailEnd type="triangle" w="sm" len="sm"/>
            </a:ln>
          </p:spPr>
        </p:cxnSp>
        <p:cxnSp>
          <p:nvCxnSpPr>
            <p:cNvPr id="437" name="logits_branch__0"/>
            <p:cNvCxnSpPr>
              <a:cxnSpLocks/>
            </p:cNvCxnSpPr>
            <p:nvPr/>
          </p:nvCxnSpPr>
          <p:spPr>
            <a:xfrm>
              <a:off x="1305000" y="2729880"/>
              <a:ext cx="81360" cy="0"/>
            </a:xfrm>
            <a:prstGeom prst="straightConnector1">
              <a:avLst/>
            </a:prstGeom>
            <a:ln w="12700">
              <a:solidFill>
                <a:schemeClr val="tx1"/>
              </a:solidFill>
              <a:round/>
            </a:ln>
          </p:spPr>
        </p:cxnSp>
        <p:cxnSp>
          <p:nvCxnSpPr>
            <p:cNvPr id="438" name="logits_ce__0"/>
            <p:cNvCxnSpPr>
              <a:cxnSpLocks/>
            </p:cNvCxnSpPr>
            <p:nvPr/>
          </p:nvCxnSpPr>
          <p:spPr>
            <a:xfrm flipV="1">
              <a:off x="1386360" y="2434680"/>
              <a:ext cx="0" cy="295200"/>
            </a:xfrm>
            <a:prstGeom prst="straightConnector1">
              <a:avLst/>
            </a:prstGeom>
            <a:ln w="12700">
              <a:solidFill>
                <a:schemeClr val="tx1"/>
              </a:solidFill>
              <a:round/>
            </a:ln>
          </p:spPr>
        </p:cxnSp>
        <p:cxnSp>
          <p:nvCxnSpPr>
            <p:cNvPr id="439" name="logits_ce__1"/>
            <p:cNvCxnSpPr>
              <a:cxnSpLocks/>
            </p:cNvCxnSpPr>
            <p:nvPr/>
          </p:nvCxnSpPr>
          <p:spPr>
            <a:xfrm>
              <a:off x="1386360" y="2434680"/>
              <a:ext cx="2988000" cy="0"/>
            </a:xfrm>
            <a:prstGeom prst="straightConnector1">
              <a:avLst/>
            </a:prstGeom>
            <a:ln w="12700">
              <a:solidFill>
                <a:schemeClr val="tx1"/>
              </a:solidFill>
              <a:round/>
            </a:ln>
          </p:spPr>
        </p:cxnSp>
        <p:cxnSp>
          <p:nvCxnSpPr>
            <p:cNvPr id="440" name="logits_ce__2"/>
            <p:cNvCxnSpPr>
              <a:cxnSpLocks/>
            </p:cNvCxnSpPr>
            <p:nvPr/>
          </p:nvCxnSpPr>
          <p:spPr>
            <a:xfrm flipV="1">
              <a:off x="4374360" y="2109960"/>
              <a:ext cx="0" cy="324720"/>
            </a:xfrm>
            <a:prstGeom prst="straightConnector1">
              <a:avLst/>
            </a:prstGeom>
            <a:ln w="12700">
              <a:solidFill>
                <a:schemeClr val="tx1"/>
              </a:solidFill>
              <a:round/>
              <a:tailEnd type="triangle" w="sm" len="sm"/>
            </a:ln>
          </p:spPr>
        </p:cxnSp>
        <p:cxnSp>
          <p:nvCxnSpPr>
            <p:cNvPr id="441" name="logits_softmax__0"/>
            <p:cNvCxnSpPr>
              <a:cxnSpLocks/>
            </p:cNvCxnSpPr>
            <p:nvPr/>
          </p:nvCxnSpPr>
          <p:spPr>
            <a:xfrm>
              <a:off x="1386360" y="2729880"/>
              <a:ext cx="82440" cy="0"/>
            </a:xfrm>
            <a:prstGeom prst="straightConnector1">
              <a:avLst/>
            </a:prstGeom>
            <a:ln w="6480">
              <a:solidFill>
                <a:srgbClr val="9180B0"/>
              </a:solidFill>
              <a:round/>
              <a:tailEnd type="triangle" w="sm" len="sm"/>
            </a:ln>
          </p:spPr>
        </p:cxnSp>
        <p:cxnSp>
          <p:nvCxnSpPr>
            <p:cNvPr id="442" name="probability_entropy__0"/>
            <p:cNvCxnSpPr>
              <a:cxnSpLocks/>
            </p:cNvCxnSpPr>
            <p:nvPr/>
          </p:nvCxnSpPr>
          <p:spPr>
            <a:xfrm>
              <a:off x="2415960" y="2729880"/>
              <a:ext cx="381240" cy="0"/>
            </a:xfrm>
            <a:prstGeom prst="straightConnector1">
              <a:avLst/>
            </a:prstGeom>
            <a:ln w="12700">
              <a:solidFill>
                <a:schemeClr val="tx1"/>
              </a:solidFill>
              <a:round/>
              <a:tailEnd type="triangle" w="sm" len="sm"/>
            </a:ln>
          </p:spPr>
        </p:cxnSp>
        <p:cxnSp>
          <p:nvCxnSpPr>
            <p:cNvPr id="443" name="entropy_weight__0"/>
            <p:cNvCxnSpPr>
              <a:cxnSpLocks/>
            </p:cNvCxnSpPr>
            <p:nvPr/>
          </p:nvCxnSpPr>
          <p:spPr>
            <a:xfrm>
              <a:off x="4250880" y="2729880"/>
              <a:ext cx="372960" cy="0"/>
            </a:xfrm>
            <a:prstGeom prst="straightConnector1">
              <a:avLst/>
            </a:prstGeom>
            <a:ln w="12700">
              <a:solidFill>
                <a:schemeClr val="tx1"/>
              </a:solidFill>
              <a:round/>
              <a:tailEnd type="triangle" w="sm" len="sm"/>
            </a:ln>
          </p:spPr>
        </p:cxnSp>
        <p:cxnSp>
          <p:nvCxnSpPr>
            <p:cNvPr id="444" name="weight_fgl__0"/>
            <p:cNvCxnSpPr>
              <a:cxnSpLocks/>
            </p:cNvCxnSpPr>
            <p:nvPr/>
          </p:nvCxnSpPr>
          <p:spPr>
            <a:xfrm flipV="1">
              <a:off x="5238360" y="2049120"/>
              <a:ext cx="0" cy="492120"/>
            </a:xfrm>
            <a:prstGeom prst="straightConnector1">
              <a:avLst/>
            </a:prstGeom>
            <a:ln w="12700">
              <a:solidFill>
                <a:schemeClr val="tx1"/>
              </a:solidFill>
              <a:round/>
              <a:tailEnd type="triangle" w="sm" len="sm"/>
            </a:ln>
          </p:spPr>
        </p:cxnSp>
        <p:cxnSp>
          <p:nvCxnSpPr>
            <p:cNvPr id="445" name="student_softmax__0"/>
            <p:cNvCxnSpPr>
              <a:cxnSpLocks/>
            </p:cNvCxnSpPr>
            <p:nvPr/>
          </p:nvCxnSpPr>
          <p:spPr>
            <a:xfrm>
              <a:off x="1420560" y="3835080"/>
              <a:ext cx="228240" cy="0"/>
            </a:xfrm>
            <a:prstGeom prst="straightConnector1">
              <a:avLst/>
            </a:prstGeom>
            <a:ln w="12700">
              <a:solidFill>
                <a:schemeClr val="tx1"/>
              </a:solidFill>
              <a:round/>
              <a:tailEnd type="triangle" w="sm" len="sm"/>
            </a:ln>
          </p:spPr>
        </p:cxnSp>
        <p:cxnSp>
          <p:nvCxnSpPr>
            <p:cNvPr id="446" name="teacher_softmax__0"/>
            <p:cNvCxnSpPr>
              <a:cxnSpLocks/>
            </p:cNvCxnSpPr>
            <p:nvPr/>
          </p:nvCxnSpPr>
          <p:spPr>
            <a:xfrm>
              <a:off x="1419840" y="4645080"/>
              <a:ext cx="228960" cy="0"/>
            </a:xfrm>
            <a:prstGeom prst="straightConnector1">
              <a:avLst/>
            </a:prstGeom>
            <a:ln w="12700">
              <a:solidFill>
                <a:schemeClr val="tx1"/>
              </a:solidFill>
              <a:round/>
              <a:tailEnd type="triangle" w="sm" len="sm"/>
            </a:ln>
          </p:spPr>
        </p:cxnSp>
        <p:cxnSp>
          <p:nvCxnSpPr>
            <p:cNvPr id="447" name="student_distance__0"/>
            <p:cNvCxnSpPr>
              <a:cxnSpLocks/>
            </p:cNvCxnSpPr>
            <p:nvPr/>
          </p:nvCxnSpPr>
          <p:spPr>
            <a:xfrm>
              <a:off x="2811960" y="3835080"/>
              <a:ext cx="158400" cy="0"/>
            </a:xfrm>
            <a:prstGeom prst="straightConnector1">
              <a:avLst/>
            </a:prstGeom>
            <a:ln w="12700">
              <a:solidFill>
                <a:schemeClr val="tx1"/>
              </a:solidFill>
              <a:round/>
            </a:ln>
          </p:spPr>
        </p:cxnSp>
        <p:cxnSp>
          <p:nvCxnSpPr>
            <p:cNvPr id="448" name="student_distance__1"/>
            <p:cNvCxnSpPr>
              <a:cxnSpLocks/>
            </p:cNvCxnSpPr>
            <p:nvPr/>
          </p:nvCxnSpPr>
          <p:spPr>
            <a:xfrm>
              <a:off x="2970360" y="3835080"/>
              <a:ext cx="0" cy="241200"/>
            </a:xfrm>
            <a:prstGeom prst="straightConnector1">
              <a:avLst/>
            </a:prstGeom>
            <a:ln w="12700">
              <a:solidFill>
                <a:schemeClr val="tx1"/>
              </a:solidFill>
              <a:round/>
            </a:ln>
          </p:spPr>
        </p:cxnSp>
        <p:cxnSp>
          <p:nvCxnSpPr>
            <p:cNvPr id="449" name="student_distance__2"/>
            <p:cNvCxnSpPr>
              <a:cxnSpLocks/>
            </p:cNvCxnSpPr>
            <p:nvPr/>
          </p:nvCxnSpPr>
          <p:spPr>
            <a:xfrm>
              <a:off x="2969971" y="4076280"/>
              <a:ext cx="166421" cy="0"/>
            </a:xfrm>
            <a:prstGeom prst="straightConnector1">
              <a:avLst/>
            </a:prstGeom>
            <a:ln w="12700">
              <a:solidFill>
                <a:schemeClr val="tx1"/>
              </a:solidFill>
              <a:round/>
              <a:tailEnd type="triangle" w="sm" len="sm"/>
            </a:ln>
          </p:spPr>
        </p:cxnSp>
        <p:cxnSp>
          <p:nvCxnSpPr>
            <p:cNvPr id="450" name="teacher_distance__0"/>
            <p:cNvCxnSpPr>
              <a:cxnSpLocks/>
            </p:cNvCxnSpPr>
            <p:nvPr/>
          </p:nvCxnSpPr>
          <p:spPr>
            <a:xfrm>
              <a:off x="2811960" y="4645080"/>
              <a:ext cx="158400" cy="0"/>
            </a:xfrm>
            <a:prstGeom prst="straightConnector1">
              <a:avLst/>
            </a:prstGeom>
            <a:ln w="12700">
              <a:solidFill>
                <a:schemeClr val="tx1"/>
              </a:solidFill>
              <a:round/>
            </a:ln>
          </p:spPr>
        </p:cxnSp>
        <p:cxnSp>
          <p:nvCxnSpPr>
            <p:cNvPr id="451" name="teacher_distance__1"/>
            <p:cNvCxnSpPr>
              <a:cxnSpLocks/>
            </p:cNvCxnSpPr>
            <p:nvPr/>
          </p:nvCxnSpPr>
          <p:spPr>
            <a:xfrm flipV="1">
              <a:off x="2970360" y="4407480"/>
              <a:ext cx="0" cy="237600"/>
            </a:xfrm>
            <a:prstGeom prst="straightConnector1">
              <a:avLst/>
            </a:prstGeom>
            <a:ln w="12700">
              <a:solidFill>
                <a:schemeClr val="tx1"/>
              </a:solidFill>
              <a:round/>
            </a:ln>
          </p:spPr>
        </p:cxnSp>
        <p:cxnSp>
          <p:nvCxnSpPr>
            <p:cNvPr id="452" name="teacher_distance__2"/>
            <p:cNvCxnSpPr>
              <a:cxnSpLocks/>
            </p:cNvCxnSpPr>
            <p:nvPr/>
          </p:nvCxnSpPr>
          <p:spPr>
            <a:xfrm>
              <a:off x="2969971" y="4407480"/>
              <a:ext cx="166421" cy="0"/>
            </a:xfrm>
            <a:prstGeom prst="straightConnector1">
              <a:avLst/>
            </a:prstGeom>
            <a:ln w="12700">
              <a:solidFill>
                <a:schemeClr val="tx1"/>
              </a:solidFill>
              <a:round/>
              <a:tailEnd type="triangle" w="sm" len="sm"/>
            </a:ln>
          </p:spPr>
        </p:cxnSp>
        <p:cxnSp>
          <p:nvCxnSpPr>
            <p:cNvPr id="453" name="distance_scale__0"/>
            <p:cNvCxnSpPr>
              <a:cxnSpLocks/>
            </p:cNvCxnSpPr>
            <p:nvPr/>
          </p:nvCxnSpPr>
          <p:spPr>
            <a:xfrm>
              <a:off x="4937760" y="4241880"/>
              <a:ext cx="120701" cy="0"/>
            </a:xfrm>
            <a:prstGeom prst="straightConnector1">
              <a:avLst/>
            </a:prstGeom>
            <a:ln w="12700">
              <a:solidFill>
                <a:schemeClr val="tx1"/>
              </a:solidFill>
              <a:round/>
              <a:tailEnd type="triangle" w="sm" len="sm"/>
            </a:ln>
          </p:spPr>
        </p:cxnSp>
        <p:cxnSp>
          <p:nvCxnSpPr>
            <p:cNvPr id="454" name="scale_weight_reduce__0"/>
            <p:cNvCxnSpPr>
              <a:cxnSpLocks/>
            </p:cNvCxnSpPr>
            <p:nvPr/>
          </p:nvCxnSpPr>
          <p:spPr>
            <a:xfrm>
              <a:off x="5522400" y="4241880"/>
              <a:ext cx="213840" cy="0"/>
            </a:xfrm>
            <a:prstGeom prst="straightConnector1">
              <a:avLst/>
            </a:prstGeom>
            <a:ln w="12700">
              <a:solidFill>
                <a:schemeClr val="tx1"/>
              </a:solidFill>
              <a:round/>
              <a:tailEnd type="triangle" w="sm" len="sm"/>
            </a:ln>
          </p:spPr>
        </p:cxnSp>
        <p:cxnSp>
          <p:nvCxnSpPr>
            <p:cNvPr id="455" name="quality_weight__0"/>
            <p:cNvCxnSpPr>
              <a:cxnSpLocks/>
              <a:stCxn id="428" idx="0"/>
            </p:cNvCxnSpPr>
            <p:nvPr/>
          </p:nvCxnSpPr>
          <p:spPr>
            <a:xfrm flipV="1">
              <a:off x="6262200" y="4692240"/>
              <a:ext cx="2160" cy="181493"/>
            </a:xfrm>
            <a:prstGeom prst="straightConnector1">
              <a:avLst/>
            </a:prstGeom>
            <a:ln w="12700">
              <a:solidFill>
                <a:schemeClr val="tx1"/>
              </a:solidFill>
              <a:round/>
              <a:tailEnd type="triangle" w="sm" len="sm"/>
            </a:ln>
          </p:spPr>
        </p:cxnSp>
        <p:pic>
          <p:nvPicPr>
            <p:cNvPr id="456" name="frd_fgl_real_distribution" descr="B_rank11 query 67 Left; fgl; source saved cumulative logits; bin index 0-32; shared y max 0.3655114471912384"/>
            <p:cNvPicPr/>
            <p:nvPr/>
          </p:nvPicPr>
          <p:blipFill>
            <a:blip>
              <a:extLst>
                <a:ext uri="{96DAC541-7B7A-43D3-8B79-37D633B846F1}">
                  <asvg:svgBlip xmlns:asvg="http://schemas.microsoft.com/office/drawing/2016/SVG/main" r:embed="rId14"/>
                </a:ext>
              </a:extLst>
            </a:blip>
            <a:stretch/>
          </p:blipFill>
          <p:spPr>
            <a:xfrm>
              <a:off x="1522800" y="2717100"/>
              <a:ext cx="845640" cy="327240"/>
            </a:xfrm>
            <a:prstGeom prst="rect">
              <a:avLst/>
            </a:prstGeom>
            <a:noFill/>
            <a:ln w="0">
              <a:noFill/>
            </a:ln>
          </p:spPr>
        </p:pic>
        <p:pic>
          <p:nvPicPr>
            <p:cNvPr id="457" name="frd_student_real_distribution" descr="B_rank11 query 67 Left; student; source saved cumulative logits; bin index 0-32; shared y max 0.3655114471912384"/>
            <p:cNvPicPr/>
            <p:nvPr/>
          </p:nvPicPr>
          <p:blipFill>
            <a:blip>
              <a:extLst>
                <a:ext uri="{96DAC541-7B7A-43D3-8B79-37D633B846F1}">
                  <asvg:svgBlip xmlns:asvg="http://schemas.microsoft.com/office/drawing/2016/SVG/main" r:embed="rId15"/>
                </a:ext>
              </a:extLst>
            </a:blip>
            <a:stretch/>
          </p:blipFill>
          <p:spPr>
            <a:xfrm>
              <a:off x="1681200" y="3776320"/>
              <a:ext cx="1061640" cy="406800"/>
            </a:xfrm>
            <a:prstGeom prst="rect">
              <a:avLst/>
            </a:prstGeom>
            <a:noFill/>
            <a:ln w="0">
              <a:noFill/>
            </a:ln>
          </p:spPr>
        </p:pic>
        <p:pic>
          <p:nvPicPr>
            <p:cNvPr id="458" name="frd_teacher_real_distribution" descr="B_rank11 query 67 Left; teacher; source saved cumulative logits; bin index 0-32; shared y max 0.3655114471912384"/>
            <p:cNvPicPr/>
            <p:nvPr/>
          </p:nvPicPr>
          <p:blipFill>
            <a:blip>
              <a:extLst>
                <a:ext uri="{96DAC541-7B7A-43D3-8B79-37D633B846F1}">
                  <asvg:svgBlip xmlns:asvg="http://schemas.microsoft.com/office/drawing/2016/SVG/main" r:embed="rId16"/>
                </a:ext>
              </a:extLst>
            </a:blip>
            <a:stretch/>
          </p:blipFill>
          <p:spPr>
            <a:xfrm>
              <a:off x="1701000" y="4559571"/>
              <a:ext cx="1050840" cy="421533"/>
            </a:xfrm>
            <a:prstGeom prst="rect">
              <a:avLst/>
            </a:prstGeom>
            <a:noFill/>
            <a:ln w="0">
              <a:noFill/>
            </a:ln>
          </p:spPr>
        </p:pic>
        <mc:AlternateContent xmlns:mc="http://schemas.openxmlformats.org/markup-compatibility/2006" xmlns:a14="http://schemas.microsoft.com/office/drawing/2010/main">
          <mc:Choice Requires="a14">
            <p:sp>
              <p:nvSpPr>
                <p:cNvPr id="4" name="student_label">
                  <a:extLst>
                    <a:ext uri="{FF2B5EF4-FFF2-40B4-BE49-F238E27FC236}">
                      <a16:creationId xmlns:a16="http://schemas.microsoft.com/office/drawing/2014/main" id="{D78E7AC7-0D7F-BFFE-F2AA-15DBAE533ED8}"/>
                    </a:ext>
                  </a:extLst>
                </p:cNvPr>
                <p:cNvSpPr/>
                <p:nvPr/>
              </p:nvSpPr>
              <p:spPr>
                <a:xfrm>
                  <a:off x="1682496" y="4370832"/>
                  <a:ext cx="1097280" cy="173736"/>
                </a:xfrm>
                <a:prstGeom prst="rect">
                  <a:avLst/>
                </a:prstGeom>
                <a:noFill/>
                <a:ln w="0">
                  <a:noFill/>
                </a:ln>
              </p:spPr>
              <p:style>
                <a:lnRef idx="0">
                  <a:scrgbClr r="0" g="0" b="0"/>
                </a:lnRef>
                <a:fillRef idx="0">
                  <a:scrgbClr r="0" g="0" b="0"/>
                </a:fillRef>
                <a:effectRef idx="0">
                  <a:scrgbClr r="0" g="0" b="0"/>
                </a:effectRef>
                <a:fontRef idx="minor"/>
              </p:style>
              <p:txBody>
                <a:bodyPr wrap="none" lIns="0" rIns="0" tIns="0" bIns="0" anchor="ctr">
                  <a:noAutofit/>
                </a:bodyPr>
                <a:lstStyle/>
                <a:p>
                  <a:pPr algn="ctr">
                    <a:defRPr sz="949"/>
                  </a:pPr>
                  <a14:m>
                    <m:oMath xmlns:m="http://schemas.openxmlformats.org/officeDocument/2006/math">
                      <m:sSubSup>
                        <m:e>
                          <m:r>
                            <a:rPr lang="en-US" sz="949">
                              <a:latin typeface="Latin Modern Math"/>
                            </a:rPr>
                            <m:t>p</m:t>
                          </m:r>
                        </m:e>
                        <m:sub>
                          <m:r>
                            <a:rPr lang="en-US" sz="949">
                              <a:latin typeface="Latin Modern Math"/>
                            </a:rPr>
                            <m:t>6</m:t>
                          </m:r>
                          <m:r>
                            <m:rPr>
                              <m:sty m:val="p"/>
                            </m:rPr>
                            <a:rPr lang="en-US" sz="949">
                              <a:latin typeface="Latin Modern Math"/>
                            </a:rPr>
                            <m:t>,</m:t>
                          </m:r>
                          <m:r>
                            <a:rPr lang="en-US" sz="949">
                              <a:latin typeface="Latin Modern Math"/>
                            </a:rPr>
                            <m:t>n</m:t>
                          </m:r>
                        </m:sub>
                        <m:sup>
                          <m:d>
                            <m:dPr>
                              <m:begChr m:val="("/>
                              <m:endChr m:val=")"/>
                              <m:sepChr m:val=""/>
                              <m:grow/>
                            </m:dPr>
                            <m:e>
                              <m:r>
                                <a:rPr lang="en-US" sz="949">
                                  <a:latin typeface="Latin Modern Math"/>
                                </a:rPr>
                                <m:t>T</m:t>
                              </m:r>
                            </m:e>
                          </m:d>
                        </m:sup>
                      </m:sSubSup>
                      <m:r>
                        <m:rPr>
                          <m:sty m:val="p"/>
                        </m:rPr>
                        <a:rPr lang="en-US" sz="949">
                          <a:latin typeface="Latin Modern Math"/>
                        </a:rPr>
                        <m:t>=</m:t>
                      </m:r>
                      <m:sSub>
                        <m:e>
                          <m:d>
                            <m:dPr>
                              <m:begChr m:val="["/>
                              <m:endChr m:val="]"/>
                              <m:sepChr m:val=""/>
                              <m:grow/>
                            </m:dPr>
                            <m:e>
                              <m:r>
                                <m:rPr>
                                  <m:sty m:val="p"/>
                                </m:rPr>
                                <a:rPr lang="en-US" sz="949">
                                  <a:latin typeface="Latin Modern Math"/>
                                </a:rPr>
                                <m:t>s</m:t>
                              </m:r>
                              <m:r>
                                <m:rPr>
                                  <m:sty m:val="p"/>
                                </m:rPr>
                                <a:rPr lang="en-US" sz="949">
                                  <a:latin typeface="Latin Modern Math"/>
                                </a:rPr>
                                <m:t>o</m:t>
                              </m:r>
                              <m:r>
                                <m:rPr>
                                  <m:sty m:val="p"/>
                                </m:rPr>
                                <a:rPr lang="en-US" sz="949">
                                  <a:latin typeface="Latin Modern Math"/>
                                </a:rPr>
                                <m:t>f</m:t>
                              </m:r>
                              <m:r>
                                <m:rPr>
                                  <m:sty m:val="p"/>
                                </m:rPr>
                                <a:rPr lang="en-US" sz="949">
                                  <a:latin typeface="Latin Modern Math"/>
                                </a:rPr>
                                <m:t>t</m:t>
                              </m:r>
                              <m:r>
                                <m:rPr>
                                  <m:sty m:val="p"/>
                                </m:rPr>
                                <a:rPr lang="en-US" sz="949">
                                  <a:latin typeface="Latin Modern Math"/>
                                </a:rPr>
                                <m:t>m</m:t>
                              </m:r>
                              <m:r>
                                <m:rPr>
                                  <m:sty m:val="p"/>
                                </m:rPr>
                                <a:rPr lang="en-US" sz="949">
                                  <a:latin typeface="Latin Modern Math"/>
                                </a:rPr>
                                <m:t>a</m:t>
                              </m:r>
                              <m:r>
                                <m:rPr>
                                  <m:sty m:val="p"/>
                                </m:rPr>
                                <a:rPr lang="en-US" sz="949">
                                  <a:latin typeface="Latin Modern Math"/>
                                </a:rPr>
                                <m:t>x</m:t>
                              </m:r>
                              <m:d>
                                <m:dPr>
                                  <m:begChr m:val="("/>
                                  <m:endChr m:val=")"/>
                                  <m:sepChr m:val=""/>
                                  <m:grow/>
                                </m:dPr>
                                <m:e>
                                  <m:sSub>
                                    <m:e>
                                      <m:r>
                                        <a:rPr lang="en-US" sz="949">
                                          <a:latin typeface="Latin Modern Math"/>
                                        </a:rPr>
                                        <m:t>z</m:t>
                                      </m:r>
                                    </m:e>
                                    <m:sub>
                                      <m:r>
                                        <a:rPr lang="en-US" sz="949">
                                          <a:latin typeface="Latin Modern Math"/>
                                        </a:rPr>
                                        <m:t>6</m:t>
                                      </m:r>
                                    </m:sub>
                                  </m:sSub>
                                  <m:r>
                                    <m:rPr>
                                      <m:sty m:val="p"/>
                                    </m:rPr>
                                    <a:rPr lang="en-US" sz="949">
                                      <a:latin typeface="Latin Modern Math"/>
                                    </a:rPr>
                                    <m:t>/</m:t>
                                  </m:r>
                                  <m:r>
                                    <a:rPr lang="en-US" sz="949">
                                      <a:latin typeface="Latin Modern Math"/>
                                    </a:rPr>
                                    <m:t>T</m:t>
                                  </m:r>
                                </m:e>
                              </m:d>
                            </m:e>
                          </m:d>
                        </m:e>
                        <m:sub>
                          <m:r>
                            <a:rPr lang="en-US" sz="949">
                              <a:latin typeface="Latin Modern Math"/>
                            </a:rPr>
                            <m:t>n</m:t>
                          </m:r>
                        </m:sub>
                      </m:sSub>
                    </m:oMath>
                  </a14:m>
                  <a:endParaRPr sz="949"/>
                </a:p>
              </p:txBody>
            </p:sp>
          </mc:Choice>
          <mc:Fallback xmlns="">
            <p:pic>
              <p:nvPicPr>
                <p:cNvPr id="4" name="Equation 4 line 1" descr="p_{6,n}^{(T)}=[\mathrm{softmax}(z_6/T)]_n"/>
                <p:cNvPicPr/>
                <p:nvPr/>
              </p:nvPicPr>
              <p:blipFill>
                <a:blip r:embed="rIdFormula4_0"/>
                <a:stretch>
                  <a:fillRect/>
                </a:stretch>
              </p:blipFill>
              <p:spPr>
                <a:xfrm>
                  <a:off x="1682496" y="4370946"/>
                  <a:ext cx="1097280" cy="173508"/>
                </a:xfrm>
                <a:prstGeom prst="rect">
                  <a:avLst/>
                </a:prstGeom>
              </p:spPr>
            </p:pic>
          </mc:Fallback>
        </mc:AlternateContent>
        <mc:AlternateContent xmlns:mc="http://schemas.openxmlformats.org/markup-compatibility/2006" xmlns:a14="http://schemas.microsoft.com/office/drawing/2010/main">
          <mc:Choice Requires="a14">
            <p:sp>
              <p:nvSpPr>
                <p:cNvPr id="14" name="文本框 13">
                  <a:extLst>
                    <a:ext uri="{FF2B5EF4-FFF2-40B4-BE49-F238E27FC236}">
                      <a16:creationId xmlns:a16="http://schemas.microsoft.com/office/drawing/2014/main" id="{497F4388-297C-793D-D841-73286020FB46}"/>
                    </a:ext>
                  </a:extLst>
                </p:cNvPr>
                <p:cNvSpPr txBox="1"/>
                <p:nvPr/>
              </p:nvSpPr>
              <p:spPr>
                <a:xfrm>
                  <a:off x="5751576" y="1929384"/>
                  <a:ext cx="932688" cy="256032"/>
                </a:xfrm>
                <a:prstGeom prst="rect">
                  <a:avLst/>
                </a:prstGeom>
                <a:noFill/>
              </p:spPr>
              <p:txBody>
                <a:bodyPr wrap="none" lIns="0" rIns="0" tIns="0" bIns="0" anchor="ctr">
                  <a:noAutofit/>
                </a:bodyPr>
                <a:lstStyle/>
                <a:p>
                  <a:pPr algn="ctr">
                    <a:defRPr sz="972"/>
                  </a:pPr>
                  <a14:m>
                    <m:oMath xmlns:m="http://schemas.openxmlformats.org/officeDocument/2006/math">
                      <m:sSubSup>
                        <m:e>
                          <m:r>
                            <a:rPr lang="en-US" sz="972">
                              <a:latin typeface="Latin Modern Math"/>
                            </a:rPr>
                            <m:t>L</m:t>
                          </m:r>
                        </m:e>
                        <m:sub>
                          <m:r>
                            <m:rPr>
                              <m:sty m:val="p"/>
                            </m:rPr>
                            <a:rPr lang="en-US" sz="972">
                              <a:latin typeface="Latin Modern Math"/>
                            </a:rPr>
                            <m:t>F</m:t>
                          </m:r>
                          <m:r>
                            <m:rPr>
                              <m:sty m:val="p"/>
                            </m:rPr>
                            <a:rPr lang="en-US" sz="972">
                              <a:latin typeface="Latin Modern Math"/>
                            </a:rPr>
                            <m:t>i</m:t>
                          </m:r>
                          <m:r>
                            <m:rPr>
                              <m:sty m:val="p"/>
                            </m:rPr>
                            <a:rPr lang="en-US" sz="972">
                              <a:latin typeface="Latin Modern Math"/>
                            </a:rPr>
                            <m:t>s</m:t>
                          </m:r>
                          <m:r>
                            <m:rPr>
                              <m:sty m:val="p"/>
                            </m:rPr>
                            <a:rPr lang="en-US" sz="972">
                              <a:latin typeface="Latin Modern Math"/>
                            </a:rPr>
                            <m:t>h</m:t>
                          </m:r>
                          <m:r>
                            <m:rPr>
                              <m:sty m:val="p"/>
                            </m:rPr>
                            <a:rPr lang="en-US" sz="972">
                              <a:latin typeface="Latin Modern Math"/>
                            </a:rPr>
                            <m:t>e</m:t>
                          </m:r>
                          <m:r>
                            <m:rPr>
                              <m:sty m:val="p"/>
                            </m:rPr>
                            <a:rPr lang="en-US" sz="972">
                              <a:latin typeface="Latin Modern Math"/>
                            </a:rPr>
                            <m:t>r</m:t>
                          </m:r>
                          <m:r>
                            <m:rPr>
                              <m:sty m:val="p"/>
                            </m:rPr>
                            <a:rPr lang="en-US" sz="972">
                              <a:latin typeface="Latin Modern Math"/>
                            </a:rPr>
                            <m:t> </m:t>
                          </m:r>
                          <m:r>
                            <m:rPr>
                              <m:sty m:val="p"/>
                            </m:rPr>
                            <a:rPr lang="en-US" sz="972">
                              <a:latin typeface="Latin Modern Math"/>
                            </a:rPr>
                            <m:t>F</m:t>
                          </m:r>
                          <m:r>
                            <m:rPr>
                              <m:sty m:val="p"/>
                            </m:rPr>
                            <a:rPr lang="en-US" sz="972">
                              <a:latin typeface="Latin Modern Math"/>
                            </a:rPr>
                            <m:t>G</m:t>
                          </m:r>
                          <m:r>
                            <m:rPr>
                              <m:sty m:val="p"/>
                            </m:rPr>
                            <a:rPr lang="en-US" sz="972">
                              <a:latin typeface="Latin Modern Math"/>
                            </a:rPr>
                            <m:t>L</m:t>
                          </m:r>
                        </m:sub>
                        <m:sup>
                          <m:d>
                            <m:dPr>
                              <m:begChr m:val="("/>
                              <m:endChr m:val=")"/>
                              <m:sepChr m:val=""/>
                              <m:grow/>
                            </m:dPr>
                            <m:e>
                              <m:r>
                                <a:rPr lang="en-US" sz="972">
                                  <a:latin typeface="Latin Modern Math"/>
                                </a:rPr>
                                <m:t>i</m:t>
                              </m:r>
                            </m:e>
                          </m:d>
                        </m:sup>
                      </m:sSubSup>
                    </m:oMath>
                  </a14:m>
                  <a:endParaRPr sz="972"/>
                </a:p>
              </p:txBody>
            </p:sp>
          </mc:Choice>
          <mc:Fallback xmlns="">
            <p:pic>
              <p:nvPicPr>
                <p:cNvPr id="14" name="Equation 14 line 1" descr="L_{\mathrm{Fisher\,FGL}}^{(i)}"/>
                <p:cNvPicPr/>
                <p:nvPr/>
              </p:nvPicPr>
              <p:blipFill>
                <a:blip r:embed="rIdFormula14_0"/>
                <a:stretch>
                  <a:fillRect/>
                </a:stretch>
              </p:blipFill>
              <p:spPr>
                <a:xfrm>
                  <a:off x="5985022" y="1975104"/>
                  <a:ext cx="465795" cy="164592"/>
                </a:xfrm>
                <a:prstGeom prst="rect">
                  <a:avLst/>
                </a:prstGeom>
              </p:spPr>
            </p:pic>
          </mc:Fallback>
        </mc:AlternateContent>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 name="组合 9">
            <a:extLst>
              <a:ext uri="{FF2B5EF4-FFF2-40B4-BE49-F238E27FC236}">
                <a16:creationId xmlns:a16="http://schemas.microsoft.com/office/drawing/2014/main" id="{B92F47CE-67E2-5F60-D622-4D99699905C8}"/>
              </a:ext>
            </a:extLst>
          </p:cNvPr>
          <p:cNvGrpSpPr/>
          <p:nvPr/>
        </p:nvGrpSpPr>
        <p:grpSpPr>
          <a:xfrm>
            <a:off x="486000" y="1055520"/>
            <a:ext cx="6440400" cy="3812400"/>
            <a:chOff x="486000" y="1055520"/>
            <a:chExt cx="6440400" cy="3812400"/>
          </a:xfrm>
        </p:grpSpPr>
        <p:sp>
          <p:nvSpPr>
            <p:cNvPr id="521" name="title"/>
            <p:cNvSpPr/>
            <p:nvPr/>
          </p:nvSpPr>
          <p:spPr>
            <a:xfrm>
              <a:off x="522000" y="1055520"/>
              <a:ext cx="4928400" cy="2304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defTabSz="1018080">
                <a:lnSpc>
                  <a:spcPct val="100000"/>
                </a:lnSpc>
              </a:pPr>
              <a:r>
                <a:rPr lang="en-US" sz="900" b="1" u="none" strike="noStrike" dirty="0">
                  <a:effectLst/>
                  <a:uFillTx/>
                  <a:latin typeface="Times New Roman" panose="02020603050405020304" pitchFamily="18" charset="0"/>
                  <a:cs typeface="Times New Roman" panose="02020603050405020304" pitchFamily="18" charset="0"/>
                </a:rPr>
                <a:t>Decoder Distribution Optimizer </a:t>
              </a:r>
              <a:r>
                <a:rPr lang="en-US" sz="900" b="1" dirty="0">
                  <a:latin typeface="Times New Roman" panose="02020603050405020304" pitchFamily="18" charset="0"/>
                  <a:cs typeface="Times New Roman" panose="02020603050405020304" pitchFamily="18" charset="0"/>
                </a:rPr>
                <a:t>(DDO)</a:t>
              </a:r>
              <a:endParaRPr lang="en-US" sz="900" b="0" u="none" strike="noStrike" dirty="0">
                <a:effectLst/>
                <a:uFillTx/>
                <a:latin typeface="Times New Roman" panose="02020603050405020304" pitchFamily="18" charset="0"/>
                <a:cs typeface="Times New Roman" panose="02020603050405020304" pitchFamily="18" charset="0"/>
              </a:endParaRPr>
            </a:p>
          </p:txBody>
        </p:sp>
        <p:sp>
          <p:nvSpPr>
            <p:cNvPr id="522" name="ddo_panel"/>
            <p:cNvSpPr/>
            <p:nvPr/>
          </p:nvSpPr>
          <p:spPr>
            <a:xfrm>
              <a:off x="486000" y="1397520"/>
              <a:ext cx="6440400" cy="2372400"/>
            </a:xfrm>
            <a:prstGeom prst="roundRect">
              <a:avLst>
                <a:gd name="adj" fmla="val 4500"/>
              </a:avLst>
            </a:prstGeom>
            <a:solidFill>
              <a:srgbClr val="FDFAF3"/>
            </a:solidFill>
            <a:ln w="6350">
              <a:prstDash val="dash"/>
              <a:solidFill>
                <a:srgbClr val="AAB4BD"/>
              </a:solidFill>
            </a:ln>
          </p:spPr>
          <p:style>
            <a:lnRef idx="2">
              <a:schemeClr val="accent1">
                <a:shade val="15000"/>
              </a:schemeClr>
            </a:lnRef>
            <a:fillRef idx="1">
              <a:schemeClr val="accent1"/>
            </a:fillRef>
            <a:effectRef idx="0">
              <a:schemeClr val="accent1"/>
            </a:effectRef>
            <a:fontRef idx="minor"/>
          </p:style>
          <p:txBody>
            <a:bodyPr lIns="100080" tIns="50040" rIns="100080" bIns="50040" anchor="ctr">
              <a:noAutofit/>
            </a:bodyPr>
            <a:lstStyle/>
            <a:p>
              <a:endParaRPr lang="en-US" sz="2000" b="0" u="none" strike="noStrike">
                <a:effectLst/>
                <a:uFillTx/>
                <a:latin typeface="Times New Roman" panose="02020603050405020304" pitchFamily="18" charset="0"/>
                <a:cs typeface="Times New Roman" panose="02020603050405020304" pitchFamily="18" charset="0"/>
              </a:endParaRPr>
            </a:p>
          </p:txBody>
        </p:sp>
        <p:sp>
          <p:nvSpPr>
            <p:cNvPr id="523" name="ddo_panel_title"/>
            <p:cNvSpPr/>
            <p:nvPr/>
          </p:nvSpPr>
          <p:spPr>
            <a:xfrm>
              <a:off x="576000" y="1462320"/>
              <a:ext cx="4496400" cy="1548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defTabSz="1018080">
                <a:lnSpc>
                  <a:spcPct val="100000"/>
                </a:lnSpc>
              </a:pPr>
              <a:r>
                <a:rPr lang="en-US" sz="900" b="1" u="none" strike="noStrike" dirty="0">
                  <a:effectLst/>
                  <a:uFillTx/>
                  <a:latin typeface="Times New Roman" panose="02020603050405020304" pitchFamily="18" charset="0"/>
                  <a:cs typeface="Times New Roman" panose="02020603050405020304" pitchFamily="18" charset="0"/>
                </a:rPr>
                <a:t>Adaptive decoding scale (</a:t>
              </a:r>
              <a:r>
                <a:rPr lang="en-US" sz="900" b="1" i="1" u="none" strike="noStrike" dirty="0" err="1">
                  <a:effectLst/>
                  <a:uFillTx/>
                  <a:latin typeface="Times New Roman" panose="02020603050405020304" pitchFamily="18" charset="0"/>
                  <a:cs typeface="Times New Roman" panose="02020603050405020304" pitchFamily="18" charset="0"/>
                </a:rPr>
                <a:t>i</a:t>
              </a:r>
              <a:r>
                <a:rPr lang="en-US" sz="900" b="1" i="1" u="none" strike="noStrike" dirty="0">
                  <a:effectLst/>
                  <a:uFillTx/>
                  <a:latin typeface="Times New Roman" panose="02020603050405020304" pitchFamily="18" charset="0"/>
                  <a:cs typeface="Times New Roman" panose="02020603050405020304" pitchFamily="18" charset="0"/>
                </a:rPr>
                <a:t> = 1, …, 6</a:t>
              </a:r>
              <a:r>
                <a:rPr lang="en-US" sz="900" b="1" u="none" strike="noStrike" dirty="0">
                  <a:effectLst/>
                  <a:uFillTx/>
                  <a:latin typeface="Times New Roman" panose="02020603050405020304" pitchFamily="18" charset="0"/>
                  <a:cs typeface="Times New Roman" panose="02020603050405020304" pitchFamily="18" charset="0"/>
                </a:rPr>
                <a:t>)</a:t>
              </a:r>
              <a:endParaRPr lang="en-US" sz="900" b="0" u="none" strike="noStrike" dirty="0">
                <a:effectLst/>
                <a:uFillTx/>
                <a:latin typeface="Times New Roman" panose="02020603050405020304" pitchFamily="18" charset="0"/>
                <a:cs typeface="Times New Roman" panose="02020603050405020304" pitchFamily="18" charset="0"/>
              </a:endParaRPr>
            </a:p>
          </p:txBody>
        </p:sp>
        <p:sp>
          <p:nvSpPr>
            <p:cNvPr id="524" name="initial_box"/>
            <p:cNvSpPr/>
            <p:nvPr/>
          </p:nvSpPr>
          <p:spPr>
            <a:xfrm>
              <a:off x="696960" y="1989000"/>
              <a:ext cx="756720" cy="379080"/>
            </a:xfrm>
            <a:prstGeom prst="roundRect">
              <a:avLst>
                <a:gd name="adj" fmla="val 15000"/>
              </a:avLst>
            </a:prstGeom>
            <a:solidFill>
              <a:srgbClr val="F2F5F7"/>
            </a:solidFill>
            <a:ln w="7620">
              <a:solidFill>
                <a:srgbClr val="94A3AD"/>
              </a:solidFill>
            </a:ln>
          </p:spPr>
          <p:style>
            <a:lnRef idx="2">
              <a:schemeClr val="accent1">
                <a:shade val="15000"/>
              </a:schemeClr>
            </a:lnRef>
            <a:fillRef idx="1">
              <a:schemeClr val="accent1"/>
            </a:fillRef>
            <a:effectRef idx="0">
              <a:schemeClr val="accent1"/>
            </a:effectRef>
            <a:fontRef idx="minor"/>
          </p:style>
          <p:txBody>
            <a:bodyPr lIns="100080" tIns="50040" rIns="100080" bIns="50040" anchor="ctr">
              <a:noAutofit/>
            </a:bodyPr>
            <a:lstStyle/>
            <a:p>
              <a:endParaRPr lang="en-US" sz="2000" b="0" u="none" strike="noStrike">
                <a:effectLst/>
                <a:uFillTx/>
                <a:latin typeface="Times New Roman" panose="02020603050405020304" pitchFamily="18" charset="0"/>
                <a:cs typeface="Times New Roman" panose="02020603050405020304" pitchFamily="18" charset="0"/>
              </a:endParaRPr>
            </a:p>
          </p:txBody>
        </p:sp>
        <p:sp>
          <p:nvSpPr>
            <p:cNvPr id="525" name="initial_box_text"/>
            <p:cNvSpPr/>
            <p:nvPr/>
          </p:nvSpPr>
          <p:spPr>
            <a:xfrm>
              <a:off x="673200" y="1987920"/>
              <a:ext cx="774000" cy="3816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r>
                <a:rPr lang="en-US" sz="900" b="0" u="none" strike="noStrike" dirty="0">
                  <a:effectLst/>
                  <a:uFillTx/>
                  <a:latin typeface="Times New Roman" panose="02020603050405020304" pitchFamily="18" charset="0"/>
                  <a:cs typeface="Times New Roman" panose="02020603050405020304" pitchFamily="18" charset="0"/>
                </a:rPr>
                <a:t>Initial box b</a:t>
              </a:r>
              <a:r>
                <a:rPr lang="en-US" sz="850" b="0" i="1" u="none" strike="noStrike" baseline="-25000" dirty="0">
                  <a:effectLst/>
                  <a:uFillTx/>
                  <a:latin typeface="Times New Roman" panose="02020603050405020304" pitchFamily="18" charset="0"/>
                  <a:cs typeface="Times New Roman" panose="02020603050405020304" pitchFamily="18" charset="0"/>
                </a:rPr>
                <a:t>0</a:t>
              </a:r>
              <a:endParaRPr lang="en-US" sz="850" b="0" u="none" strike="noStrike" dirty="0">
                <a:effectLst/>
                <a:uFillTx/>
                <a:latin typeface="Times New Roman" panose="02020603050405020304" pitchFamily="18" charset="0"/>
                <a:cs typeface="Times New Roman" panose="02020603050405020304" pitchFamily="18" charset="0"/>
              </a:endParaRPr>
            </a:p>
            <a:p>
              <a:pPr algn="ctr" defTabSz="1018080">
                <a:lnSpc>
                  <a:spcPct val="100000"/>
                </a:lnSpc>
              </a:pPr>
              <a:r>
                <a:rPr lang="en-US" sz="900" b="0" i="1" u="none" strike="noStrike" dirty="0">
                  <a:effectLst/>
                  <a:uFillTx/>
                  <a:latin typeface="Times New Roman" panose="02020603050405020304" pitchFamily="18" charset="0"/>
                  <a:cs typeface="Times New Roman" panose="02020603050405020304" pitchFamily="18" charset="0"/>
                </a:rPr>
                <a:t>w</a:t>
              </a:r>
              <a:r>
                <a:rPr lang="en-US" sz="850" b="0" i="1" u="none" strike="noStrike" baseline="-25000" dirty="0">
                  <a:effectLst/>
                  <a:uFillTx/>
                  <a:latin typeface="Times New Roman" panose="02020603050405020304" pitchFamily="18" charset="0"/>
                  <a:cs typeface="Times New Roman" panose="02020603050405020304" pitchFamily="18" charset="0"/>
                </a:rPr>
                <a:t>0</a:t>
              </a:r>
              <a:r>
                <a:rPr lang="en-US" sz="900" b="0" i="1" u="none" strike="noStrike" dirty="0">
                  <a:effectLst/>
                  <a:uFillTx/>
                  <a:latin typeface="Times New Roman" panose="02020603050405020304" pitchFamily="18" charset="0"/>
                  <a:cs typeface="Times New Roman" panose="02020603050405020304" pitchFamily="18" charset="0"/>
                </a:rPr>
                <a:t>, h</a:t>
              </a:r>
              <a:r>
                <a:rPr lang="en-US" sz="850" b="0" i="1" u="none" strike="noStrike" baseline="-25000" dirty="0">
                  <a:effectLst/>
                  <a:uFillTx/>
                  <a:latin typeface="Times New Roman" panose="02020603050405020304" pitchFamily="18" charset="0"/>
                  <a:cs typeface="Times New Roman" panose="02020603050405020304" pitchFamily="18" charset="0"/>
                </a:rPr>
                <a:t>0</a:t>
              </a:r>
              <a:endParaRPr lang="en-US" sz="850" b="0" i="1" u="none" strike="noStrike" dirty="0">
                <a:effectLst/>
                <a:uFillTx/>
                <a:latin typeface="Times New Roman" panose="02020603050405020304" pitchFamily="18" charset="0"/>
                <a:cs typeface="Times New Roman" panose="02020603050405020304" pitchFamily="18" charset="0"/>
              </a:endParaRPr>
            </a:p>
          </p:txBody>
        </p:sp>
        <p:sp>
          <p:nvSpPr>
            <p:cNvPr id="526" name="scale_branch"/>
            <p:cNvSpPr/>
            <p:nvPr/>
          </p:nvSpPr>
          <p:spPr>
            <a:xfrm>
              <a:off x="1925280" y="1832040"/>
              <a:ext cx="1865520" cy="664920"/>
            </a:xfrm>
            <a:prstGeom prst="roundRect">
              <a:avLst>
                <a:gd name="adj" fmla="val 15000"/>
              </a:avLst>
            </a:prstGeom>
            <a:solidFill>
              <a:srgbClr val="F7DDA7"/>
            </a:solidFill>
            <a:ln w="7620">
              <a:solidFill>
                <a:srgbClr val="C49B50"/>
              </a:solidFill>
            </a:ln>
          </p:spPr>
          <p:style>
            <a:lnRef idx="2">
              <a:schemeClr val="accent1">
                <a:shade val="15000"/>
              </a:schemeClr>
            </a:lnRef>
            <a:fillRef idx="1">
              <a:schemeClr val="accent1"/>
            </a:fillRef>
            <a:effectRef idx="0">
              <a:schemeClr val="accent1"/>
            </a:effectRef>
            <a:fontRef idx="minor"/>
          </p:style>
          <p:txBody>
            <a:bodyPr lIns="100080" tIns="50040" rIns="100080" bIns="50040" anchor="ctr">
              <a:noAutofit/>
            </a:bodyPr>
            <a:lstStyle/>
            <a:p>
              <a:endParaRPr lang="en-US" sz="2000" b="0" u="none" strike="noStrike">
                <a:effectLst/>
                <a:uFillTx/>
                <a:latin typeface="Times New Roman" panose="02020603050405020304" pitchFamily="18" charset="0"/>
                <a:cs typeface="Times New Roman" panose="02020603050405020304" pitchFamily="18" charset="0"/>
              </a:endParaRPr>
            </a:p>
          </p:txBody>
        </p:sp>
        <p:sp>
          <p:nvSpPr>
            <p:cNvPr id="527" name="scale_title"/>
            <p:cNvSpPr/>
            <p:nvPr/>
          </p:nvSpPr>
          <p:spPr>
            <a:xfrm>
              <a:off x="1836000" y="1861920"/>
              <a:ext cx="2012400" cy="1512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r>
                <a:rPr lang="en-US" sz="900" b="1" u="none" strike="noStrike">
                  <a:effectLst/>
                  <a:uFillTx/>
                  <a:latin typeface="Times New Roman" panose="02020603050405020304" pitchFamily="18" charset="0"/>
                  <a:cs typeface="Times New Roman" panose="02020603050405020304" pitchFamily="18" charset="0"/>
                </a:rPr>
                <a:t>Box-scale adaptation</a:t>
              </a:r>
              <a:endParaRPr lang="en-US" sz="900" b="0" u="none" strike="noStrike">
                <a:effectLst/>
                <a:uFillTx/>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528" name="box_size"/>
                <p:cNvSpPr/>
                <p:nvPr/>
              </p:nvSpPr>
              <p:spPr>
                <a:xfrm>
                  <a:off x="1984248" y="2071116"/>
                  <a:ext cx="1746504" cy="164592"/>
                </a:xfrm>
                <a:prstGeom prst="rect">
                  <a:avLst/>
                </a:prstGeom>
                <a:noFill/>
                <a:ln w="0">
                  <a:noFill/>
                </a:ln>
              </p:spPr>
              <p:style>
                <a:lnRef idx="0">
                  <a:scrgbClr r="0" g="0" b="0"/>
                </a:lnRef>
                <a:fillRef idx="0">
                  <a:scrgbClr r="0" g="0" b="0"/>
                </a:fillRef>
                <a:effectRef idx="0">
                  <a:scrgbClr r="0" g="0" b="0"/>
                </a:effectRef>
                <a:fontRef idx="minor"/>
              </p:style>
              <p:txBody>
                <a:bodyPr wrap="none" lIns="0" rIns="0" tIns="0" bIns="0" anchor="ctr">
                  <a:noAutofit/>
                </a:bodyPr>
                <a:lstStyle/>
                <a:p>
                  <a:pPr algn="ctr">
                    <a:defRPr sz="900"/>
                  </a:pPr>
                  <a14:m>
                    <m:oMath xmlns:m="http://schemas.openxmlformats.org/officeDocument/2006/math">
                      <m:r>
                        <a:rPr lang="en-US" sz="900">
                          <a:latin typeface="Latin Modern Math"/>
                        </a:rPr>
                        <m:t>s</m:t>
                      </m:r>
                      <m:r>
                        <m:rPr>
                          <m:sty m:val="p"/>
                        </m:rPr>
                        <a:rPr lang="en-US" sz="900">
                          <a:latin typeface="Latin Modern Math"/>
                        </a:rPr>
                        <m:t>=</m:t>
                      </m:r>
                      <m:rad>
                        <m:radPr>
                          <m:degHide m:val="on"/>
                        </m:radPr>
                        <m:deg/>
                        <m:e>
                          <m:sSub>
                            <m:e>
                              <m:r>
                                <a:rPr lang="en-US" sz="900">
                                  <a:latin typeface="Latin Modern Math"/>
                                </a:rPr>
                                <m:t>w</m:t>
                              </m:r>
                            </m:e>
                            <m:sub>
                              <m:r>
                                <a:rPr lang="en-US" sz="900">
                                  <a:latin typeface="Latin Modern Math"/>
                                </a:rPr>
                                <m:t>0</m:t>
                              </m:r>
                            </m:sub>
                          </m:sSub>
                          <m:sSub>
                            <m:e>
                              <m:r>
                                <a:rPr lang="en-US" sz="900">
                                  <a:latin typeface="Latin Modern Math"/>
                                </a:rPr>
                                <m:t>h</m:t>
                              </m:r>
                            </m:e>
                            <m:sub>
                              <m:r>
                                <a:rPr lang="en-US" sz="900">
                                  <a:latin typeface="Latin Modern Math"/>
                                </a:rPr>
                                <m:t>0</m:t>
                              </m:r>
                            </m:sub>
                          </m:sSub>
                        </m:e>
                      </m:rad>
                    </m:oMath>
                  </a14:m>
                  <a:endParaRPr sz="900"/>
                </a:p>
              </p:txBody>
            </p:sp>
          </mc:Choice>
          <mc:Fallback xmlns="">
            <p:pic>
              <p:nvPicPr>
                <p:cNvPr id="528" name="Equation 528 line 1" descr="s=\sqrt{w_0h_0}"/>
                <p:cNvPicPr/>
                <p:nvPr/>
              </p:nvPicPr>
              <p:blipFill>
                <a:blip r:embed="rIdFormula528_0"/>
                <a:stretch>
                  <a:fillRect/>
                </a:stretch>
              </p:blipFill>
              <p:spPr>
                <a:xfrm>
                  <a:off x="2597658" y="2071116"/>
                  <a:ext cx="519684" cy="164592"/>
                </a:xfrm>
                <a:prstGeom prst="rect">
                  <a:avLst/>
                </a:prstGeom>
              </p:spPr>
            </p:pic>
          </mc:Fallback>
        </mc:AlternateContent>
        <mc:AlternateContent xmlns:mc="http://schemas.openxmlformats.org/markup-compatibility/2006" xmlns:a14="http://schemas.microsoft.com/office/drawing/2010/main">
          <mc:Choice Requires="a14">
            <p:sp>
              <p:nvSpPr>
                <p:cNvPr id="529" name="base_formula"/>
                <p:cNvSpPr/>
                <p:nvPr/>
              </p:nvSpPr>
              <p:spPr>
                <a:xfrm>
                  <a:off x="1984248" y="2299716"/>
                  <a:ext cx="1746504" cy="146304"/>
                </a:xfrm>
                <a:prstGeom prst="rect">
                  <a:avLst/>
                </a:prstGeom>
                <a:noFill/>
                <a:ln w="0">
                  <a:noFill/>
                </a:ln>
              </p:spPr>
              <p:style>
                <a:lnRef idx="0">
                  <a:scrgbClr r="0" g="0" b="0"/>
                </a:lnRef>
                <a:fillRef idx="0">
                  <a:scrgbClr r="0" g="0" b="0"/>
                </a:fillRef>
                <a:effectRef idx="0">
                  <a:scrgbClr r="0" g="0" b="0"/>
                </a:effectRef>
                <a:fontRef idx="minor"/>
              </p:style>
              <p:txBody>
                <a:bodyPr wrap="none" lIns="0" rIns="0" tIns="0" bIns="0" anchor="ctr">
                  <a:noAutofit/>
                </a:bodyPr>
                <a:lstStyle/>
                <a:p>
                  <a:pPr algn="ctr">
                    <a:defRPr sz="972"/>
                  </a:pPr>
                  <a14:m>
                    <m:oMath xmlns:m="http://schemas.openxmlformats.org/officeDocument/2006/math">
                      <m:sSub>
                        <m:e>
                          <m:r>
                            <a:rPr lang="en-US" sz="972">
                              <a:latin typeface="Latin Modern Math"/>
                            </a:rPr>
                            <m:t>r</m:t>
                          </m:r>
                        </m:e>
                        <m:sub>
                          <m:r>
                            <m:rPr>
                              <m:sty m:val="p"/>
                            </m:rPr>
                            <a:rPr lang="en-US" sz="972">
                              <a:latin typeface="Latin Modern Math"/>
                            </a:rPr>
                            <m:t>b</m:t>
                          </m:r>
                          <m:r>
                            <m:rPr>
                              <m:sty m:val="p"/>
                            </m:rPr>
                            <a:rPr lang="en-US" sz="972">
                              <a:latin typeface="Latin Modern Math"/>
                            </a:rPr>
                            <m:t>a</m:t>
                          </m:r>
                          <m:r>
                            <m:rPr>
                              <m:sty m:val="p"/>
                            </m:rPr>
                            <a:rPr lang="en-US" sz="972">
                              <a:latin typeface="Latin Modern Math"/>
                            </a:rPr>
                            <m:t>s</m:t>
                          </m:r>
                          <m:r>
                            <m:rPr>
                              <m:sty m:val="p"/>
                            </m:rPr>
                            <a:rPr lang="en-US" sz="972">
                              <a:latin typeface="Latin Modern Math"/>
                            </a:rPr>
                            <m:t>e</m:t>
                          </m:r>
                        </m:sub>
                      </m:sSub>
                      <m:r>
                        <m:rPr>
                          <m:sty m:val="p"/>
                        </m:rPr>
                        <a:rPr lang="en-US" sz="972">
                          <a:latin typeface="Latin Modern Math"/>
                        </a:rPr>
                        <m:t>=</m:t>
                      </m:r>
                      <m:r>
                        <a:rPr lang="en-US" sz="972">
                          <a:latin typeface="Latin Modern Math"/>
                        </a:rPr>
                        <m:t>4</m:t>
                      </m:r>
                      <m:r>
                        <a:rPr lang="en-US" sz="972">
                          <a:latin typeface="Latin Modern Math"/>
                        </a:rPr>
                        <m:t> </m:t>
                      </m:r>
                      <m:r>
                        <m:rPr>
                          <m:sty m:val="p"/>
                        </m:rPr>
                        <a:rPr lang="en-US" sz="972">
                          <a:latin typeface="Latin Modern Math"/>
                        </a:rPr>
                        <m:t>c</m:t>
                      </m:r>
                      <m:r>
                        <m:rPr>
                          <m:sty m:val="p"/>
                        </m:rPr>
                        <a:rPr lang="en-US" sz="972">
                          <a:latin typeface="Latin Modern Math"/>
                        </a:rPr>
                        <m:t>l</m:t>
                      </m:r>
                      <m:r>
                        <m:rPr>
                          <m:sty m:val="p"/>
                        </m:rPr>
                        <a:rPr lang="en-US" sz="972">
                          <a:latin typeface="Latin Modern Math"/>
                        </a:rPr>
                        <m:t>i</m:t>
                      </m:r>
                      <m:r>
                        <m:rPr>
                          <m:sty m:val="p"/>
                        </m:rPr>
                        <a:rPr lang="en-US" sz="972">
                          <a:latin typeface="Latin Modern Math"/>
                        </a:rPr>
                        <m:t>p</m:t>
                      </m:r>
                      <m:d>
                        <m:dPr>
                          <m:begChr m:val="("/>
                          <m:endChr m:val=")"/>
                          <m:sepChr m:val=""/>
                          <m:grow/>
                        </m:dPr>
                        <m:e>
                          <m:r>
                            <a:rPr lang="en-US" sz="972">
                              <a:latin typeface="Latin Modern Math"/>
                            </a:rPr>
                            <m:t>0.05</m:t>
                          </m:r>
                          <m:r>
                            <m:rPr>
                              <m:sty m:val="p"/>
                            </m:rPr>
                            <a:rPr lang="en-US" sz="972">
                              <a:latin typeface="Latin Modern Math"/>
                            </a:rPr>
                            <m:t>/</m:t>
                          </m:r>
                          <m:d>
                            <m:dPr>
                              <m:begChr m:val="("/>
                              <m:endChr m:val=")"/>
                              <m:sepChr m:val=""/>
                              <m:grow/>
                            </m:dPr>
                            <m:e>
                              <m:r>
                                <a:rPr lang="en-US" sz="972">
                                  <a:latin typeface="Latin Modern Math"/>
                                </a:rPr>
                                <m:t>s</m:t>
                              </m:r>
                              <m:r>
                                <m:rPr>
                                  <m:sty m:val="p"/>
                                </m:rPr>
                                <a:rPr lang="en-US" sz="972">
                                  <a:latin typeface="Latin Modern Math"/>
                                </a:rPr>
                                <m:t>+</m:t>
                              </m:r>
                              <m:r>
                                <a:rPr lang="en-US" sz="972">
                                  <a:latin typeface="Latin Modern Math"/>
                                </a:rPr>
                                <m:t>ε</m:t>
                              </m:r>
                            </m:e>
                          </m:d>
                          <m:r>
                            <m:rPr>
                              <m:sty m:val="p"/>
                            </m:rPr>
                            <a:rPr lang="en-US" sz="972">
                              <a:latin typeface="Latin Modern Math"/>
                            </a:rPr>
                            <m:t>,</m:t>
                          </m:r>
                          <m:r>
                            <a:rPr lang="en-US" sz="972">
                              <a:latin typeface="Latin Modern Math"/>
                            </a:rPr>
                            <m:t> </m:t>
                          </m:r>
                          <m:r>
                            <a:rPr lang="en-US" sz="972">
                              <a:latin typeface="Latin Modern Math"/>
                            </a:rPr>
                            <m:t>0.6</m:t>
                          </m:r>
                          <m:r>
                            <m:rPr>
                              <m:sty m:val="p"/>
                            </m:rPr>
                            <a:rPr lang="en-US" sz="972">
                              <a:latin typeface="Latin Modern Math"/>
                            </a:rPr>
                            <m:t>,</m:t>
                          </m:r>
                          <m:r>
                            <a:rPr lang="en-US" sz="972">
                              <a:latin typeface="Latin Modern Math"/>
                            </a:rPr>
                            <m:t> </m:t>
                          </m:r>
                          <m:r>
                            <a:rPr lang="en-US" sz="972">
                              <a:latin typeface="Latin Modern Math"/>
                            </a:rPr>
                            <m:t>1.8</m:t>
                          </m:r>
                        </m:e>
                      </m:d>
                    </m:oMath>
                  </a14:m>
                  <a:endParaRPr sz="972"/>
                </a:p>
              </p:txBody>
            </p:sp>
          </mc:Choice>
          <mc:Fallback xmlns="">
            <p:pic>
              <p:nvPicPr>
                <p:cNvPr id="529" name="Equation 529 line 1" descr="r_{\mathrm{base}}=4\,\mathrm{clip}\left(0.05/(s+\varepsilon),\,0.6,\,1.8\right)"/>
                <p:cNvPicPr/>
                <p:nvPr/>
              </p:nvPicPr>
              <p:blipFill>
                <a:blip r:embed="rIdFormula529_0"/>
                <a:stretch>
                  <a:fillRect/>
                </a:stretch>
              </p:blipFill>
              <p:spPr>
                <a:xfrm>
                  <a:off x="2021373" y="2311146"/>
                  <a:ext cx="1672255" cy="123444"/>
                </a:xfrm>
                <a:prstGeom prst="rect">
                  <a:avLst/>
                </a:prstGeom>
              </p:spPr>
            </p:pic>
          </mc:Fallback>
        </mc:AlternateContent>
        <p:sp>
          <p:nvSpPr>
            <p:cNvPr id="530" name="current_logits"/>
            <p:cNvSpPr/>
            <p:nvPr/>
          </p:nvSpPr>
          <p:spPr>
            <a:xfrm>
              <a:off x="697680" y="2985480"/>
              <a:ext cx="756720" cy="348480"/>
            </a:xfrm>
            <a:prstGeom prst="roundRect">
              <a:avLst>
                <a:gd name="adj" fmla="val 15000"/>
              </a:avLst>
            </a:prstGeom>
            <a:solidFill>
              <a:srgbClr val="F2F5F7"/>
            </a:solidFill>
            <a:ln w="7620">
              <a:solidFill>
                <a:srgbClr val="94A3AD"/>
              </a:solidFill>
            </a:ln>
          </p:spPr>
          <p:style>
            <a:lnRef idx="2">
              <a:schemeClr val="accent1">
                <a:shade val="15000"/>
              </a:schemeClr>
            </a:lnRef>
            <a:fillRef idx="1">
              <a:schemeClr val="accent1"/>
            </a:fillRef>
            <a:effectRef idx="0">
              <a:schemeClr val="accent1"/>
            </a:effectRef>
            <a:fontRef idx="minor"/>
          </p:style>
          <p:txBody>
            <a:bodyPr lIns="100080" tIns="50040" rIns="100080" bIns="50040" anchor="ctr">
              <a:noAutofit/>
            </a:bodyPr>
            <a:lstStyle/>
            <a:p>
              <a:endParaRPr lang="en-US" sz="2000" b="0" u="none" strike="noStrike">
                <a:effectLst/>
                <a:uFillTx/>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531" name="current_logits_text"/>
                <p:cNvSpPr/>
                <p:nvPr/>
              </p:nvSpPr>
              <p:spPr>
                <a:xfrm>
                  <a:off x="673200" y="2995920"/>
                  <a:ext cx="774000" cy="327600"/>
                </a:xfrm>
                <a:prstGeom prst="rect">
                  <a:avLst/>
                </a:prstGeom>
                <a:noFill/>
                <a:ln w="0">
                  <a:noFill/>
                </a:ln>
              </p:spPr>
              <p:style>
                <a:lnRef idx="0">
                  <a:scrgbClr r="0" g="0" b="0"/>
                </a:lnRef>
                <a:fillRef idx="0">
                  <a:scrgbClr r="0" g="0" b="0"/>
                </a:fillRef>
                <a:effectRef idx="0">
                  <a:scrgbClr r="0" g="0" b="0"/>
                </a:effectRef>
                <a:fontRef idx="minor"/>
              </p:style>
              <p:txBody>
                <a:bodyPr wrap="none" lIns="0" rIns="0" tIns="0" bIns="0" anchor="ctr">
                  <a:noAutofit/>
                </a:bodyPr>
                <a:lstStyle/>
                <a:p>
                  <a:pPr algn="ctr">
                    <a:defRPr sz="972"/>
                  </a:pPr>
                  <a14:m>
                    <m:oMath xmlns:m="http://schemas.openxmlformats.org/officeDocument/2006/math">
                      <m:r>
                        <m:rPr>
                          <m:sty m:val="p"/>
                        </m:rPr>
                        <a:rPr lang="en-US" sz="972">
                          <a:latin typeface="Latin Modern Math"/>
                        </a:rPr>
                        <m:t>E</m:t>
                      </m:r>
                      <m:r>
                        <m:rPr>
                          <m:sty m:val="p"/>
                        </m:rPr>
                        <a:rPr lang="en-US" sz="972">
                          <a:latin typeface="Latin Modern Math"/>
                        </a:rPr>
                        <m:t>d</m:t>
                      </m:r>
                      <m:r>
                        <m:rPr>
                          <m:sty m:val="p"/>
                        </m:rPr>
                        <a:rPr lang="en-US" sz="972">
                          <a:latin typeface="Latin Modern Math"/>
                        </a:rPr>
                        <m:t>g</m:t>
                      </m:r>
                      <m:r>
                        <m:rPr>
                          <m:sty m:val="p"/>
                        </m:rPr>
                        <a:rPr lang="en-US" sz="972">
                          <a:latin typeface="Latin Modern Math"/>
                        </a:rPr>
                        <m:t>e</m:t>
                      </m:r>
                      <m:r>
                        <m:rPr>
                          <m:sty m:val="p"/>
                        </m:rPr>
                        <a:rPr lang="en-US" sz="972">
                          <a:latin typeface="Latin Modern Math"/>
                        </a:rPr>
                        <m:t> </m:t>
                      </m:r>
                      <m:r>
                        <m:rPr>
                          <m:sty m:val="p"/>
                        </m:rPr>
                        <a:rPr lang="en-US" sz="972">
                          <a:latin typeface="Latin Modern Math"/>
                        </a:rPr>
                        <m:t>l</m:t>
                      </m:r>
                      <m:r>
                        <m:rPr>
                          <m:sty m:val="p"/>
                        </m:rPr>
                        <a:rPr lang="en-US" sz="972">
                          <a:latin typeface="Latin Modern Math"/>
                        </a:rPr>
                        <m:t>o</m:t>
                      </m:r>
                      <m:r>
                        <m:rPr>
                          <m:sty m:val="p"/>
                        </m:rPr>
                        <a:rPr lang="en-US" sz="972">
                          <a:latin typeface="Latin Modern Math"/>
                        </a:rPr>
                        <m:t>g</m:t>
                      </m:r>
                      <m:r>
                        <m:rPr>
                          <m:sty m:val="p"/>
                        </m:rPr>
                        <a:rPr lang="en-US" sz="972">
                          <a:latin typeface="Latin Modern Math"/>
                        </a:rPr>
                        <m:t>i</m:t>
                      </m:r>
                      <m:r>
                        <m:rPr>
                          <m:sty m:val="p"/>
                        </m:rPr>
                        <a:rPr lang="en-US" sz="972">
                          <a:latin typeface="Latin Modern Math"/>
                        </a:rPr>
                        <m:t>t</m:t>
                      </m:r>
                      <m:r>
                        <m:rPr>
                          <m:sty m:val="p"/>
                        </m:rPr>
                        <a:rPr lang="en-US" sz="972">
                          <a:latin typeface="Latin Modern Math"/>
                        </a:rPr>
                        <m:t>s</m:t>
                      </m:r>
                    </m:oMath>
                  </a14:m>
                  <a:endParaRPr sz="972"/>
                </a:p>
                <a:p>
                  <a:pPr algn="ctr">
                    <a:defRPr sz="972"/>
                  </a:pPr>
                  <a14:m>
                    <m:oMath xmlns:m="http://schemas.openxmlformats.org/officeDocument/2006/math">
                      <m:sSub>
                        <m:e>
                          <m:r>
                            <a:rPr lang="en-US" sz="972">
                              <a:latin typeface="Latin Modern Math"/>
                            </a:rPr>
                            <m:t>z</m:t>
                          </m:r>
                        </m:e>
                        <m:sub>
                          <m:r>
                            <a:rPr lang="en-US" sz="972">
                              <a:latin typeface="Latin Modern Math"/>
                            </a:rPr>
                            <m:t>i</m:t>
                          </m:r>
                        </m:sub>
                      </m:sSub>
                    </m:oMath>
                  </a14:m>
                  <a:endParaRPr sz="972"/>
                </a:p>
              </p:txBody>
            </p:sp>
          </mc:Choice>
          <mc:Fallback xmlns="">
            <p:pic>
              <p:nvPicPr>
                <p:cNvPr id="531" name="Equation 531 line 1" descr="\mathrm{Edge\ logits}"/>
                <p:cNvPicPr/>
                <p:nvPr/>
              </p:nvPicPr>
              <p:blipFill>
                <a:blip r:embed="rIdFormula531_0"/>
                <a:stretch>
                  <a:fillRect/>
                </a:stretch>
              </p:blipFill>
              <p:spPr>
                <a:xfrm>
                  <a:off x="779571" y="3039568"/>
                  <a:ext cx="561259" cy="123444"/>
                </a:xfrm>
                <a:prstGeom prst="rect">
                  <a:avLst/>
                </a:prstGeom>
              </p:spPr>
            </p:pic>
            <p:pic>
              <p:nvPicPr>
                <p:cNvPr id="10531" name="Equation 531 line 2" descr="z_i"/>
                <p:cNvPicPr/>
                <p:nvPr/>
              </p:nvPicPr>
              <p:blipFill>
                <a:blip r:embed="rIdFormula531_1"/>
                <a:stretch>
                  <a:fillRect/>
                </a:stretch>
              </p:blipFill>
              <p:spPr>
                <a:xfrm>
                  <a:off x="1019052" y="3197576"/>
                  <a:ext cx="82296" cy="82296"/>
                </a:xfrm>
                <a:prstGeom prst="rect">
                  <a:avLst/>
                </a:prstGeom>
              </p:spPr>
            </p:pic>
          </mc:Fallback>
        </mc:AlternateContent>
        <p:sp>
          <p:nvSpPr>
            <p:cNvPr id="532" name="softmax"/>
            <p:cNvSpPr/>
            <p:nvPr/>
          </p:nvSpPr>
          <p:spPr>
            <a:xfrm>
              <a:off x="1763280" y="2992680"/>
              <a:ext cx="677160" cy="348480"/>
            </a:xfrm>
            <a:prstGeom prst="roundRect">
              <a:avLst>
                <a:gd name="adj" fmla="val 15000"/>
              </a:avLst>
            </a:prstGeom>
            <a:solidFill>
              <a:srgbClr val="F2F5F7"/>
            </a:solidFill>
            <a:ln w="7620">
              <a:solidFill>
                <a:srgbClr val="94A3AD"/>
              </a:solidFill>
            </a:ln>
          </p:spPr>
          <p:style>
            <a:lnRef idx="2">
              <a:schemeClr val="accent1">
                <a:shade val="15000"/>
              </a:schemeClr>
            </a:lnRef>
            <a:fillRef idx="1">
              <a:schemeClr val="accent1"/>
            </a:fillRef>
            <a:effectRef idx="0">
              <a:schemeClr val="accent1"/>
            </a:effectRef>
            <a:fontRef idx="minor"/>
          </p:style>
          <p:txBody>
            <a:bodyPr lIns="100080" tIns="50040" rIns="100080" bIns="50040" anchor="ctr">
              <a:noAutofit/>
            </a:bodyPr>
            <a:lstStyle/>
            <a:p>
              <a:endParaRPr lang="en-US" sz="2000" b="0" u="none" strike="noStrike">
                <a:effectLst/>
                <a:uFillTx/>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533" name="softmax_formula"/>
                <p:cNvSpPr/>
                <p:nvPr/>
              </p:nvSpPr>
              <p:spPr>
                <a:xfrm>
                  <a:off x="1746000" y="3028320"/>
                  <a:ext cx="680400" cy="277200"/>
                </a:xfrm>
                <a:prstGeom prst="rect">
                  <a:avLst/>
                </a:prstGeom>
                <a:noFill/>
                <a:ln w="0">
                  <a:noFill/>
                </a:ln>
              </p:spPr>
              <p:style>
                <a:lnRef idx="0">
                  <a:scrgbClr r="0" g="0" b="0"/>
                </a:lnRef>
                <a:fillRef idx="0">
                  <a:scrgbClr r="0" g="0" b="0"/>
                </a:fillRef>
                <a:effectRef idx="0">
                  <a:scrgbClr r="0" g="0" b="0"/>
                </a:effectRef>
                <a:fontRef idx="minor"/>
              </p:style>
              <p:txBody>
                <a:bodyPr wrap="none" lIns="0" rIns="0" tIns="0" bIns="0" anchor="ctr">
                  <a:noAutofit/>
                </a:bodyPr>
                <a:lstStyle/>
                <a:p>
                  <a:pPr algn="ctr">
                    <a:defRPr sz="972"/>
                  </a:pPr>
                  <a14:m>
                    <m:oMath xmlns:m="http://schemas.openxmlformats.org/officeDocument/2006/math">
                      <m:sSub>
                        <m:e>
                          <m:r>
                            <a:rPr lang="en-US" sz="972">
                              <a:latin typeface="Latin Modern Math"/>
                            </a:rPr>
                            <m:t>p</m:t>
                          </m:r>
                        </m:e>
                        <m:sub>
                          <m:r>
                            <a:rPr lang="en-US" sz="972">
                              <a:latin typeface="Latin Modern Math"/>
                            </a:rPr>
                            <m:t>i</m:t>
                          </m:r>
                        </m:sub>
                      </m:sSub>
                      <m:r>
                        <m:rPr>
                          <m:sty m:val="p"/>
                        </m:rPr>
                        <a:rPr lang="en-US" sz="972">
                          <a:latin typeface="Latin Modern Math"/>
                        </a:rPr>
                        <m:t>=</m:t>
                      </m:r>
                    </m:oMath>
                  </a14:m>
                  <a:endParaRPr sz="972"/>
                </a:p>
                <a:p>
                  <a:pPr algn="ctr">
                    <a:defRPr sz="972"/>
                  </a:pPr>
                  <a14:m>
                    <m:oMath xmlns:m="http://schemas.openxmlformats.org/officeDocument/2006/math">
                      <m:r>
                        <m:rPr>
                          <m:sty m:val="p"/>
                        </m:rPr>
                        <a:rPr lang="en-US" sz="972">
                          <a:latin typeface="Latin Modern Math"/>
                        </a:rPr>
                        <m:t>s</m:t>
                      </m:r>
                      <m:r>
                        <m:rPr>
                          <m:sty m:val="p"/>
                        </m:rPr>
                        <a:rPr lang="en-US" sz="972">
                          <a:latin typeface="Latin Modern Math"/>
                        </a:rPr>
                        <m:t>o</m:t>
                      </m:r>
                      <m:r>
                        <m:rPr>
                          <m:sty m:val="p"/>
                        </m:rPr>
                        <a:rPr lang="en-US" sz="972">
                          <a:latin typeface="Latin Modern Math"/>
                        </a:rPr>
                        <m:t>f</m:t>
                      </m:r>
                      <m:r>
                        <m:rPr>
                          <m:sty m:val="p"/>
                        </m:rPr>
                        <a:rPr lang="en-US" sz="972">
                          <a:latin typeface="Latin Modern Math"/>
                        </a:rPr>
                        <m:t>t</m:t>
                      </m:r>
                      <m:r>
                        <m:rPr>
                          <m:sty m:val="p"/>
                        </m:rPr>
                        <a:rPr lang="en-US" sz="972">
                          <a:latin typeface="Latin Modern Math"/>
                        </a:rPr>
                        <m:t>m</m:t>
                      </m:r>
                      <m:r>
                        <m:rPr>
                          <m:sty m:val="p"/>
                        </m:rPr>
                        <a:rPr lang="en-US" sz="972">
                          <a:latin typeface="Latin Modern Math"/>
                        </a:rPr>
                        <m:t>a</m:t>
                      </m:r>
                      <m:r>
                        <m:rPr>
                          <m:sty m:val="p"/>
                        </m:rPr>
                        <a:rPr lang="en-US" sz="972">
                          <a:latin typeface="Latin Modern Math"/>
                        </a:rPr>
                        <m:t>x</m:t>
                      </m:r>
                      <m:d>
                        <m:dPr>
                          <m:begChr m:val="("/>
                          <m:endChr m:val=")"/>
                          <m:sepChr m:val=""/>
                          <m:grow/>
                        </m:dPr>
                        <m:e>
                          <m:sSub>
                            <m:e>
                              <m:r>
                                <a:rPr lang="en-US" sz="972">
                                  <a:latin typeface="Latin Modern Math"/>
                                </a:rPr>
                                <m:t>z</m:t>
                              </m:r>
                            </m:e>
                            <m:sub>
                              <m:r>
                                <a:rPr lang="en-US" sz="972">
                                  <a:latin typeface="Latin Modern Math"/>
                                </a:rPr>
                                <m:t>i</m:t>
                              </m:r>
                            </m:sub>
                          </m:sSub>
                        </m:e>
                      </m:d>
                    </m:oMath>
                  </a14:m>
                  <a:endParaRPr sz="972"/>
                </a:p>
              </p:txBody>
            </p:sp>
          </mc:Choice>
          <mc:Fallback xmlns="">
            <p:pic>
              <p:nvPicPr>
                <p:cNvPr id="533" name="Equation 533 line 1" descr="p_i="/>
                <p:cNvPicPr/>
                <p:nvPr/>
              </p:nvPicPr>
              <p:blipFill>
                <a:blip r:embed="rIdFormula533_0"/>
                <a:stretch>
                  <a:fillRect/>
                </a:stretch>
              </p:blipFill>
              <p:spPr>
                <a:xfrm>
                  <a:off x="1976746" y="3046768"/>
                  <a:ext cx="218907" cy="82296"/>
                </a:xfrm>
                <a:prstGeom prst="rect">
                  <a:avLst/>
                </a:prstGeom>
              </p:spPr>
            </p:pic>
            <p:pic>
              <p:nvPicPr>
                <p:cNvPr id="10533" name="Equation 533 line 2" descr="\mathrm{softmax}(z_i)"/>
                <p:cNvPicPr/>
                <p:nvPr/>
              </p:nvPicPr>
              <p:blipFill>
                <a:blip r:embed="rIdFormula533_1"/>
                <a:stretch>
                  <a:fillRect/>
                </a:stretch>
              </p:blipFill>
              <p:spPr>
                <a:xfrm>
                  <a:off x="1805571" y="3163628"/>
                  <a:ext cx="561259" cy="123444"/>
                </a:xfrm>
                <a:prstGeom prst="rect">
                  <a:avLst/>
                </a:prstGeom>
              </p:spPr>
            </p:pic>
          </mc:Fallback>
        </mc:AlternateContent>
        <p:sp>
          <p:nvSpPr>
            <p:cNvPr id="534" name="flatness"/>
            <p:cNvSpPr/>
            <p:nvPr/>
          </p:nvSpPr>
          <p:spPr>
            <a:xfrm>
              <a:off x="2715768" y="2761488"/>
              <a:ext cx="1353312" cy="685800"/>
            </a:xfrm>
            <a:prstGeom prst="roundRect">
              <a:avLst>
                <a:gd name="adj" fmla="val 15000"/>
              </a:avLst>
            </a:prstGeom>
            <a:solidFill>
              <a:srgbClr val="F7DDA7"/>
            </a:solidFill>
            <a:ln w="7620">
              <a:solidFill>
                <a:srgbClr val="C49B50"/>
              </a:solidFill>
            </a:ln>
          </p:spPr>
          <p:style>
            <a:lnRef idx="2">
              <a:schemeClr val="accent1">
                <a:shade val="15000"/>
              </a:schemeClr>
            </a:lnRef>
            <a:fillRef idx="1">
              <a:schemeClr val="accent1"/>
            </a:fillRef>
            <a:effectRef idx="0">
              <a:schemeClr val="accent1"/>
            </a:effectRef>
            <a:fontRef idx="minor"/>
          </p:style>
          <p:txBody>
            <a:bodyPr lIns="100080" tIns="50040" rIns="100080" bIns="50040" anchor="ctr">
              <a:noAutofit/>
            </a:bodyPr>
            <a:lstStyle/>
            <a:p>
              <a:endParaRPr lang="en-US" sz="2000" b="0" u="none" strike="noStrike">
                <a:effectLst/>
                <a:uFillTx/>
                <a:latin typeface="Times New Roman" panose="02020603050405020304" pitchFamily="18" charset="0"/>
                <a:cs typeface="Times New Roman" panose="02020603050405020304" pitchFamily="18" charset="0"/>
              </a:endParaRPr>
            </a:p>
          </p:txBody>
        </p:sp>
        <p:sp>
          <p:nvSpPr>
            <p:cNvPr id="535" name="flatness_title"/>
            <p:cNvSpPr/>
            <p:nvPr/>
          </p:nvSpPr>
          <p:spPr>
            <a:xfrm>
              <a:off x="2756916" y="2802636"/>
              <a:ext cx="1261872" cy="13716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r>
                <a:rPr lang="en-US" sz="900" b="1" u="none" strike="noStrike" spc="-17">
                  <a:effectLst/>
                  <a:uFillTx/>
                  <a:latin typeface="Times New Roman" panose="02020603050405020304" pitchFamily="18" charset="0"/>
                  <a:cs typeface="Times New Roman" panose="02020603050405020304" pitchFamily="18" charset="0"/>
                </a:rPr>
                <a:t>Distribution flatness</a:t>
              </a:r>
              <a:endParaRPr lang="en-US" sz="900" b="0" u="none" strike="noStrike">
                <a:effectLst/>
                <a:uFillTx/>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536" name="flatness_formula"/>
                <p:cNvSpPr/>
                <p:nvPr/>
              </p:nvSpPr>
              <p:spPr>
                <a:xfrm>
                  <a:off x="2743200" y="2948940"/>
                  <a:ext cx="1261872" cy="219456"/>
                </a:xfrm>
                <a:prstGeom prst="rect">
                  <a:avLst/>
                </a:prstGeom>
                <a:noFill/>
                <a:ln w="0">
                  <a:noFill/>
                </a:ln>
              </p:spPr>
              <p:style>
                <a:lnRef idx="0">
                  <a:scrgbClr r="0" g="0" b="0"/>
                </a:lnRef>
                <a:fillRef idx="0">
                  <a:scrgbClr r="0" g="0" b="0"/>
                </a:fillRef>
                <a:effectRef idx="0">
                  <a:scrgbClr r="0" g="0" b="0"/>
                </a:effectRef>
                <a:fontRef idx="minor"/>
              </p:style>
              <p:txBody>
                <a:bodyPr wrap="none" lIns="0" rIns="0" tIns="0" bIns="0" anchor="ctr">
                  <a:noAutofit/>
                </a:bodyPr>
                <a:lstStyle/>
                <a:p>
                  <a:pPr algn="ctr">
                    <a:defRPr sz="972"/>
                  </a:pPr>
                  <a14:m>
                    <m:oMath xmlns:m="http://schemas.openxmlformats.org/officeDocument/2006/math">
                      <m:sSub>
                        <m:e>
                          <m:r>
                            <a:rPr lang="en-US" sz="972">
                              <a:latin typeface="Latin Modern Math"/>
                            </a:rPr>
                            <m:t>f</m:t>
                          </m:r>
                        </m:e>
                        <m:sub>
                          <m:r>
                            <a:rPr lang="en-US" sz="972">
                              <a:latin typeface="Latin Modern Math"/>
                            </a:rPr>
                            <m:t>i</m:t>
                          </m:r>
                        </m:sub>
                      </m:sSub>
                      <m:r>
                        <m:rPr>
                          <m:sty m:val="p"/>
                        </m:rPr>
                        <a:rPr lang="en-US" sz="972">
                          <a:latin typeface="Latin Modern Math"/>
                        </a:rPr>
                        <m:t>=</m:t>
                      </m:r>
                      <m:sSub>
                        <m:e>
                          <m:r>
                            <m:rPr>
                              <m:sty m:val="p"/>
                            </m:rPr>
                            <a:rPr lang="en-US" sz="972">
                              <a:latin typeface="Latin Modern Math"/>
                            </a:rPr>
                            <m:t>m</m:t>
                          </m:r>
                          <m:r>
                            <m:rPr>
                              <m:sty m:val="p"/>
                            </m:rPr>
                            <a:rPr lang="en-US" sz="972">
                              <a:latin typeface="Latin Modern Math"/>
                            </a:rPr>
                            <m:t>e</m:t>
                          </m:r>
                          <m:r>
                            <m:rPr>
                              <m:sty m:val="p"/>
                            </m:rPr>
                            <a:rPr lang="en-US" sz="972">
                              <a:latin typeface="Latin Modern Math"/>
                            </a:rPr>
                            <m:t>a</m:t>
                          </m:r>
                          <m:r>
                            <m:rPr>
                              <m:sty m:val="p"/>
                            </m:rPr>
                            <a:rPr lang="en-US" sz="972">
                              <a:latin typeface="Latin Modern Math"/>
                            </a:rPr>
                            <m:t>n</m:t>
                          </m:r>
                        </m:e>
                        <m:sub>
                          <m:r>
                            <m:rPr>
                              <m:sty m:val="p"/>
                            </m:rPr>
                            <a:rPr lang="en-US" sz="972">
                              <a:latin typeface="Latin Modern Math"/>
                            </a:rPr>
                            <m:t>e</m:t>
                          </m:r>
                          <m:r>
                            <m:rPr>
                              <m:sty m:val="p"/>
                            </m:rPr>
                            <a:rPr lang="en-US" sz="972">
                              <a:latin typeface="Latin Modern Math"/>
                            </a:rPr>
                            <m:t>d</m:t>
                          </m:r>
                          <m:r>
                            <m:rPr>
                              <m:sty m:val="p"/>
                            </m:rPr>
                            <a:rPr lang="en-US" sz="972">
                              <a:latin typeface="Latin Modern Math"/>
                            </a:rPr>
                            <m:t>g</m:t>
                          </m:r>
                          <m:r>
                            <m:rPr>
                              <m:sty m:val="p"/>
                            </m:rPr>
                            <a:rPr lang="en-US" sz="972">
                              <a:latin typeface="Latin Modern Math"/>
                            </a:rPr>
                            <m:t>e</m:t>
                          </m:r>
                          <m:r>
                            <m:rPr>
                              <m:sty m:val="p"/>
                            </m:rPr>
                            <a:rPr lang="en-US" sz="972">
                              <a:latin typeface="Latin Modern Math"/>
                            </a:rPr>
                            <m:t>s</m:t>
                          </m:r>
                        </m:sub>
                      </m:sSub>
                      <m:r>
                        <a:rPr lang="en-US" sz="972">
                          <a:latin typeface="Latin Modern Math"/>
                        </a:rPr>
                        <m:t>​</m:t>
                      </m:r>
                      <m:d>
                        <m:dPr>
                          <m:begChr m:val="("/>
                          <m:endChr m:val=")"/>
                          <m:sepChr m:val=""/>
                          <m:grow/>
                        </m:dPr>
                        <m:e>
                          <m:r>
                            <a:rPr lang="en-US" sz="972">
                              <a:latin typeface="Latin Modern Math"/>
                            </a:rPr>
                            <m:t>1</m:t>
                          </m:r>
                          <m:r>
                            <m:rPr>
                              <m:sty m:val="p"/>
                            </m:rPr>
                            <a:rPr lang="en-US" sz="972">
                              <a:latin typeface="Latin Modern Math"/>
                            </a:rPr>
                            <m:t>−</m:t>
                          </m:r>
                          <m:nary>
                            <m:naryPr>
                              <m:chr m:val="∑"/>
                              <m:limLoc m:val="undOvr"/>
                              <m:subHide m:val="off"/>
                              <m:supHide m:val="on"/>
                            </m:naryPr>
                            <m:sub>
                              <m:r>
                                <a:rPr lang="en-US" sz="972">
                                  <a:latin typeface="Latin Modern Math"/>
                                </a:rPr>
                                <m:t>n</m:t>
                              </m:r>
                            </m:sub>
                            <m:sup>
                              <m:r>
                                <a:rPr lang="en-US" sz="972">
                                  <a:latin typeface="Latin Modern Math"/>
                                </a:rPr>
                                <m:t>​</m:t>
                              </m:r>
                            </m:sup>
                            <m:e>
                              <m:sSubSup>
                                <m:e>
                                  <m:r>
                                    <a:rPr lang="en-US" sz="972">
                                      <a:latin typeface="Latin Modern Math"/>
                                    </a:rPr>
                                    <m:t>p</m:t>
                                  </m:r>
                                </m:e>
                                <m:sub>
                                  <m:r>
                                    <a:rPr lang="en-US" sz="972">
                                      <a:latin typeface="Latin Modern Math"/>
                                    </a:rPr>
                                    <m:t>i</m:t>
                                  </m:r>
                                  <m:r>
                                    <m:rPr>
                                      <m:sty m:val="p"/>
                                    </m:rPr>
                                    <a:rPr lang="en-US" sz="972">
                                      <a:latin typeface="Latin Modern Math"/>
                                    </a:rPr>
                                    <m:t>,</m:t>
                                  </m:r>
                                  <m:r>
                                    <a:rPr lang="en-US" sz="972">
                                      <a:latin typeface="Latin Modern Math"/>
                                    </a:rPr>
                                    <m:t>n</m:t>
                                  </m:r>
                                </m:sub>
                                <m:sup>
                                  <m:r>
                                    <a:rPr lang="en-US" sz="972">
                                      <a:latin typeface="Latin Modern Math"/>
                                    </a:rPr>
                                    <m:t>2</m:t>
                                  </m:r>
                                </m:sup>
                              </m:sSubSup>
                            </m:e>
                          </m:nary>
                        </m:e>
                      </m:d>
                    </m:oMath>
                  </a14:m>
                  <a:endParaRPr sz="972"/>
                </a:p>
              </p:txBody>
            </p:sp>
          </mc:Choice>
          <mc:Fallback xmlns="">
            <p:pic>
              <p:nvPicPr>
                <p:cNvPr id="536" name="Equation 536 line 1" descr="f_i=\mathrm{mean}_{\mathrm{edges}}\!\left(1-\sum_n p_{i,n}^{2}\right)"/>
                <p:cNvPicPr/>
                <p:nvPr/>
              </p:nvPicPr>
              <p:blipFill>
                <a:blip r:embed="rIdFormula536_0"/>
                <a:stretch>
                  <a:fillRect/>
                </a:stretch>
              </p:blipFill>
              <p:spPr>
                <a:xfrm>
                  <a:off x="2764323" y="2955798"/>
                  <a:ext cx="1219627" cy="205740"/>
                </a:xfrm>
                <a:prstGeom prst="rect">
                  <a:avLst/>
                </a:prstGeom>
              </p:spPr>
            </p:pic>
          </mc:Fallback>
        </mc:AlternateContent>
        <mc:AlternateContent xmlns:mc="http://schemas.openxmlformats.org/markup-compatibility/2006" xmlns:a14="http://schemas.microsoft.com/office/drawing/2010/main">
          <mc:Choice Requires="a14">
            <p:sp>
              <p:nvSpPr>
                <p:cNvPr id="537" name="flat_norm"/>
                <p:cNvSpPr/>
                <p:nvPr/>
              </p:nvSpPr>
              <p:spPr>
                <a:xfrm>
                  <a:off x="2743200" y="3209544"/>
                  <a:ext cx="1261872" cy="201168"/>
                </a:xfrm>
                <a:prstGeom prst="rect">
                  <a:avLst/>
                </a:prstGeom>
                <a:noFill/>
                <a:ln w="0">
                  <a:noFill/>
                </a:ln>
              </p:spPr>
              <p:style>
                <a:lnRef idx="0">
                  <a:scrgbClr r="0" g="0" b="0"/>
                </a:lnRef>
                <a:fillRef idx="0">
                  <a:scrgbClr r="0" g="0" b="0"/>
                </a:fillRef>
                <a:effectRef idx="0">
                  <a:scrgbClr r="0" g="0" b="0"/>
                </a:effectRef>
                <a:fontRef idx="minor"/>
              </p:style>
              <p:txBody>
                <a:bodyPr wrap="none" lIns="0" rIns="0" tIns="0" bIns="0" anchor="ctr">
                  <a:noAutofit/>
                </a:bodyPr>
                <a:lstStyle/>
                <a:p>
                  <a:pPr algn="ctr">
                    <a:defRPr sz="843"/>
                  </a:pPr>
                  <a14:m>
                    <m:oMath xmlns:m="http://schemas.openxmlformats.org/officeDocument/2006/math">
                      <m:sSub>
                        <m:e>
                          <m:acc>
                            <m:accPr>
                              <m:chr m:val="̂"/>
                            </m:accPr>
                            <m:e>
                              <m:r>
                                <a:rPr lang="en-US" sz="843">
                                  <a:latin typeface="Latin Modern Math"/>
                                </a:rPr>
                                <m:t>f</m:t>
                              </m:r>
                            </m:e>
                          </m:acc>
                        </m:e>
                        <m:sub>
                          <m:r>
                            <a:rPr lang="en-US" sz="843">
                              <a:latin typeface="Latin Modern Math"/>
                            </a:rPr>
                            <m:t>i</m:t>
                          </m:r>
                        </m:sub>
                      </m:sSub>
                      <m:r>
                        <m:rPr>
                          <m:sty m:val="p"/>
                        </m:rPr>
                        <a:rPr lang="en-US" sz="843">
                          <a:latin typeface="Latin Modern Math"/>
                        </a:rPr>
                        <m:t>=</m:t>
                      </m:r>
                      <m:f>
                        <m:fPr>
                          <m:type m:val="bar"/>
                        </m:fPr>
                        <m:num>
                          <m:sSub>
                            <m:e>
                              <m:r>
                                <a:rPr lang="en-US" sz="843">
                                  <a:latin typeface="Latin Modern Math"/>
                                </a:rPr>
                                <m:t>f</m:t>
                              </m:r>
                            </m:e>
                            <m:sub>
                              <m:r>
                                <a:rPr lang="en-US" sz="843">
                                  <a:latin typeface="Latin Modern Math"/>
                                </a:rPr>
                                <m:t>i</m:t>
                              </m:r>
                            </m:sub>
                          </m:sSub>
                        </m:num>
                        <m:den>
                          <m:r>
                            <m:rPr>
                              <m:sty m:val="p"/>
                            </m:rPr>
                            <a:rPr lang="en-US" sz="843">
                              <a:latin typeface="Latin Modern Math"/>
                            </a:rPr>
                            <m:t>max</m:t>
                          </m:r>
                          <m:d>
                            <m:dPr>
                              <m:begChr m:val="("/>
                              <m:endChr m:val=")"/>
                              <m:sepChr m:val=""/>
                              <m:grow/>
                            </m:dPr>
                            <m:e>
                              <m:sSub>
                                <m:e>
                                  <m:r>
                                    <m:rPr>
                                      <m:sty m:val="p"/>
                                    </m:rPr>
                                    <a:rPr lang="en-US" sz="843">
                                      <a:latin typeface="Latin Modern Math"/>
                                    </a:rPr>
                                    <m:t>max</m:t>
                                  </m:r>
                                </m:e>
                                <m:sub>
                                  <m:r>
                                    <a:rPr lang="en-US" sz="843">
                                      <a:latin typeface="Latin Modern Math"/>
                                    </a:rPr>
                                    <m:t>q</m:t>
                                  </m:r>
                                </m:sub>
                              </m:sSub>
                              <m:sSub>
                                <m:e>
                                  <m:r>
                                    <a:rPr lang="en-US" sz="843">
                                      <a:latin typeface="Latin Modern Math"/>
                                    </a:rPr>
                                    <m:t>f</m:t>
                                  </m:r>
                                </m:e>
                                <m:sub>
                                  <m:r>
                                    <a:rPr lang="en-US" sz="843">
                                      <a:latin typeface="Latin Modern Math"/>
                                    </a:rPr>
                                    <m:t>i</m:t>
                                  </m:r>
                                </m:sub>
                              </m:sSub>
                              <m:r>
                                <m:rPr>
                                  <m:sty m:val="p"/>
                                </m:rPr>
                                <a:rPr lang="en-US" sz="843">
                                  <a:latin typeface="Latin Modern Math"/>
                                </a:rPr>
                                <m:t>,</m:t>
                              </m:r>
                              <m:r>
                                <a:rPr lang="en-US" sz="843">
                                  <a:latin typeface="Latin Modern Math"/>
                                </a:rPr>
                                <m:t> </m:t>
                              </m:r>
                              <m:r>
                                <a:rPr lang="en-US" sz="843">
                                  <a:latin typeface="Latin Modern Math"/>
                                </a:rPr>
                                <m:t>ε</m:t>
                              </m:r>
                            </m:e>
                          </m:d>
                        </m:den>
                      </m:f>
                    </m:oMath>
                  </a14:m>
                  <a:endParaRPr sz="843"/>
                </a:p>
              </p:txBody>
            </p:sp>
          </mc:Choice>
          <mc:Fallback xmlns="">
            <p:pic>
              <p:nvPicPr>
                <p:cNvPr id="537" name="Equation 537 line 1" descr="\hat f_i=\frac{f_i}{\max(\max_q f_i,\,\varepsilon)}"/>
                <p:cNvPicPr/>
                <p:nvPr/>
              </p:nvPicPr>
              <p:blipFill>
                <a:blip r:embed="rIdFormula537_0"/>
                <a:stretch>
                  <a:fillRect/>
                </a:stretch>
              </p:blipFill>
              <p:spPr>
                <a:xfrm>
                  <a:off x="3053123" y="3209544"/>
                  <a:ext cx="642026" cy="201168"/>
                </a:xfrm>
                <a:prstGeom prst="rect">
                  <a:avLst/>
                </a:prstGeom>
              </p:spPr>
            </p:pic>
          </mc:Fallback>
        </mc:AlternateContent>
        <p:sp>
          <p:nvSpPr>
            <p:cNvPr id="538" name="prob_split"/>
            <p:cNvSpPr>
              <a:spLocks/>
            </p:cNvSpPr>
            <p:nvPr/>
          </p:nvSpPr>
          <p:spPr>
            <a:xfrm>
              <a:off x="2579760" y="3149280"/>
              <a:ext cx="25200" cy="25200"/>
            </a:xfrm>
            <a:prstGeom prst="ellipse">
              <a:avLst/>
            </a:prstGeom>
            <a:solidFill>
              <a:srgbClr val="C49B50"/>
            </a:solidFill>
            <a:ln>
              <a:noFill/>
            </a:ln>
          </p:spPr>
          <p:style>
            <a:lnRef idx="2">
              <a:schemeClr val="accent1">
                <a:shade val="15000"/>
              </a:schemeClr>
            </a:lnRef>
            <a:fillRef idx="1">
              <a:schemeClr val="accent1"/>
            </a:fillRef>
            <a:effectRef idx="0">
              <a:schemeClr val="accent1"/>
            </a:effectRef>
            <a:fontRef idx="minor"/>
          </p:style>
          <p:txBody>
            <a:bodyPr lIns="12600" tIns="-27360" rIns="12600" bIns="-27360" anchor="ctr">
              <a:noAutofit/>
            </a:bodyPr>
            <a:lstStyle/>
            <a:p>
              <a:endParaRPr lang="en-US" sz="2000" b="0" u="none" strike="noStrike">
                <a:effectLst/>
                <a:uFillTx/>
                <a:latin typeface="Times New Roman" panose="02020603050405020304" pitchFamily="18" charset="0"/>
                <a:cs typeface="Times New Roman" panose="02020603050405020304" pitchFamily="18" charset="0"/>
              </a:endParaRPr>
            </a:p>
          </p:txBody>
        </p:sp>
        <p:sp>
          <p:nvSpPr>
            <p:cNvPr id="539" name="scale_combine"/>
            <p:cNvSpPr/>
            <p:nvPr/>
          </p:nvSpPr>
          <p:spPr>
            <a:xfrm>
              <a:off x="4227480" y="2067840"/>
              <a:ext cx="1077480" cy="1181880"/>
            </a:xfrm>
            <a:prstGeom prst="roundRect">
              <a:avLst>
                <a:gd name="adj" fmla="val 15000"/>
              </a:avLst>
            </a:prstGeom>
            <a:solidFill>
              <a:srgbClr val="F7DDA7"/>
            </a:solidFill>
            <a:ln w="7620">
              <a:solidFill>
                <a:srgbClr val="C49B50"/>
              </a:solidFill>
            </a:ln>
          </p:spPr>
          <p:style>
            <a:lnRef idx="2">
              <a:schemeClr val="accent1">
                <a:shade val="15000"/>
              </a:schemeClr>
            </a:lnRef>
            <a:fillRef idx="1">
              <a:schemeClr val="accent1"/>
            </a:fillRef>
            <a:effectRef idx="0">
              <a:schemeClr val="accent1"/>
            </a:effectRef>
            <a:fontRef idx="minor"/>
          </p:style>
          <p:txBody>
            <a:bodyPr lIns="100080" tIns="50040" rIns="100080" bIns="50040" anchor="ctr">
              <a:noAutofit/>
            </a:bodyPr>
            <a:lstStyle/>
            <a:p>
              <a:endParaRPr lang="en-US" sz="2000" b="0" u="none" strike="noStrike">
                <a:effectLst/>
                <a:uFillTx/>
                <a:latin typeface="Times New Roman" panose="02020603050405020304" pitchFamily="18" charset="0"/>
                <a:cs typeface="Times New Roman" panose="02020603050405020304" pitchFamily="18" charset="0"/>
              </a:endParaRPr>
            </a:p>
          </p:txBody>
        </p:sp>
        <p:sp>
          <p:nvSpPr>
            <p:cNvPr id="540" name="combine_title"/>
            <p:cNvSpPr/>
            <p:nvPr/>
          </p:nvSpPr>
          <p:spPr>
            <a:xfrm>
              <a:off x="4260960" y="2081520"/>
              <a:ext cx="978840" cy="1836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r>
                <a:rPr lang="en-US" sz="900" b="1" u="none" strike="noStrike">
                  <a:effectLst/>
                  <a:uFillTx/>
                  <a:latin typeface="Times New Roman" panose="02020603050405020304" pitchFamily="18" charset="0"/>
                  <a:cs typeface="Times New Roman" panose="02020603050405020304" pitchFamily="18" charset="0"/>
                </a:rPr>
                <a:t>Scale modulation</a:t>
              </a:r>
              <a:endParaRPr lang="en-US" sz="900" b="0" u="none" strike="noStrike">
                <a:effectLst/>
                <a:uFillTx/>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541" name="combine_formula"/>
                <p:cNvSpPr/>
                <p:nvPr/>
              </p:nvSpPr>
              <p:spPr>
                <a:xfrm>
                  <a:off x="4279392" y="2386584"/>
                  <a:ext cx="950976" cy="347472"/>
                </a:xfrm>
                <a:prstGeom prst="rect">
                  <a:avLst/>
                </a:prstGeom>
                <a:noFill/>
                <a:ln w="0">
                  <a:noFill/>
                </a:ln>
              </p:spPr>
              <p:style>
                <a:lnRef idx="0">
                  <a:scrgbClr r="0" g="0" b="0"/>
                </a:lnRef>
                <a:fillRef idx="0">
                  <a:scrgbClr r="0" g="0" b="0"/>
                </a:fillRef>
                <a:effectRef idx="0">
                  <a:scrgbClr r="0" g="0" b="0"/>
                </a:effectRef>
                <a:fontRef idx="minor"/>
              </p:style>
              <p:txBody>
                <a:bodyPr wrap="none" lIns="0" rIns="0" tIns="0" bIns="0" anchor="ctr">
                  <a:noAutofit/>
                </a:bodyPr>
                <a:lstStyle/>
                <a:p>
                  <a:pPr algn="ctr">
                    <a:defRPr sz="972"/>
                  </a:pPr>
                  <a14:m>
                    <m:oMath xmlns:m="http://schemas.openxmlformats.org/officeDocument/2006/math">
                      <m:sSub>
                        <m:e>
                          <m:r>
                            <a:rPr lang="en-US" sz="972">
                              <a:latin typeface="Latin Modern Math"/>
                            </a:rPr>
                            <m:t>r</m:t>
                          </m:r>
                        </m:e>
                        <m:sub>
                          <m:r>
                            <a:rPr lang="en-US" sz="972">
                              <a:latin typeface="Latin Modern Math"/>
                            </a:rPr>
                            <m:t>i</m:t>
                          </m:r>
                        </m:sub>
                      </m:sSub>
                      <m:r>
                        <m:rPr>
                          <m:sty m:val="p"/>
                        </m:rPr>
                        <a:rPr lang="en-US" sz="972">
                          <a:latin typeface="Latin Modern Math"/>
                        </a:rPr>
                        <m:t>=</m:t>
                      </m:r>
                      <m:sSub>
                        <m:e>
                          <m:r>
                            <a:rPr lang="en-US" sz="972">
                              <a:latin typeface="Latin Modern Math"/>
                            </a:rPr>
                            <m:t>r</m:t>
                          </m:r>
                        </m:e>
                        <m:sub>
                          <m:r>
                            <m:rPr>
                              <m:sty m:val="p"/>
                            </m:rPr>
                            <a:rPr lang="en-US" sz="972">
                              <a:latin typeface="Latin Modern Math"/>
                            </a:rPr>
                            <m:t>b</m:t>
                          </m:r>
                          <m:r>
                            <m:rPr>
                              <m:sty m:val="p"/>
                            </m:rPr>
                            <a:rPr lang="en-US" sz="972">
                              <a:latin typeface="Latin Modern Math"/>
                            </a:rPr>
                            <m:t>a</m:t>
                          </m:r>
                          <m:r>
                            <m:rPr>
                              <m:sty m:val="p"/>
                            </m:rPr>
                            <a:rPr lang="en-US" sz="972">
                              <a:latin typeface="Latin Modern Math"/>
                            </a:rPr>
                            <m:t>s</m:t>
                          </m:r>
                          <m:r>
                            <m:rPr>
                              <m:sty m:val="p"/>
                            </m:rPr>
                            <a:rPr lang="en-US" sz="972">
                              <a:latin typeface="Latin Modern Math"/>
                            </a:rPr>
                            <m:t>e</m:t>
                          </m:r>
                        </m:sub>
                      </m:sSub>
                    </m:oMath>
                  </a14:m>
                  <a:endParaRPr sz="972"/>
                </a:p>
                <a:p>
                  <a:pPr algn="ctr">
                    <a:defRPr sz="972"/>
                  </a:pPr>
                  <a14:m>
                    <m:oMath xmlns:m="http://schemas.openxmlformats.org/officeDocument/2006/math">
                      <m:r>
                        <m:rPr>
                          <m:sty m:val="p"/>
                        </m:rPr>
                        <a:rPr lang="en-US" sz="972">
                          <a:latin typeface="Latin Modern Math"/>
                        </a:rPr>
                        <m:t>×</m:t>
                      </m:r>
                      <m:r>
                        <a:rPr lang="en-US" sz="972">
                          <a:latin typeface="Latin Modern Math"/>
                        </a:rPr>
                        <m:t> </m:t>
                      </m:r>
                      <m:d>
                        <m:dPr>
                          <m:begChr m:val="("/>
                          <m:endChr m:val=")"/>
                          <m:sepChr m:val=""/>
                          <m:grow/>
                        </m:dPr>
                        <m:e>
                          <m:r>
                            <a:rPr lang="en-US" sz="972">
                              <a:latin typeface="Latin Modern Math"/>
                            </a:rPr>
                            <m:t>1</m:t>
                          </m:r>
                          <m:r>
                            <m:rPr>
                              <m:sty m:val="p"/>
                            </m:rPr>
                            <a:rPr lang="en-US" sz="972">
                              <a:latin typeface="Latin Modern Math"/>
                            </a:rPr>
                            <m:t>+</m:t>
                          </m:r>
                          <m:r>
                            <a:rPr lang="en-US" sz="972">
                              <a:latin typeface="Latin Modern Math"/>
                            </a:rPr>
                            <m:t>0.15</m:t>
                          </m:r>
                          <m:r>
                            <a:rPr lang="en-US" sz="972">
                              <a:latin typeface="Latin Modern Math"/>
                            </a:rPr>
                            <m:t> </m:t>
                          </m:r>
                          <m:sSub>
                            <m:e>
                              <m:acc>
                                <m:accPr>
                                  <m:chr m:val="̂"/>
                                </m:accPr>
                                <m:e>
                                  <m:r>
                                    <a:rPr lang="en-US" sz="972">
                                      <a:latin typeface="Latin Modern Math"/>
                                    </a:rPr>
                                    <m:t>f</m:t>
                                  </m:r>
                                </m:e>
                              </m:acc>
                            </m:e>
                            <m:sub>
                              <m:r>
                                <a:rPr lang="en-US" sz="972">
                                  <a:latin typeface="Latin Modern Math"/>
                                </a:rPr>
                                <m:t>i</m:t>
                              </m:r>
                            </m:sub>
                          </m:sSub>
                        </m:e>
                      </m:d>
                    </m:oMath>
                  </a14:m>
                  <a:endParaRPr sz="972"/>
                </a:p>
              </p:txBody>
            </p:sp>
          </mc:Choice>
          <mc:Fallback xmlns="">
            <p:pic>
              <p:nvPicPr>
                <p:cNvPr id="541" name="Equation 541 line 1" descr="r_i=r_{\mathrm{base}}"/>
                <p:cNvPicPr/>
                <p:nvPr/>
              </p:nvPicPr>
              <p:blipFill>
                <a:blip r:embed="rIdFormula541_0"/>
                <a:stretch>
                  <a:fillRect/>
                </a:stretch>
              </p:blipFill>
              <p:spPr>
                <a:xfrm>
                  <a:off x="4549140" y="2427000"/>
                  <a:ext cx="411480" cy="82296"/>
                </a:xfrm>
                <a:prstGeom prst="rect">
                  <a:avLst/>
                </a:prstGeom>
              </p:spPr>
            </p:pic>
            <p:pic>
              <p:nvPicPr>
                <p:cNvPr id="10541" name="Equation 541 line 2" descr="\times\,(1+0.15\,\hat f_i)"/>
                <p:cNvPicPr/>
                <p:nvPr/>
              </p:nvPicPr>
              <p:blipFill>
                <a:blip r:embed="rIdFormula541_1"/>
                <a:stretch>
                  <a:fillRect/>
                </a:stretch>
              </p:blipFill>
              <p:spPr>
                <a:xfrm>
                  <a:off x="4405122" y="2543861"/>
                  <a:ext cx="699516" cy="149779"/>
                </a:xfrm>
                <a:prstGeom prst="rect">
                  <a:avLst/>
                </a:prstGeom>
              </p:spPr>
            </p:pic>
          </mc:Fallback>
        </mc:AlternateContent>
        <p:sp>
          <p:nvSpPr>
            <p:cNvPr id="542" name="combine_scope"/>
            <p:cNvSpPr/>
            <p:nvPr/>
          </p:nvSpPr>
          <p:spPr>
            <a:xfrm>
              <a:off x="4266000" y="2800440"/>
              <a:ext cx="968400" cy="41256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r>
                <a:rPr lang="en-US" sz="900" b="0" u="none" strike="noStrike">
                  <a:effectLst/>
                  <a:uFillTx/>
                  <a:latin typeface="Times New Roman" panose="02020603050405020304" pitchFamily="18" charset="0"/>
                  <a:cs typeface="Times New Roman" panose="02020603050405020304" pitchFamily="18" charset="0"/>
                </a:rPr>
                <a:t>One scale per</a:t>
              </a:r>
            </a:p>
            <a:p>
              <a:pPr algn="ctr" defTabSz="1018080">
                <a:lnSpc>
                  <a:spcPct val="100000"/>
                </a:lnSpc>
              </a:pPr>
              <a:r>
                <a:rPr lang="en-US" sz="900" b="0" u="none" strike="noStrike">
                  <a:effectLst/>
                  <a:uFillTx/>
                  <a:latin typeface="Times New Roman" panose="02020603050405020304" pitchFamily="18" charset="0"/>
                  <a:cs typeface="Times New Roman" panose="02020603050405020304" pitchFamily="18" charset="0"/>
                </a:rPr>
                <a:t>query shared by</a:t>
              </a:r>
            </a:p>
            <a:p>
              <a:pPr algn="ctr" defTabSz="1018080">
                <a:lnSpc>
                  <a:spcPct val="100000"/>
                </a:lnSpc>
              </a:pPr>
              <a:r>
                <a:rPr lang="en-US" sz="900" b="0" u="none" strike="noStrike">
                  <a:effectLst/>
                  <a:uFillTx/>
                  <a:latin typeface="Times New Roman" panose="02020603050405020304" pitchFamily="18" charset="0"/>
                  <a:cs typeface="Times New Roman" panose="02020603050405020304" pitchFamily="18" charset="0"/>
                </a:rPr>
                <a:t>four edges</a:t>
              </a:r>
            </a:p>
          </p:txBody>
        </p:sp>
        <p:sp>
          <p:nvSpPr>
            <p:cNvPr id="543" name="scale_output"/>
            <p:cNvSpPr/>
            <p:nvPr/>
          </p:nvSpPr>
          <p:spPr>
            <a:xfrm>
              <a:off x="5570640" y="2456640"/>
              <a:ext cx="946800" cy="388440"/>
            </a:xfrm>
            <a:prstGeom prst="roundRect">
              <a:avLst>
                <a:gd name="adj" fmla="val 15000"/>
              </a:avLst>
            </a:prstGeom>
            <a:solidFill>
              <a:srgbClr val="F7DDA7"/>
            </a:solidFill>
            <a:ln w="7620">
              <a:solidFill>
                <a:srgbClr val="C49B50"/>
              </a:solidFill>
            </a:ln>
          </p:spPr>
          <p:style>
            <a:lnRef idx="2">
              <a:schemeClr val="accent1">
                <a:shade val="15000"/>
              </a:schemeClr>
            </a:lnRef>
            <a:fillRef idx="1">
              <a:schemeClr val="accent1"/>
            </a:fillRef>
            <a:effectRef idx="0">
              <a:schemeClr val="accent1"/>
            </a:effectRef>
            <a:fontRef idx="minor"/>
          </p:style>
          <p:txBody>
            <a:bodyPr lIns="100080" tIns="50040" rIns="100080" bIns="50040" anchor="ctr">
              <a:noAutofit/>
            </a:bodyPr>
            <a:lstStyle/>
            <a:p>
              <a:endParaRPr lang="en-US" sz="2000" b="0" u="none" strike="noStrike">
                <a:effectLst/>
                <a:uFillTx/>
                <a:latin typeface="Times New Roman" panose="02020603050405020304" pitchFamily="18" charset="0"/>
                <a:cs typeface="Times New Roman" panose="02020603050405020304" pitchFamily="18" charset="0"/>
              </a:endParaRPr>
            </a:p>
          </p:txBody>
        </p:sp>
        <p:sp>
          <p:nvSpPr>
            <p:cNvPr id="544" name="scale_output_title"/>
            <p:cNvSpPr/>
            <p:nvPr/>
          </p:nvSpPr>
          <p:spPr>
            <a:xfrm>
              <a:off x="5533200" y="2491920"/>
              <a:ext cx="990000" cy="1404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r>
                <a:rPr lang="en-US" sz="900" b="1" u="none" strike="noStrike">
                  <a:effectLst/>
                  <a:uFillTx/>
                  <a:latin typeface="Times New Roman" panose="02020603050405020304" pitchFamily="18" charset="0"/>
                  <a:cs typeface="Times New Roman" panose="02020603050405020304" pitchFamily="18" charset="0"/>
                </a:rPr>
                <a:t>Adaptive scale</a:t>
              </a:r>
              <a:endParaRPr lang="en-US" sz="900" b="0" u="none" strike="noStrike">
                <a:effectLst/>
                <a:uFillTx/>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545" name="scale_output_formula"/>
                <p:cNvSpPr/>
                <p:nvPr/>
              </p:nvSpPr>
              <p:spPr>
                <a:xfrm>
                  <a:off x="5605272" y="2660904"/>
                  <a:ext cx="877824" cy="146304"/>
                </a:xfrm>
                <a:prstGeom prst="rect">
                  <a:avLst/>
                </a:prstGeom>
                <a:noFill/>
                <a:ln w="0">
                  <a:noFill/>
                </a:ln>
              </p:spPr>
              <p:style>
                <a:lnRef idx="0">
                  <a:scrgbClr r="0" g="0" b="0"/>
                </a:lnRef>
                <a:fillRef idx="0">
                  <a:scrgbClr r="0" g="0" b="0"/>
                </a:fillRef>
                <a:effectRef idx="0">
                  <a:scrgbClr r="0" g="0" b="0"/>
                </a:effectRef>
                <a:fontRef idx="minor"/>
              </p:style>
              <p:txBody>
                <a:bodyPr wrap="none" lIns="0" rIns="0" tIns="0" bIns="0" anchor="ctr">
                  <a:noAutofit/>
                </a:bodyPr>
                <a:lstStyle/>
                <a:p>
                  <a:pPr algn="ctr">
                    <a:defRPr sz="972"/>
                  </a:pPr>
                  <a14:m>
                    <m:oMath xmlns:m="http://schemas.openxmlformats.org/officeDocument/2006/math">
                      <m:sSub>
                        <m:e>
                          <m:r>
                            <a:rPr lang="en-US" sz="972">
                              <a:latin typeface="Latin Modern Math"/>
                            </a:rPr>
                            <m:t>r</m:t>
                          </m:r>
                        </m:e>
                        <m:sub>
                          <m:r>
                            <a:rPr lang="en-US" sz="972">
                              <a:latin typeface="Latin Modern Math"/>
                            </a:rPr>
                            <m:t>i</m:t>
                          </m:r>
                        </m:sub>
                      </m:sSub>
                      <m:r>
                        <m:rPr>
                          <m:sty m:val="p"/>
                        </m:rPr>
                        <a:rPr lang="en-US" sz="972">
                          <a:latin typeface="Latin Modern Math"/>
                        </a:rPr>
                        <m:t>∈</m:t>
                      </m:r>
                      <m:sSup>
                        <m:e>
                          <m:r>
                            <m:rPr>
                              <m:sty m:val="p"/>
                              <m:scr m:val="double-struck"/>
                            </m:rPr>
                            <a:rPr lang="en-US" sz="972">
                              <a:latin typeface="Latin Modern Math"/>
                            </a:rPr>
                            <m:t>R</m:t>
                          </m:r>
                        </m:e>
                        <m:sup>
                          <m:r>
                            <a:rPr lang="en-US" sz="972">
                              <a:latin typeface="Latin Modern Math"/>
                            </a:rPr>
                            <m:t>B</m:t>
                          </m:r>
                          <m:r>
                            <m:rPr>
                              <m:sty m:val="p"/>
                            </m:rPr>
                            <a:rPr lang="en-US" sz="972">
                              <a:latin typeface="Latin Modern Math"/>
                            </a:rPr>
                            <m:t>×</m:t>
                          </m:r>
                          <m:r>
                            <a:rPr lang="en-US" sz="972">
                              <a:latin typeface="Latin Modern Math"/>
                            </a:rPr>
                            <m:t>Q</m:t>
                          </m:r>
                        </m:sup>
                      </m:sSup>
                    </m:oMath>
                  </a14:m>
                  <a:endParaRPr sz="972"/>
                </a:p>
              </p:txBody>
            </p:sp>
          </mc:Choice>
          <mc:Fallback xmlns="">
            <p:pic>
              <p:nvPicPr>
                <p:cNvPr id="545" name="Equation 545 line 1" descr="r_i\in\mathbb{R}^{B\times Q}"/>
                <p:cNvPicPr/>
                <p:nvPr/>
              </p:nvPicPr>
              <p:blipFill>
                <a:blip r:embed="rIdFormula545_0"/>
                <a:stretch>
                  <a:fillRect/>
                </a:stretch>
              </p:blipFill>
              <p:spPr>
                <a:xfrm>
                  <a:off x="5790712" y="2665750"/>
                  <a:ext cx="506943" cy="136611"/>
                </a:xfrm>
                <a:prstGeom prst="rect">
                  <a:avLst/>
                </a:prstGeom>
              </p:spPr>
            </p:pic>
          </mc:Fallback>
        </mc:AlternateContent>
        <p:sp>
          <p:nvSpPr>
            <p:cNvPr id="546" name="decode_panel"/>
            <p:cNvSpPr/>
            <p:nvPr/>
          </p:nvSpPr>
          <p:spPr>
            <a:xfrm>
              <a:off x="486000" y="3845520"/>
              <a:ext cx="6440400" cy="1022400"/>
            </a:xfrm>
            <a:prstGeom prst="roundRect">
              <a:avLst>
                <a:gd name="adj" fmla="val 4500"/>
              </a:avLst>
            </a:prstGeom>
            <a:solidFill>
              <a:srgbClr val="FDFAF3"/>
            </a:solidFill>
            <a:ln w="6350">
              <a:prstDash val="dash"/>
              <a:solidFill>
                <a:srgbClr val="AAB4BD"/>
              </a:solidFill>
            </a:ln>
          </p:spPr>
          <p:style>
            <a:lnRef idx="2">
              <a:schemeClr val="accent1">
                <a:shade val="15000"/>
              </a:schemeClr>
            </a:lnRef>
            <a:fillRef idx="1">
              <a:schemeClr val="accent1"/>
            </a:fillRef>
            <a:effectRef idx="0">
              <a:schemeClr val="accent1"/>
            </a:effectRef>
            <a:fontRef idx="minor"/>
          </p:style>
          <p:txBody>
            <a:bodyPr lIns="100080" tIns="50040" rIns="100080" bIns="50040" anchor="ctr">
              <a:noAutofit/>
            </a:bodyPr>
            <a:lstStyle/>
            <a:p>
              <a:endParaRPr lang="en-US" sz="2000" b="0" u="none" strike="noStrike">
                <a:effectLst/>
                <a:uFillTx/>
                <a:latin typeface="Times New Roman" panose="02020603050405020304" pitchFamily="18" charset="0"/>
                <a:cs typeface="Times New Roman" panose="02020603050405020304" pitchFamily="18" charset="0"/>
              </a:endParaRPr>
            </a:p>
          </p:txBody>
        </p:sp>
        <p:sp>
          <p:nvSpPr>
            <p:cNvPr id="547" name="decode_panel_title"/>
            <p:cNvSpPr/>
            <p:nvPr/>
          </p:nvSpPr>
          <p:spPr>
            <a:xfrm>
              <a:off x="576000" y="3910320"/>
              <a:ext cx="1796400" cy="1548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defTabSz="1018080">
                <a:lnSpc>
                  <a:spcPct val="100000"/>
                </a:lnSpc>
              </a:pPr>
              <a:r>
                <a:rPr lang="en-US" sz="900" b="1" u="none" strike="noStrike">
                  <a:effectLst/>
                  <a:uFillTx/>
                  <a:latin typeface="Times New Roman" panose="02020603050405020304" pitchFamily="18" charset="0"/>
                  <a:cs typeface="Times New Roman" panose="02020603050405020304" pitchFamily="18" charset="0"/>
                </a:rPr>
                <a:t>Decoding context</a:t>
              </a:r>
              <a:endParaRPr lang="en-US" sz="900" b="0" u="none" strike="noStrike">
                <a:effectLst/>
                <a:uFillTx/>
                <a:latin typeface="Times New Roman" panose="02020603050405020304" pitchFamily="18" charset="0"/>
                <a:cs typeface="Times New Roman" panose="02020603050405020304" pitchFamily="18" charset="0"/>
              </a:endParaRPr>
            </a:p>
          </p:txBody>
        </p:sp>
        <p:sp>
          <p:nvSpPr>
            <p:cNvPr id="548" name="shared_project"/>
            <p:cNvSpPr/>
            <p:nvPr/>
          </p:nvSpPr>
          <p:spPr>
            <a:xfrm>
              <a:off x="1214640" y="4353480"/>
              <a:ext cx="946800" cy="348480"/>
            </a:xfrm>
            <a:prstGeom prst="roundRect">
              <a:avLst>
                <a:gd name="adj" fmla="val 15000"/>
              </a:avLst>
            </a:prstGeom>
            <a:solidFill>
              <a:srgbClr val="F7DDA7"/>
            </a:solidFill>
            <a:ln w="7620">
              <a:solidFill>
                <a:srgbClr val="C49B50"/>
              </a:solidFill>
            </a:ln>
          </p:spPr>
          <p:style>
            <a:lnRef idx="2">
              <a:schemeClr val="accent1">
                <a:shade val="15000"/>
              </a:schemeClr>
            </a:lnRef>
            <a:fillRef idx="1">
              <a:schemeClr val="accent1"/>
            </a:fillRef>
            <a:effectRef idx="0">
              <a:schemeClr val="accent1"/>
            </a:effectRef>
            <a:fontRef idx="minor"/>
          </p:style>
          <p:txBody>
            <a:bodyPr lIns="100080" tIns="50040" rIns="100080" bIns="50040" anchor="ctr">
              <a:noAutofit/>
            </a:bodyPr>
            <a:lstStyle/>
            <a:p>
              <a:endParaRPr lang="en-US" sz="2000" b="0" u="none" strike="noStrike">
                <a:effectLst/>
                <a:uFillTx/>
                <a:latin typeface="Times New Roman" panose="02020603050405020304" pitchFamily="18" charset="0"/>
                <a:cs typeface="Times New Roman" panose="02020603050405020304" pitchFamily="18" charset="0"/>
              </a:endParaRPr>
            </a:p>
          </p:txBody>
        </p:sp>
        <p:sp>
          <p:nvSpPr>
            <p:cNvPr id="549" name="shared_project_text"/>
            <p:cNvSpPr/>
            <p:nvPr/>
          </p:nvSpPr>
          <p:spPr>
            <a:xfrm>
              <a:off x="1177200" y="4381920"/>
              <a:ext cx="990000" cy="2916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r>
                <a:rPr lang="pt-BR" sz="800" b="0" i="1" u="none" strike="noStrike" dirty="0">
                  <a:effectLst/>
                  <a:uFillTx/>
                  <a:latin typeface="Times New Roman" panose="02020603050405020304" pitchFamily="18" charset="0"/>
                  <a:cs typeface="Times New Roman" panose="02020603050405020304" pitchFamily="18" charset="0"/>
                </a:rPr>
                <a:t>Adaptive W(n)</a:t>
              </a:r>
              <a:endParaRPr lang="en-US" sz="900" b="0" i="1" u="none" strike="noStrike" dirty="0">
                <a:effectLst/>
                <a:uFillTx/>
                <a:latin typeface="Times New Roman" panose="02020603050405020304" pitchFamily="18" charset="0"/>
                <a:cs typeface="Times New Roman" panose="02020603050405020304" pitchFamily="18" charset="0"/>
              </a:endParaRPr>
            </a:p>
            <a:p>
              <a:pPr algn="ctr" defTabSz="1018080">
                <a:lnSpc>
                  <a:spcPct val="100000"/>
                </a:lnSpc>
              </a:pPr>
              <a:r>
                <a:rPr lang="pt-BR" sz="800" b="0" i="1" u="none" strike="noStrike" dirty="0">
                  <a:effectLst/>
                  <a:uFillTx/>
                  <a:latin typeface="Times New Roman" panose="02020603050405020304" pitchFamily="18" charset="0"/>
                  <a:cs typeface="Times New Roman" panose="02020603050405020304" pitchFamily="18" charset="0"/>
                </a:rPr>
                <a:t>33-bin projection</a:t>
              </a:r>
              <a:endParaRPr lang="en-US" sz="900" b="0" i="1" u="none" strike="noStrike" dirty="0">
                <a:effectLst/>
                <a:uFillTx/>
                <a:latin typeface="Times New Roman" panose="02020603050405020304" pitchFamily="18" charset="0"/>
                <a:cs typeface="Times New Roman" panose="02020603050405020304" pitchFamily="18" charset="0"/>
              </a:endParaRPr>
            </a:p>
          </p:txBody>
        </p:sp>
        <p:sp>
          <p:nvSpPr>
            <p:cNvPr id="550" name="integral"/>
            <p:cNvSpPr/>
            <p:nvPr/>
          </p:nvSpPr>
          <p:spPr>
            <a:xfrm>
              <a:off x="3072384" y="4297680"/>
              <a:ext cx="1234440" cy="466344"/>
            </a:xfrm>
            <a:prstGeom prst="roundRect">
              <a:avLst>
                <a:gd name="adj" fmla="val 15000"/>
              </a:avLst>
            </a:prstGeom>
            <a:solidFill>
              <a:srgbClr val="C4E2F2"/>
            </a:solidFill>
            <a:ln w="7620">
              <a:solidFill>
                <a:srgbClr val="508FB0"/>
              </a:solidFill>
            </a:ln>
          </p:spPr>
          <p:style>
            <a:lnRef idx="2">
              <a:schemeClr val="accent1">
                <a:shade val="15000"/>
              </a:schemeClr>
            </a:lnRef>
            <a:fillRef idx="1">
              <a:schemeClr val="accent1"/>
            </a:fillRef>
            <a:effectRef idx="0">
              <a:schemeClr val="accent1"/>
            </a:effectRef>
            <a:fontRef idx="minor"/>
          </p:style>
          <p:txBody>
            <a:bodyPr lIns="100080" tIns="50040" rIns="100080" bIns="50040" anchor="ctr">
              <a:noAutofit/>
            </a:bodyPr>
            <a:lstStyle/>
            <a:p>
              <a:endParaRPr lang="en-US" sz="2000" b="0" u="none" strike="noStrike">
                <a:effectLst/>
                <a:uFillTx/>
                <a:latin typeface="Times New Roman" panose="02020603050405020304" pitchFamily="18" charset="0"/>
                <a:cs typeface="Times New Roman" panose="02020603050405020304" pitchFamily="18" charset="0"/>
              </a:endParaRPr>
            </a:p>
          </p:txBody>
        </p:sp>
        <p:sp>
          <p:nvSpPr>
            <p:cNvPr id="551" name="integral_title"/>
            <p:cNvSpPr/>
            <p:nvPr/>
          </p:nvSpPr>
          <p:spPr>
            <a:xfrm>
              <a:off x="3013200" y="4324320"/>
              <a:ext cx="1314000" cy="1494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r>
                <a:rPr lang="en-US" sz="900" b="1" u="none" strike="noStrike" dirty="0">
                  <a:effectLst/>
                  <a:uFillTx/>
                  <a:latin typeface="Times New Roman" panose="02020603050405020304" pitchFamily="18" charset="0"/>
                  <a:cs typeface="Times New Roman" panose="02020603050405020304" pitchFamily="18" charset="0"/>
                </a:rPr>
                <a:t>Integral</a:t>
              </a:r>
              <a:endParaRPr lang="en-US" sz="900" b="0" u="none" strike="noStrike" dirty="0">
                <a:effectLst/>
                <a:uFillTx/>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552" name="integral_formula"/>
                <p:cNvSpPr/>
                <p:nvPr/>
              </p:nvSpPr>
              <p:spPr>
                <a:xfrm>
                  <a:off x="3099816" y="4507992"/>
                  <a:ext cx="1179576" cy="219456"/>
                </a:xfrm>
                <a:prstGeom prst="rect">
                  <a:avLst/>
                </a:prstGeom>
                <a:noFill/>
                <a:ln w="0">
                  <a:noFill/>
                </a:ln>
              </p:spPr>
              <p:style>
                <a:lnRef idx="0">
                  <a:scrgbClr r="0" g="0" b="0"/>
                </a:lnRef>
                <a:fillRef idx="0">
                  <a:scrgbClr r="0" g="0" b="0"/>
                </a:fillRef>
                <a:effectRef idx="0">
                  <a:scrgbClr r="0" g="0" b="0"/>
                </a:effectRef>
                <a:fontRef idx="minor"/>
              </p:style>
              <p:txBody>
                <a:bodyPr wrap="none" lIns="0" rIns="0" tIns="0" bIns="0" anchor="ctr">
                  <a:noAutofit/>
                </a:bodyPr>
                <a:lstStyle/>
                <a:p>
                  <a:pPr algn="ctr">
                    <a:defRPr sz="708"/>
                  </a:pPr>
                  <a14:m>
                    <m:oMath xmlns:m="http://schemas.openxmlformats.org/officeDocument/2006/math">
                      <m:sSub>
                        <m:e>
                          <m:r>
                            <a:rPr lang="en-US" sz="708">
                              <a:latin typeface="Latin Modern Math"/>
                            </a:rPr>
                            <m:t>m</m:t>
                          </m:r>
                        </m:e>
                        <m:sub>
                          <m:r>
                            <a:rPr lang="en-US" sz="708">
                              <a:latin typeface="Latin Modern Math"/>
                            </a:rPr>
                            <m:t>i</m:t>
                          </m:r>
                        </m:sub>
                      </m:sSub>
                      <m:r>
                        <m:rPr>
                          <m:sty m:val="p"/>
                        </m:rPr>
                        <a:rPr lang="en-US" sz="708">
                          <a:latin typeface="Latin Modern Math"/>
                        </a:rPr>
                        <m:t>=</m:t>
                      </m:r>
                      <m:nary>
                        <m:naryPr>
                          <m:chr m:val="∑"/>
                          <m:limLoc m:val="undOvr"/>
                          <m:subHide m:val="off"/>
                          <m:supHide m:val="off"/>
                        </m:naryPr>
                        <m:sub>
                          <m:r>
                            <a:rPr lang="en-US" sz="708">
                              <a:latin typeface="Latin Modern Math"/>
                            </a:rPr>
                            <m:t>n</m:t>
                          </m:r>
                          <m:r>
                            <m:rPr>
                              <m:sty m:val="p"/>
                            </m:rPr>
                            <a:rPr lang="en-US" sz="708">
                              <a:latin typeface="Latin Modern Math"/>
                            </a:rPr>
                            <m:t>=</m:t>
                          </m:r>
                          <m:r>
                            <a:rPr lang="en-US" sz="708">
                              <a:latin typeface="Latin Modern Math"/>
                            </a:rPr>
                            <m:t>0</m:t>
                          </m:r>
                        </m:sub>
                        <m:sup>
                          <m:r>
                            <a:rPr lang="en-US" sz="708">
                              <a:latin typeface="Latin Modern Math"/>
                            </a:rPr>
                            <m:t>32</m:t>
                          </m:r>
                        </m:sup>
                        <m:e>
                          <m:sSub>
                            <m:e>
                              <m:r>
                                <a:rPr lang="en-US" sz="708">
                                  <a:latin typeface="Latin Modern Math"/>
                                </a:rPr>
                                <m:t>p</m:t>
                              </m:r>
                            </m:e>
                            <m:sub>
                              <m:r>
                                <a:rPr lang="en-US" sz="708">
                                  <a:latin typeface="Latin Modern Math"/>
                                </a:rPr>
                                <m:t>i</m:t>
                              </m:r>
                            </m:sub>
                          </m:sSub>
                        </m:e>
                      </m:nary>
                      <m:d>
                        <m:dPr>
                          <m:begChr m:val="("/>
                          <m:endChr m:val=")"/>
                          <m:sepChr m:val=""/>
                          <m:grow/>
                        </m:dPr>
                        <m:e>
                          <m:r>
                            <a:rPr lang="en-US" sz="708">
                              <a:latin typeface="Latin Modern Math"/>
                            </a:rPr>
                            <m:t>n</m:t>
                          </m:r>
                        </m:e>
                      </m:d>
                      <m:r>
                        <a:rPr lang="en-US" sz="708">
                          <a:latin typeface="Latin Modern Math"/>
                        </a:rPr>
                        <m:t> </m:t>
                      </m:r>
                      <m:sSub>
                        <m:e>
                          <m:r>
                            <a:rPr lang="en-US" sz="708">
                              <a:latin typeface="Latin Modern Math"/>
                            </a:rPr>
                            <m:t>W</m:t>
                          </m:r>
                        </m:e>
                        <m:sub>
                          <m:r>
                            <a:rPr lang="en-US" sz="708">
                              <a:latin typeface="Latin Modern Math"/>
                            </a:rPr>
                            <m:t>i</m:t>
                          </m:r>
                        </m:sub>
                      </m:sSub>
                      <m:d>
                        <m:dPr>
                          <m:begChr m:val="("/>
                          <m:endChr m:val=")"/>
                          <m:sepChr m:val=""/>
                          <m:grow/>
                        </m:dPr>
                        <m:e>
                          <m:r>
                            <a:rPr lang="en-US" sz="708">
                              <a:latin typeface="Latin Modern Math"/>
                            </a:rPr>
                            <m:t>n</m:t>
                          </m:r>
                        </m:e>
                      </m:d>
                    </m:oMath>
                  </a14:m>
                  <a:endParaRPr sz="708"/>
                </a:p>
              </p:txBody>
            </p:sp>
          </mc:Choice>
          <mc:Fallback xmlns="">
            <p:pic>
              <p:nvPicPr>
                <p:cNvPr id="552" name="Equation 552 line 1" descr="m_i=\sum_{n=0}^{32}p_i(n)\,W_i(n)"/>
                <p:cNvPicPr/>
                <p:nvPr/>
              </p:nvPicPr>
              <p:blipFill>
                <a:blip r:embed="rIdFormula552_0"/>
                <a:stretch>
                  <a:fillRect/>
                </a:stretch>
              </p:blipFill>
              <p:spPr>
                <a:xfrm>
                  <a:off x="3344830" y="4507992"/>
                  <a:ext cx="689548" cy="219456"/>
                </a:xfrm>
                <a:prstGeom prst="rect">
                  <a:avLst/>
                </a:prstGeom>
              </p:spPr>
            </p:pic>
          </mc:Fallback>
        </mc:AlternateContent>
        <p:sp>
          <p:nvSpPr>
            <p:cNvPr id="553" name="integral_merge"/>
            <p:cNvSpPr>
              <a:spLocks/>
            </p:cNvSpPr>
            <p:nvPr/>
          </p:nvSpPr>
          <p:spPr>
            <a:xfrm>
              <a:off x="2579760" y="4517280"/>
              <a:ext cx="25200" cy="25200"/>
            </a:xfrm>
            <a:prstGeom prst="ellipse">
              <a:avLst/>
            </a:prstGeom>
            <a:solidFill>
              <a:srgbClr val="C49B50"/>
            </a:solidFill>
            <a:ln>
              <a:noFill/>
            </a:ln>
          </p:spPr>
          <p:style>
            <a:lnRef idx="2">
              <a:schemeClr val="accent1">
                <a:shade val="15000"/>
              </a:schemeClr>
            </a:lnRef>
            <a:fillRef idx="1">
              <a:schemeClr val="accent1"/>
            </a:fillRef>
            <a:effectRef idx="0">
              <a:schemeClr val="accent1"/>
            </a:effectRef>
            <a:fontRef idx="minor"/>
          </p:style>
          <p:txBody>
            <a:bodyPr lIns="12600" tIns="-27360" rIns="12600" bIns="-27360" anchor="ctr">
              <a:noAutofit/>
            </a:bodyPr>
            <a:lstStyle/>
            <a:p>
              <a:endParaRPr lang="en-US" sz="2000" b="0" u="none" strike="noStrike">
                <a:effectLst/>
                <a:uFillTx/>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554" name="integral_tuple"/>
                <p:cNvSpPr/>
                <p:nvPr/>
              </p:nvSpPr>
              <p:spPr>
                <a:xfrm>
                  <a:off x="2606040" y="4315968"/>
                  <a:ext cx="402336" cy="155448"/>
                </a:xfrm>
                <a:prstGeom prst="rect">
                  <a:avLst/>
                </a:prstGeom>
                <a:noFill/>
                <a:ln w="0">
                  <a:noFill/>
                </a:ln>
              </p:spPr>
              <p:style>
                <a:lnRef idx="0">
                  <a:scrgbClr r="0" g="0" b="0"/>
                </a:lnRef>
                <a:fillRef idx="0">
                  <a:scrgbClr r="0" g="0" b="0"/>
                </a:fillRef>
                <a:effectRef idx="0">
                  <a:scrgbClr r="0" g="0" b="0"/>
                </a:effectRef>
                <a:fontRef idx="minor"/>
              </p:style>
              <p:txBody>
                <a:bodyPr wrap="none" lIns="0" rIns="0" tIns="0" bIns="0" anchor="ctr">
                  <a:noAutofit/>
                </a:bodyPr>
                <a:lstStyle/>
                <a:p>
                  <a:pPr algn="ctr">
                    <a:defRPr sz="972"/>
                  </a:pPr>
                  <a14:m>
                    <m:oMath xmlns:m="http://schemas.openxmlformats.org/officeDocument/2006/math">
                      <m:d>
                        <m:dPr>
                          <m:begChr m:val="("/>
                          <m:endChr m:val=")"/>
                          <m:sepChr m:val=""/>
                          <m:grow/>
                        </m:dPr>
                        <m:e>
                          <m:sSub>
                            <m:e>
                              <m:r>
                                <a:rPr lang="en-US" sz="972">
                                  <a:latin typeface="Latin Modern Math"/>
                                </a:rPr>
                                <m:t>p</m:t>
                              </m:r>
                            </m:e>
                            <m:sub>
                              <m:r>
                                <a:rPr lang="en-US" sz="972">
                                  <a:latin typeface="Latin Modern Math"/>
                                </a:rPr>
                                <m:t>i</m:t>
                              </m:r>
                            </m:sub>
                          </m:sSub>
                          <m:r>
                            <m:rPr>
                              <m:sty m:val="p"/>
                            </m:rPr>
                            <a:rPr lang="en-US" sz="972">
                              <a:latin typeface="Latin Modern Math"/>
                            </a:rPr>
                            <m:t>,</m:t>
                          </m:r>
                          <m:r>
                            <a:rPr lang="en-US" sz="972">
                              <a:latin typeface="Latin Modern Math"/>
                            </a:rPr>
                            <m:t>W</m:t>
                          </m:r>
                        </m:e>
                      </m:d>
                    </m:oMath>
                  </a14:m>
                  <a:endParaRPr sz="972"/>
                </a:p>
              </p:txBody>
            </p:sp>
          </mc:Choice>
          <mc:Fallback xmlns="">
            <p:pic>
              <p:nvPicPr>
                <p:cNvPr id="554" name="Equation 554 line 1" descr="(p_i,W)"/>
                <p:cNvPicPr/>
                <p:nvPr/>
              </p:nvPicPr>
              <p:blipFill>
                <a:blip r:embed="rIdFormula554_0"/>
                <a:stretch>
                  <a:fillRect/>
                </a:stretch>
              </p:blipFill>
              <p:spPr>
                <a:xfrm>
                  <a:off x="2642616" y="4331970"/>
                  <a:ext cx="329184" cy="123444"/>
                </a:xfrm>
                <a:prstGeom prst="rect">
                  <a:avLst/>
                </a:prstGeom>
              </p:spPr>
            </p:pic>
          </mc:Fallback>
        </mc:AlternateContent>
        <p:sp>
          <p:nvSpPr>
            <p:cNvPr id="555" name="box_decode"/>
            <p:cNvSpPr/>
            <p:nvPr/>
          </p:nvSpPr>
          <p:spPr>
            <a:xfrm>
              <a:off x="5571360" y="4328640"/>
              <a:ext cx="945720" cy="416520"/>
            </a:xfrm>
            <a:prstGeom prst="roundRect">
              <a:avLst>
                <a:gd name="adj" fmla="val 15000"/>
              </a:avLst>
            </a:prstGeom>
            <a:solidFill>
              <a:srgbClr val="F2CDB8"/>
            </a:solidFill>
            <a:ln w="7620">
              <a:solidFill>
                <a:srgbClr val="BD896D"/>
              </a:solidFill>
            </a:ln>
          </p:spPr>
          <p:style>
            <a:lnRef idx="2">
              <a:schemeClr val="accent1">
                <a:shade val="15000"/>
              </a:schemeClr>
            </a:lnRef>
            <a:fillRef idx="1">
              <a:schemeClr val="accent1"/>
            </a:fillRef>
            <a:effectRef idx="0">
              <a:schemeClr val="accent1"/>
            </a:effectRef>
            <a:fontRef idx="minor"/>
          </p:style>
          <p:txBody>
            <a:bodyPr lIns="100080" tIns="50040" rIns="100080" bIns="50040" anchor="ctr">
              <a:noAutofit/>
            </a:bodyPr>
            <a:lstStyle/>
            <a:p>
              <a:endParaRPr lang="en-US" sz="2000" b="0" u="none" strike="noStrike">
                <a:effectLst/>
                <a:uFillTx/>
                <a:latin typeface="Times New Roman" panose="02020603050405020304" pitchFamily="18" charset="0"/>
                <a:cs typeface="Times New Roman" panose="02020603050405020304" pitchFamily="18" charset="0"/>
              </a:endParaRPr>
            </a:p>
          </p:txBody>
        </p:sp>
        <p:sp>
          <p:nvSpPr>
            <p:cNvPr id="556" name="box_decode_title"/>
            <p:cNvSpPr/>
            <p:nvPr/>
          </p:nvSpPr>
          <p:spPr>
            <a:xfrm>
              <a:off x="5587200" y="4363920"/>
              <a:ext cx="882000" cy="1404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r>
                <a:rPr lang="en-US" sz="900" b="1" u="none" strike="noStrike">
                  <a:effectLst/>
                  <a:uFillTx/>
                  <a:latin typeface="Times New Roman" panose="02020603050405020304" pitchFamily="18" charset="0"/>
                  <a:cs typeface="Times New Roman" panose="02020603050405020304" pitchFamily="18" charset="0"/>
                </a:rPr>
                <a:t>Box Decoder</a:t>
              </a:r>
              <a:endParaRPr lang="en-US" sz="900" b="0" u="none" strike="noStrike">
                <a:effectLst/>
                <a:uFillTx/>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557" name="box_decode_formula"/>
                <p:cNvSpPr/>
                <p:nvPr/>
              </p:nvSpPr>
              <p:spPr>
                <a:xfrm>
                  <a:off x="5596128" y="4539996"/>
                  <a:ext cx="886968" cy="164592"/>
                </a:xfrm>
                <a:prstGeom prst="rect">
                  <a:avLst/>
                </a:prstGeom>
                <a:noFill/>
                <a:ln w="0">
                  <a:noFill/>
                </a:ln>
              </p:spPr>
              <p:style>
                <a:lnRef idx="0">
                  <a:scrgbClr r="0" g="0" b="0"/>
                </a:lnRef>
                <a:fillRef idx="0">
                  <a:scrgbClr r="0" g="0" b="0"/>
                </a:fillRef>
                <a:effectRef idx="0">
                  <a:scrgbClr r="0" g="0" b="0"/>
                </a:effectRef>
                <a:fontRef idx="minor"/>
              </p:style>
              <p:txBody>
                <a:bodyPr wrap="none" lIns="0" rIns="0" tIns="0" bIns="0" anchor="ctr">
                  <a:noAutofit/>
                </a:bodyPr>
                <a:lstStyle/>
                <a:p>
                  <a:pPr algn="ctr">
                    <a:defRPr sz="972"/>
                  </a:pPr>
                  <a14:m>
                    <m:oMath xmlns:m="http://schemas.openxmlformats.org/officeDocument/2006/math">
                      <m:r>
                        <m:rPr>
                          <m:sty m:val="p"/>
                        </m:rPr>
                        <a:rPr lang="en-US" sz="972">
                          <a:latin typeface="Latin Modern Math"/>
                        </a:rPr>
                        <m:t>d</m:t>
                      </m:r>
                      <m:r>
                        <m:rPr>
                          <m:sty m:val="p"/>
                        </m:rPr>
                        <a:rPr lang="en-US" sz="972">
                          <a:latin typeface="Latin Modern Math"/>
                        </a:rPr>
                        <m:t>e</m:t>
                      </m:r>
                      <m:r>
                        <m:rPr>
                          <m:sty m:val="p"/>
                        </m:rPr>
                        <a:rPr lang="en-US" sz="972">
                          <a:latin typeface="Latin Modern Math"/>
                        </a:rPr>
                        <m:t>c</m:t>
                      </m:r>
                      <m:r>
                        <m:rPr>
                          <m:sty m:val="p"/>
                        </m:rPr>
                        <a:rPr lang="en-US" sz="972">
                          <a:latin typeface="Latin Modern Math"/>
                        </a:rPr>
                        <m:t>o</m:t>
                      </m:r>
                      <m:r>
                        <m:rPr>
                          <m:sty m:val="p"/>
                        </m:rPr>
                        <a:rPr lang="en-US" sz="972">
                          <a:latin typeface="Latin Modern Math"/>
                        </a:rPr>
                        <m:t>d</m:t>
                      </m:r>
                      <m:r>
                        <m:rPr>
                          <m:sty m:val="p"/>
                        </m:rPr>
                        <a:rPr lang="en-US" sz="972">
                          <a:latin typeface="Latin Modern Math"/>
                        </a:rPr>
                        <m:t>e</m:t>
                      </m:r>
                      <m:d>
                        <m:dPr>
                          <m:begChr m:val="("/>
                          <m:endChr m:val=")"/>
                          <m:sepChr m:val=""/>
                          <m:grow/>
                        </m:dPr>
                        <m:e>
                          <m:sSub>
                            <m:e>
                              <m:r>
                                <a:rPr lang="en-US" sz="972">
                                  <a:latin typeface="Latin Modern Math"/>
                                </a:rPr>
                                <m:t>b</m:t>
                              </m:r>
                            </m:e>
                            <m:sub>
                              <m:r>
                                <a:rPr lang="en-US" sz="972">
                                  <a:latin typeface="Latin Modern Math"/>
                                </a:rPr>
                                <m:t>0</m:t>
                              </m:r>
                            </m:sub>
                          </m:sSub>
                          <m:r>
                            <m:rPr>
                              <m:sty m:val="p"/>
                            </m:rPr>
                            <a:rPr lang="en-US" sz="972">
                              <a:latin typeface="Latin Modern Math"/>
                            </a:rPr>
                            <m:t>,</m:t>
                          </m:r>
                          <m:sSub>
                            <m:e>
                              <m:r>
                                <a:rPr lang="en-US" sz="972">
                                  <a:latin typeface="Latin Modern Math"/>
                                </a:rPr>
                                <m:t>m</m:t>
                              </m:r>
                            </m:e>
                            <m:sub>
                              <m:r>
                                <a:rPr lang="en-US" sz="972">
                                  <a:latin typeface="Latin Modern Math"/>
                                </a:rPr>
                                <m:t>i</m:t>
                              </m:r>
                            </m:sub>
                          </m:sSub>
                          <m:r>
                            <m:rPr>
                              <m:sty m:val="p"/>
                            </m:rPr>
                            <a:rPr lang="en-US" sz="972">
                              <a:latin typeface="Latin Modern Math"/>
                            </a:rPr>
                            <m:t>,</m:t>
                          </m:r>
                          <m:sSub>
                            <m:e>
                              <m:r>
                                <a:rPr lang="en-US" sz="972">
                                  <a:latin typeface="Latin Modern Math"/>
                                </a:rPr>
                                <m:t>r</m:t>
                              </m:r>
                            </m:e>
                            <m:sub>
                              <m:r>
                                <a:rPr lang="en-US" sz="972">
                                  <a:latin typeface="Latin Modern Math"/>
                                </a:rPr>
                                <m:t>i</m:t>
                              </m:r>
                            </m:sub>
                          </m:sSub>
                        </m:e>
                      </m:d>
                    </m:oMath>
                  </a14:m>
                  <a:endParaRPr sz="972"/>
                </a:p>
              </p:txBody>
            </p:sp>
          </mc:Choice>
          <mc:Fallback xmlns="">
            <p:pic>
              <p:nvPicPr>
                <p:cNvPr id="557" name="Equation 557 line 1" descr="\mathrm{decode}(b_0,m_i,r_i)"/>
                <p:cNvPicPr/>
                <p:nvPr/>
              </p:nvPicPr>
              <p:blipFill>
                <a:blip r:embed="rIdFormula557_0"/>
                <a:stretch>
                  <a:fillRect/>
                </a:stretch>
              </p:blipFill>
              <p:spPr>
                <a:xfrm>
                  <a:off x="5621548" y="4560570"/>
                  <a:ext cx="836127" cy="123444"/>
                </a:xfrm>
                <a:prstGeom prst="rect">
                  <a:avLst/>
                </a:prstGeom>
              </p:spPr>
            </p:pic>
          </mc:Fallback>
        </mc:AlternateContent>
        <p:sp>
          <p:nvSpPr>
            <p:cNvPr id="558" name="offset_label"/>
            <p:cNvSpPr/>
            <p:nvPr/>
          </p:nvSpPr>
          <p:spPr>
            <a:xfrm>
              <a:off x="4482000" y="4390200"/>
              <a:ext cx="968400" cy="13824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r>
                <a:rPr lang="en-US" sz="900" b="0" u="none" strike="noStrike">
                  <a:effectLst/>
                  <a:uFillTx/>
                  <a:latin typeface="Times New Roman" panose="02020603050405020304" pitchFamily="18" charset="0"/>
                  <a:cs typeface="Times New Roman" panose="02020603050405020304" pitchFamily="18" charset="0"/>
                </a:rPr>
                <a:t>Edge offsets m</a:t>
              </a:r>
              <a:r>
                <a:rPr lang="en-US" sz="850" b="0" i="1" u="none" strike="noStrike" baseline="-25000">
                  <a:effectLst/>
                  <a:uFillTx/>
                  <a:latin typeface="Times New Roman" panose="02020603050405020304" pitchFamily="18" charset="0"/>
                  <a:cs typeface="Times New Roman" panose="02020603050405020304" pitchFamily="18" charset="0"/>
                </a:rPr>
                <a:t>i</a:t>
              </a:r>
              <a:endParaRPr lang="en-US" sz="850" b="0" u="none" strike="noStrike">
                <a:effectLst/>
                <a:uFillTx/>
                <a:latin typeface="Times New Roman" panose="02020603050405020304" pitchFamily="18" charset="0"/>
                <a:cs typeface="Times New Roman" panose="02020603050405020304" pitchFamily="18" charset="0"/>
              </a:endParaRPr>
            </a:p>
          </p:txBody>
        </p:sp>
        <p:sp>
          <p:nvSpPr>
            <p:cNvPr id="559" name="box_input_merge"/>
            <p:cNvSpPr>
              <a:spLocks/>
            </p:cNvSpPr>
            <p:nvPr/>
          </p:nvSpPr>
          <p:spPr>
            <a:xfrm>
              <a:off x="6017760" y="3581280"/>
              <a:ext cx="25200" cy="25200"/>
            </a:xfrm>
            <a:prstGeom prst="ellipse">
              <a:avLst/>
            </a:prstGeom>
            <a:solidFill>
              <a:srgbClr val="C49B50"/>
            </a:solidFill>
            <a:ln>
              <a:noFill/>
            </a:ln>
          </p:spPr>
          <p:style>
            <a:lnRef idx="2">
              <a:schemeClr val="accent1">
                <a:shade val="15000"/>
              </a:schemeClr>
            </a:lnRef>
            <a:fillRef idx="1">
              <a:schemeClr val="accent1"/>
            </a:fillRef>
            <a:effectRef idx="0">
              <a:schemeClr val="accent1"/>
            </a:effectRef>
            <a:fontRef idx="minor"/>
          </p:style>
          <p:txBody>
            <a:bodyPr lIns="12600" tIns="-27360" rIns="12600" bIns="-27360" anchor="ctr">
              <a:noAutofit/>
            </a:bodyPr>
            <a:lstStyle/>
            <a:p>
              <a:endParaRPr lang="en-US" sz="2000" b="0" u="none" strike="noStrike">
                <a:effectLst/>
                <a:uFillTx/>
                <a:latin typeface="Times New Roman" panose="02020603050405020304" pitchFamily="18" charset="0"/>
                <a:cs typeface="Times New Roman" panose="02020603050405020304" pitchFamily="18" charset="0"/>
              </a:endParaRPr>
            </a:p>
          </p:txBody>
        </p:sp>
        <p:sp>
          <p:nvSpPr>
            <p:cNvPr id="560" name="decode_b0"/>
            <p:cNvSpPr/>
            <p:nvPr/>
          </p:nvSpPr>
          <p:spPr>
            <a:xfrm>
              <a:off x="4590000" y="3467520"/>
              <a:ext cx="896400" cy="248400"/>
            </a:xfrm>
            <a:prstGeom prst="roundRect">
              <a:avLst>
                <a:gd name="adj" fmla="val 15000"/>
              </a:avLst>
            </a:prstGeom>
            <a:solidFill>
              <a:srgbClr val="F2F5F7"/>
            </a:solidFill>
            <a:ln w="7620">
              <a:solidFill>
                <a:srgbClr val="94A3AD"/>
              </a:solidFill>
            </a:ln>
          </p:spPr>
          <p:style>
            <a:lnRef idx="2">
              <a:schemeClr val="accent1">
                <a:shade val="15000"/>
              </a:schemeClr>
            </a:lnRef>
            <a:fillRef idx="1">
              <a:schemeClr val="accent1"/>
            </a:fillRef>
            <a:effectRef idx="0">
              <a:schemeClr val="accent1"/>
            </a:effectRef>
            <a:fontRef idx="minor"/>
          </p:style>
          <p:txBody>
            <a:bodyPr lIns="100080" tIns="50040" rIns="100080" bIns="50040" anchor="ctr">
              <a:noAutofit/>
            </a:bodyPr>
            <a:lstStyle/>
            <a:p>
              <a:endParaRPr lang="en-US" sz="2000" b="0" u="none" strike="noStrike">
                <a:effectLst/>
                <a:uFillTx/>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561" name="decode_b0_text"/>
                <p:cNvSpPr/>
                <p:nvPr/>
              </p:nvSpPr>
              <p:spPr>
                <a:xfrm>
                  <a:off x="4633200" y="3499920"/>
                  <a:ext cx="810000" cy="183600"/>
                </a:xfrm>
                <a:prstGeom prst="rect">
                  <a:avLst/>
                </a:prstGeom>
                <a:noFill/>
                <a:ln w="0">
                  <a:noFill/>
                </a:ln>
              </p:spPr>
              <p:style>
                <a:lnRef idx="0">
                  <a:scrgbClr r="0" g="0" b="0"/>
                </a:lnRef>
                <a:fillRef idx="0">
                  <a:scrgbClr r="0" g="0" b="0"/>
                </a:fillRef>
                <a:effectRef idx="0">
                  <a:scrgbClr r="0" g="0" b="0"/>
                </a:effectRef>
                <a:fontRef idx="minor"/>
              </p:style>
              <p:txBody>
                <a:bodyPr wrap="none" lIns="0" rIns="0" tIns="0" bIns="0" anchor="ctr">
                  <a:noAutofit/>
                </a:bodyPr>
                <a:lstStyle/>
                <a:p>
                  <a:pPr algn="ctr">
                    <a:defRPr sz="972"/>
                  </a:pPr>
                  <a14:m>
                    <m:oMath xmlns:m="http://schemas.openxmlformats.org/officeDocument/2006/math">
                      <m:r>
                        <m:rPr>
                          <m:sty m:val="p"/>
                        </m:rPr>
                        <a:rPr lang="en-US" sz="972">
                          <a:latin typeface="Latin Modern Math"/>
                        </a:rPr>
                        <m:t>I</m:t>
                      </m:r>
                      <m:r>
                        <m:rPr>
                          <m:sty m:val="p"/>
                        </m:rPr>
                        <a:rPr lang="en-US" sz="972">
                          <a:latin typeface="Latin Modern Math"/>
                        </a:rPr>
                        <m:t>n</m:t>
                      </m:r>
                      <m:r>
                        <m:rPr>
                          <m:sty m:val="p"/>
                        </m:rPr>
                        <a:rPr lang="en-US" sz="972">
                          <a:latin typeface="Latin Modern Math"/>
                        </a:rPr>
                        <m:t>i</m:t>
                      </m:r>
                      <m:r>
                        <m:rPr>
                          <m:sty m:val="p"/>
                        </m:rPr>
                        <a:rPr lang="en-US" sz="972">
                          <a:latin typeface="Latin Modern Math"/>
                        </a:rPr>
                        <m:t>t</m:t>
                      </m:r>
                      <m:r>
                        <m:rPr>
                          <m:sty m:val="p"/>
                        </m:rPr>
                        <a:rPr lang="en-US" sz="972">
                          <a:latin typeface="Latin Modern Math"/>
                        </a:rPr>
                        <m:t>i</m:t>
                      </m:r>
                      <m:r>
                        <m:rPr>
                          <m:sty m:val="p"/>
                        </m:rPr>
                        <a:rPr lang="en-US" sz="972">
                          <a:latin typeface="Latin Modern Math"/>
                        </a:rPr>
                        <m:t>a</m:t>
                      </m:r>
                      <m:r>
                        <m:rPr>
                          <m:sty m:val="p"/>
                        </m:rPr>
                        <a:rPr lang="en-US" sz="972">
                          <a:latin typeface="Latin Modern Math"/>
                        </a:rPr>
                        <m:t>l</m:t>
                      </m:r>
                      <m:r>
                        <a:rPr lang="en-US" sz="972">
                          <a:latin typeface="Latin Modern Math"/>
                        </a:rPr>
                        <m:t> </m:t>
                      </m:r>
                      <m:sSub>
                        <m:e>
                          <m:r>
                            <a:rPr lang="en-US" sz="972">
                              <a:latin typeface="Latin Modern Math"/>
                            </a:rPr>
                            <m:t>b</m:t>
                          </m:r>
                        </m:e>
                        <m:sub>
                          <m:r>
                            <a:rPr lang="en-US" sz="972">
                              <a:latin typeface="Latin Modern Math"/>
                            </a:rPr>
                            <m:t>0</m:t>
                          </m:r>
                        </m:sub>
                      </m:sSub>
                    </m:oMath>
                  </a14:m>
                  <a:endParaRPr sz="972"/>
                </a:p>
              </p:txBody>
            </p:sp>
          </mc:Choice>
          <mc:Fallback xmlns="">
            <p:pic>
              <p:nvPicPr>
                <p:cNvPr id="561" name="Equation 561 line 1" descr="\mathrm{Initial}\ b_0"/>
                <p:cNvPicPr/>
                <p:nvPr/>
              </p:nvPicPr>
              <p:blipFill>
                <a:blip r:embed="rIdFormula561_0"/>
                <a:stretch>
                  <a:fillRect/>
                </a:stretch>
              </p:blipFill>
              <p:spPr>
                <a:xfrm>
                  <a:off x="4819293" y="3529998"/>
                  <a:ext cx="437815" cy="123444"/>
                </a:xfrm>
                <a:prstGeom prst="rect">
                  <a:avLst/>
                </a:prstGeom>
              </p:spPr>
            </p:pic>
          </mc:Fallback>
        </mc:AlternateContent>
        <mc:AlternateContent xmlns:mc="http://schemas.openxmlformats.org/markup-compatibility/2006" xmlns:a14="http://schemas.microsoft.com/office/drawing/2010/main">
          <mc:Choice Requires="a14">
            <p:sp>
              <p:nvSpPr>
                <p:cNvPr id="562" name="decode_tuple"/>
                <p:cNvSpPr/>
                <p:nvPr/>
              </p:nvSpPr>
              <p:spPr>
                <a:xfrm>
                  <a:off x="6066000" y="3903120"/>
                  <a:ext cx="626400" cy="151200"/>
                </a:xfrm>
                <a:prstGeom prst="rect">
                  <a:avLst/>
                </a:prstGeom>
                <a:noFill/>
                <a:ln w="0">
                  <a:noFill/>
                </a:ln>
              </p:spPr>
              <p:style>
                <a:lnRef idx="0">
                  <a:scrgbClr r="0" g="0" b="0"/>
                </a:lnRef>
                <a:fillRef idx="0">
                  <a:scrgbClr r="0" g="0" b="0"/>
                </a:fillRef>
                <a:effectRef idx="0">
                  <a:scrgbClr r="0" g="0" b="0"/>
                </a:effectRef>
                <a:fontRef idx="minor"/>
              </p:style>
              <p:txBody>
                <a:bodyPr wrap="none" lIns="0" rIns="0" tIns="0" bIns="0" anchor="ctr">
                  <a:noAutofit/>
                </a:bodyPr>
                <a:lstStyle/>
                <a:p>
                  <a:pPr algn="ctr">
                    <a:defRPr sz="972"/>
                  </a:pPr>
                  <a14:m>
                    <m:oMath xmlns:m="http://schemas.openxmlformats.org/officeDocument/2006/math">
                      <m:d>
                        <m:dPr>
                          <m:begChr m:val="("/>
                          <m:endChr m:val=")"/>
                          <m:sepChr m:val=""/>
                          <m:grow/>
                        </m:dPr>
                        <m:e>
                          <m:sSub>
                            <m:e>
                              <m:r>
                                <a:rPr lang="en-US" sz="972">
                                  <a:latin typeface="Latin Modern Math"/>
                                </a:rPr>
                                <m:t>b</m:t>
                              </m:r>
                            </m:e>
                            <m:sub>
                              <m:r>
                                <a:rPr lang="en-US" sz="972">
                                  <a:latin typeface="Latin Modern Math"/>
                                </a:rPr>
                                <m:t>0</m:t>
                              </m:r>
                            </m:sub>
                          </m:sSub>
                          <m:r>
                            <m:rPr>
                              <m:sty m:val="p"/>
                            </m:rPr>
                            <a:rPr lang="en-US" sz="972">
                              <a:latin typeface="Latin Modern Math"/>
                            </a:rPr>
                            <m:t>,</m:t>
                          </m:r>
                          <m:sSub>
                            <m:e>
                              <m:r>
                                <a:rPr lang="en-US" sz="972">
                                  <a:latin typeface="Latin Modern Math"/>
                                </a:rPr>
                                <m:t>r</m:t>
                              </m:r>
                            </m:e>
                            <m:sub>
                              <m:r>
                                <a:rPr lang="en-US" sz="972">
                                  <a:latin typeface="Latin Modern Math"/>
                                </a:rPr>
                                <m:t>i</m:t>
                              </m:r>
                            </m:sub>
                          </m:sSub>
                        </m:e>
                      </m:d>
                    </m:oMath>
                  </a14:m>
                  <a:endParaRPr sz="972"/>
                </a:p>
              </p:txBody>
            </p:sp>
          </mc:Choice>
          <mc:Fallback xmlns="">
            <p:pic>
              <p:nvPicPr>
                <p:cNvPr id="562" name="Equation 562 line 1" descr="(b_0,r_i)"/>
                <p:cNvPicPr/>
                <p:nvPr/>
              </p:nvPicPr>
              <p:blipFill>
                <a:blip r:embed="rIdFormula562_0"/>
                <a:stretch>
                  <a:fillRect/>
                </a:stretch>
              </p:blipFill>
              <p:spPr>
                <a:xfrm>
                  <a:off x="6214608" y="3916998"/>
                  <a:ext cx="329184" cy="123444"/>
                </a:xfrm>
                <a:prstGeom prst="rect">
                  <a:avLst/>
                </a:prstGeom>
              </p:spPr>
            </p:pic>
          </mc:Fallback>
        </mc:AlternateContent>
        <mc:AlternateContent xmlns:mc="http://schemas.openxmlformats.org/markup-compatibility/2006" xmlns:a14="http://schemas.microsoft.com/office/drawing/2010/main">
          <mc:Choice Requires="a14">
            <p:sp>
              <p:nvSpPr>
                <p:cNvPr id="563" name="box_output"/>
                <p:cNvSpPr/>
                <p:nvPr/>
              </p:nvSpPr>
              <p:spPr>
                <a:xfrm>
                  <a:off x="6678000" y="4475520"/>
                  <a:ext cx="230400" cy="185400"/>
                </a:xfrm>
                <a:prstGeom prst="rect">
                  <a:avLst/>
                </a:prstGeom>
                <a:noFill/>
                <a:ln w="0">
                  <a:noFill/>
                </a:ln>
              </p:spPr>
              <p:style>
                <a:lnRef idx="0">
                  <a:scrgbClr r="0" g="0" b="0"/>
                </a:lnRef>
                <a:fillRef idx="0">
                  <a:scrgbClr r="0" g="0" b="0"/>
                </a:fillRef>
                <a:effectRef idx="0">
                  <a:scrgbClr r="0" g="0" b="0"/>
                </a:effectRef>
                <a:fontRef idx="minor"/>
              </p:style>
              <p:txBody>
                <a:bodyPr wrap="none" lIns="0" rIns="0" tIns="0" bIns="0" anchor="ctr">
                  <a:noAutofit/>
                </a:bodyPr>
                <a:lstStyle/>
                <a:p>
                  <a:pPr algn="ctr">
                    <a:defRPr sz="972"/>
                  </a:pPr>
                  <a14:m>
                    <m:oMath xmlns:m="http://schemas.openxmlformats.org/officeDocument/2006/math">
                      <m:sSub>
                        <m:e>
                          <m:r>
                            <a:rPr lang="en-US" sz="972">
                              <a:latin typeface="Latin Modern Math"/>
                            </a:rPr>
                            <m:t>b</m:t>
                          </m:r>
                        </m:e>
                        <m:sub>
                          <m:r>
                            <a:rPr lang="en-US" sz="972">
                              <a:latin typeface="Latin Modern Math"/>
                            </a:rPr>
                            <m:t>i</m:t>
                          </m:r>
                        </m:sub>
                      </m:sSub>
                    </m:oMath>
                  </a14:m>
                  <a:endParaRPr sz="972"/>
                </a:p>
              </p:txBody>
            </p:sp>
          </mc:Choice>
          <mc:Fallback xmlns="">
            <p:pic>
              <p:nvPicPr>
                <p:cNvPr id="563" name="Equation 563 line 1" descr="b_i"/>
                <p:cNvPicPr/>
                <p:nvPr/>
              </p:nvPicPr>
              <p:blipFill>
                <a:blip r:embed="rIdFormula563_0"/>
                <a:stretch>
                  <a:fillRect/>
                </a:stretch>
              </p:blipFill>
              <p:spPr>
                <a:xfrm>
                  <a:off x="6745468" y="4506498"/>
                  <a:ext cx="95463" cy="123444"/>
                </a:xfrm>
                <a:prstGeom prst="rect">
                  <a:avLst/>
                </a:prstGeom>
              </p:spPr>
            </p:pic>
          </mc:Fallback>
        </mc:AlternateContent>
        <p:cxnSp>
          <p:nvCxnSpPr>
            <p:cNvPr id="564" name="box_to_scale__0"/>
            <p:cNvCxnSpPr>
              <a:cxnSpLocks/>
            </p:cNvCxnSpPr>
            <p:nvPr/>
          </p:nvCxnSpPr>
          <p:spPr>
            <a:xfrm>
              <a:off x="1453680" y="2180880"/>
              <a:ext cx="471600" cy="0"/>
            </a:xfrm>
            <a:prstGeom prst="straightConnector1">
              <a:avLst/>
            </a:prstGeom>
            <a:ln w="7200">
              <a:solidFill>
                <a:srgbClr val="C49B50"/>
              </a:solidFill>
              <a:round/>
              <a:tailEnd type="triangle" w="sm" len="sm"/>
            </a:ln>
          </p:spPr>
        </p:cxnSp>
        <p:cxnSp>
          <p:nvCxnSpPr>
            <p:cNvPr id="565" name="logits_to_softmax__0"/>
            <p:cNvCxnSpPr>
              <a:cxnSpLocks/>
            </p:cNvCxnSpPr>
            <p:nvPr/>
          </p:nvCxnSpPr>
          <p:spPr>
            <a:xfrm>
              <a:off x="1454400" y="3161880"/>
              <a:ext cx="308880" cy="0"/>
            </a:xfrm>
            <a:prstGeom prst="straightConnector1">
              <a:avLst/>
            </a:prstGeom>
            <a:ln w="7200">
              <a:solidFill>
                <a:srgbClr val="C49B50"/>
              </a:solidFill>
              <a:round/>
              <a:tailEnd type="triangle" w="sm" len="sm"/>
            </a:ln>
          </p:spPr>
        </p:cxnSp>
        <p:cxnSp>
          <p:nvCxnSpPr>
            <p:cNvPr id="566" name="prob_main__0"/>
            <p:cNvCxnSpPr>
              <a:cxnSpLocks/>
            </p:cNvCxnSpPr>
            <p:nvPr/>
          </p:nvCxnSpPr>
          <p:spPr>
            <a:xfrm>
              <a:off x="2440440" y="3161880"/>
              <a:ext cx="272160" cy="0"/>
            </a:xfrm>
            <a:prstGeom prst="straightConnector1">
              <a:avLst/>
            </a:prstGeom>
            <a:ln w="7200">
              <a:solidFill>
                <a:srgbClr val="C49B50"/>
              </a:solidFill>
              <a:round/>
              <a:tailEnd type="triangle" w="sm" len="sm"/>
            </a:ln>
          </p:spPr>
        </p:cxnSp>
        <p:cxnSp>
          <p:nvCxnSpPr>
            <p:cNvPr id="567" name="base_to_combine__0"/>
            <p:cNvCxnSpPr>
              <a:cxnSpLocks/>
            </p:cNvCxnSpPr>
            <p:nvPr/>
          </p:nvCxnSpPr>
          <p:spPr>
            <a:xfrm>
              <a:off x="3790800" y="2189880"/>
              <a:ext cx="436680" cy="0"/>
            </a:xfrm>
            <a:prstGeom prst="straightConnector1">
              <a:avLst/>
            </a:prstGeom>
            <a:ln w="7200">
              <a:solidFill>
                <a:srgbClr val="C49B50"/>
              </a:solidFill>
              <a:round/>
              <a:tailEnd type="triangle" w="sm" len="sm"/>
            </a:ln>
          </p:spPr>
        </p:cxnSp>
        <p:cxnSp>
          <p:nvCxnSpPr>
            <p:cNvPr id="568" name="flat_to_combine__0"/>
            <p:cNvCxnSpPr>
              <a:cxnSpLocks/>
            </p:cNvCxnSpPr>
            <p:nvPr/>
          </p:nvCxnSpPr>
          <p:spPr>
            <a:xfrm>
              <a:off x="4069080" y="3125880"/>
              <a:ext cx="158191" cy="0"/>
            </a:xfrm>
            <a:prstGeom prst="straightConnector1">
              <a:avLst/>
            </a:prstGeom>
            <a:ln w="7200">
              <a:solidFill>
                <a:srgbClr val="C49B50"/>
              </a:solidFill>
              <a:round/>
              <a:tailEnd type="triangle" w="sm" len="sm"/>
            </a:ln>
          </p:spPr>
        </p:cxnSp>
        <p:cxnSp>
          <p:nvCxnSpPr>
            <p:cNvPr id="569" name="scale_output_flow__0"/>
            <p:cNvCxnSpPr>
              <a:cxnSpLocks/>
            </p:cNvCxnSpPr>
            <p:nvPr/>
          </p:nvCxnSpPr>
          <p:spPr>
            <a:xfrm>
              <a:off x="5304960" y="2657880"/>
              <a:ext cx="265680" cy="0"/>
            </a:xfrm>
            <a:prstGeom prst="straightConnector1">
              <a:avLst/>
            </a:prstGeom>
            <a:ln w="7200">
              <a:solidFill>
                <a:srgbClr val="C49B50"/>
              </a:solidFill>
              <a:round/>
              <a:tailEnd type="triangle" w="sm" len="sm"/>
            </a:ln>
          </p:spPr>
        </p:cxnSp>
        <p:cxnSp>
          <p:nvCxnSpPr>
            <p:cNvPr id="570" name="project_to_integral__0"/>
            <p:cNvCxnSpPr>
              <a:cxnSpLocks/>
            </p:cNvCxnSpPr>
            <p:nvPr/>
          </p:nvCxnSpPr>
          <p:spPr>
            <a:xfrm>
              <a:off x="2161440" y="4529880"/>
              <a:ext cx="908640" cy="0"/>
            </a:xfrm>
            <a:prstGeom prst="straightConnector1">
              <a:avLst/>
            </a:prstGeom>
            <a:ln w="7200">
              <a:solidFill>
                <a:srgbClr val="C49B50"/>
              </a:solidFill>
              <a:round/>
              <a:tailEnd type="triangle" w="sm" len="sm"/>
            </a:ln>
          </p:spPr>
        </p:cxnSp>
        <p:cxnSp>
          <p:nvCxnSpPr>
            <p:cNvPr id="571" name="prob_to_integral__0"/>
            <p:cNvCxnSpPr>
              <a:cxnSpLocks/>
            </p:cNvCxnSpPr>
            <p:nvPr/>
          </p:nvCxnSpPr>
          <p:spPr>
            <a:xfrm>
              <a:off x="2592360" y="3161880"/>
              <a:ext cx="0" cy="1368000"/>
            </a:xfrm>
            <a:prstGeom prst="straightConnector1">
              <a:avLst/>
            </a:prstGeom>
            <a:ln w="7200">
              <a:solidFill>
                <a:srgbClr val="C49B50"/>
              </a:solidFill>
              <a:round/>
              <a:headEnd type="diamond" w="med" len="med"/>
              <a:tailEnd type="triangle" w="med" len="med"/>
            </a:ln>
          </p:spPr>
        </p:cxnSp>
        <p:cxnSp>
          <p:nvCxnSpPr>
            <p:cNvPr id="572" name="integral_to_box__0"/>
            <p:cNvCxnSpPr>
              <a:cxnSpLocks/>
            </p:cNvCxnSpPr>
            <p:nvPr/>
          </p:nvCxnSpPr>
          <p:spPr>
            <a:xfrm>
              <a:off x="4302000" y="4565880"/>
              <a:ext cx="1269360" cy="0"/>
            </a:xfrm>
            <a:prstGeom prst="straightConnector1">
              <a:avLst/>
            </a:prstGeom>
            <a:ln w="7200">
              <a:solidFill>
                <a:srgbClr val="C49B50"/>
              </a:solidFill>
              <a:round/>
              <a:tailEnd type="triangle" w="sm" len="sm"/>
            </a:ln>
          </p:spPr>
        </p:cxnSp>
        <p:cxnSp>
          <p:nvCxnSpPr>
            <p:cNvPr id="573" name="scale_to_decode__0"/>
            <p:cNvCxnSpPr>
              <a:cxnSpLocks/>
            </p:cNvCxnSpPr>
            <p:nvPr/>
          </p:nvCxnSpPr>
          <p:spPr>
            <a:xfrm>
              <a:off x="6030360" y="2845080"/>
              <a:ext cx="0" cy="1483560"/>
            </a:xfrm>
            <a:prstGeom prst="straightConnector1">
              <a:avLst/>
            </a:prstGeom>
            <a:ln w="7200">
              <a:solidFill>
                <a:srgbClr val="C49B50"/>
              </a:solidFill>
              <a:round/>
              <a:tailEnd type="triangle" w="sm" len="sm"/>
            </a:ln>
          </p:spPr>
        </p:cxnSp>
        <p:cxnSp>
          <p:nvCxnSpPr>
            <p:cNvPr id="575" name="decoded_box__0"/>
            <p:cNvCxnSpPr>
              <a:cxnSpLocks/>
            </p:cNvCxnSpPr>
            <p:nvPr/>
          </p:nvCxnSpPr>
          <p:spPr>
            <a:xfrm>
              <a:off x="6517080" y="4565880"/>
              <a:ext cx="144000" cy="0"/>
            </a:xfrm>
            <a:prstGeom prst="straightConnector1">
              <a:avLst/>
            </a:prstGeom>
            <a:ln w="7200">
              <a:solidFill>
                <a:srgbClr val="C49B50"/>
              </a:solidFill>
              <a:round/>
              <a:tailEnd type="triangle" w="sm" len="sm"/>
            </a:ln>
          </p:spPr>
        </p:cxnSp>
        <p:cxnSp>
          <p:nvCxnSpPr>
            <p:cNvPr id="3" name="prob_to_integral__0">
              <a:extLst>
                <a:ext uri="{FF2B5EF4-FFF2-40B4-BE49-F238E27FC236}">
                  <a16:creationId xmlns:a16="http://schemas.microsoft.com/office/drawing/2014/main" id="{0EA77028-77E8-0129-2AB8-B6F87F323020}"/>
                </a:ext>
              </a:extLst>
            </p:cNvPr>
            <p:cNvCxnSpPr>
              <a:cxnSpLocks/>
              <a:stCxn id="560" idx="3"/>
            </p:cNvCxnSpPr>
            <p:nvPr/>
          </p:nvCxnSpPr>
          <p:spPr>
            <a:xfrm>
              <a:off x="5486400" y="3591720"/>
              <a:ext cx="556560" cy="0"/>
            </a:xfrm>
            <a:prstGeom prst="straightConnector1">
              <a:avLst/>
            </a:prstGeom>
            <a:ln w="7200">
              <a:solidFill>
                <a:srgbClr val="C49B50"/>
              </a:solidFill>
              <a:round/>
              <a:headEnd type="diamond" w="med" len="med"/>
              <a:tailEnd type="triangle" w="med" len="med"/>
            </a:ln>
          </p:spPr>
        </p:cxn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7" name="组合 16">
            <a:extLst>
              <a:ext uri="{FF2B5EF4-FFF2-40B4-BE49-F238E27FC236}">
                <a16:creationId xmlns:a16="http://schemas.microsoft.com/office/drawing/2014/main" id="{3E5B0238-3B2B-6EB5-6297-DD136E00388C}"/>
              </a:ext>
            </a:extLst>
          </p:cNvPr>
          <p:cNvGrpSpPr/>
          <p:nvPr/>
        </p:nvGrpSpPr>
        <p:grpSpPr>
          <a:xfrm>
            <a:off x="486000" y="1055520"/>
            <a:ext cx="6440400" cy="3812400"/>
            <a:chOff x="486000" y="1055520"/>
            <a:chExt cx="6440400" cy="3812400"/>
          </a:xfrm>
        </p:grpSpPr>
        <p:sp>
          <p:nvSpPr>
            <p:cNvPr id="459" name="title"/>
            <p:cNvSpPr/>
            <p:nvPr/>
          </p:nvSpPr>
          <p:spPr>
            <a:xfrm>
              <a:off x="522000" y="1055520"/>
              <a:ext cx="4928400" cy="2304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defTabSz="1018080">
                <a:lnSpc>
                  <a:spcPct val="100000"/>
                </a:lnSpc>
              </a:pPr>
              <a:r>
                <a:rPr lang="en-US" sz="900" b="1" u="none" strike="noStrike" dirty="0">
                  <a:effectLst/>
                  <a:uFillTx/>
                  <a:latin typeface="Times New Roman" panose="02020603050405020304" pitchFamily="18" charset="0"/>
                  <a:cs typeface="Times New Roman" panose="02020603050405020304" pitchFamily="18" charset="0"/>
                </a:rPr>
                <a:t>Cross-Layer Consistency</a:t>
              </a:r>
              <a:endParaRPr lang="en-US" sz="900" b="0" u="none" strike="noStrike" dirty="0">
                <a:effectLst/>
                <a:uFillTx/>
                <a:latin typeface="Times New Roman" panose="02020603050405020304" pitchFamily="18" charset="0"/>
                <a:cs typeface="Times New Roman" panose="02020603050405020304" pitchFamily="18" charset="0"/>
              </a:endParaRPr>
            </a:p>
          </p:txBody>
        </p:sp>
        <p:sp>
          <p:nvSpPr>
            <p:cNvPr id="460" name="weights_panel"/>
            <p:cNvSpPr/>
            <p:nvPr/>
          </p:nvSpPr>
          <p:spPr>
            <a:xfrm>
              <a:off x="486000" y="1397520"/>
              <a:ext cx="6440400" cy="662400"/>
            </a:xfrm>
            <a:prstGeom prst="roundRect">
              <a:avLst>
                <a:gd name="adj" fmla="val 4500"/>
              </a:avLst>
            </a:prstGeom>
            <a:solidFill>
              <a:srgbClr val="F7FAFC"/>
            </a:solidFill>
            <a:ln w="6350">
              <a:prstDash val="dash"/>
              <a:solidFill>
                <a:srgbClr val="AAB4BD"/>
              </a:solidFill>
            </a:ln>
          </p:spPr>
          <p:style>
            <a:lnRef idx="2">
              <a:schemeClr val="accent1">
                <a:shade val="15000"/>
              </a:schemeClr>
            </a:lnRef>
            <a:fillRef idx="1">
              <a:schemeClr val="accent1"/>
            </a:fillRef>
            <a:effectRef idx="0">
              <a:schemeClr val="accent1"/>
            </a:effectRef>
            <a:fontRef idx="minor"/>
          </p:style>
          <p:txBody>
            <a:bodyPr lIns="100080" tIns="50040" rIns="100080" bIns="50040" anchor="ctr">
              <a:noAutofit/>
            </a:bodyPr>
            <a:lstStyle/>
            <a:p>
              <a:endParaRPr lang="en-US" sz="2000" b="0" u="none" strike="noStrike">
                <a:effectLst/>
                <a:uFillTx/>
                <a:latin typeface="Times New Roman" panose="02020603050405020304" pitchFamily="18" charset="0"/>
                <a:cs typeface="Times New Roman" panose="02020603050405020304" pitchFamily="18" charset="0"/>
              </a:endParaRPr>
            </a:p>
          </p:txBody>
        </p:sp>
        <p:sp>
          <p:nvSpPr>
            <p:cNvPr id="461" name="matched_gt"/>
            <p:cNvSpPr/>
            <p:nvPr/>
          </p:nvSpPr>
          <p:spPr>
            <a:xfrm>
              <a:off x="657000" y="1572840"/>
              <a:ext cx="766080" cy="348480"/>
            </a:xfrm>
            <a:prstGeom prst="roundRect">
              <a:avLst>
                <a:gd name="adj" fmla="val 15000"/>
              </a:avLst>
            </a:prstGeom>
            <a:solidFill>
              <a:srgbClr val="F2F5F7"/>
            </a:solidFill>
            <a:ln w="7620">
              <a:solidFill>
                <a:srgbClr val="94A3AD"/>
              </a:solidFill>
            </a:ln>
          </p:spPr>
          <p:style>
            <a:lnRef idx="2">
              <a:schemeClr val="accent1">
                <a:shade val="15000"/>
              </a:schemeClr>
            </a:lnRef>
            <a:fillRef idx="1">
              <a:schemeClr val="accent1"/>
            </a:fillRef>
            <a:effectRef idx="0">
              <a:schemeClr val="accent1"/>
            </a:effectRef>
            <a:fontRef idx="minor"/>
          </p:style>
          <p:txBody>
            <a:bodyPr lIns="100080" tIns="50040" rIns="100080" bIns="50040" anchor="ctr">
              <a:noAutofit/>
            </a:bodyPr>
            <a:lstStyle/>
            <a:p>
              <a:endParaRPr lang="en-US" sz="2000" b="0" u="none" strike="noStrike">
                <a:effectLst/>
                <a:uFillTx/>
                <a:latin typeface="Times New Roman" panose="02020603050405020304" pitchFamily="18" charset="0"/>
                <a:cs typeface="Times New Roman" panose="02020603050405020304" pitchFamily="18" charset="0"/>
              </a:endParaRPr>
            </a:p>
          </p:txBody>
        </p:sp>
        <p:sp>
          <p:nvSpPr>
            <p:cNvPr id="462" name="matched_gt_text"/>
            <p:cNvSpPr/>
            <p:nvPr/>
          </p:nvSpPr>
          <p:spPr>
            <a:xfrm>
              <a:off x="673200" y="1609200"/>
              <a:ext cx="702000" cy="2754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r>
                <a:rPr lang="en-US" sz="900" b="0" u="none" strike="noStrike">
                  <a:effectLst/>
                  <a:uFillTx/>
                  <a:latin typeface="Times New Roman" panose="02020603050405020304" pitchFamily="18" charset="0"/>
                  <a:cs typeface="Times New Roman" panose="02020603050405020304" pitchFamily="18" charset="0"/>
                </a:rPr>
                <a:t>GT box area</a:t>
              </a:r>
            </a:p>
            <a:p>
              <a:pPr algn="ctr" defTabSz="1018080">
                <a:lnSpc>
                  <a:spcPct val="100000"/>
                </a:lnSpc>
              </a:pPr>
              <a:r>
                <a:rPr lang="en-US" sz="900" b="0" u="none" strike="noStrike">
                  <a:effectLst/>
                  <a:uFillTx/>
                  <a:latin typeface="Times New Roman" panose="02020603050405020304" pitchFamily="18" charset="0"/>
                  <a:cs typeface="Times New Roman" panose="02020603050405020304" pitchFamily="18" charset="0"/>
                </a:rPr>
                <a:t>A = w × h</a:t>
              </a:r>
            </a:p>
          </p:txBody>
        </p:sp>
        <p:sp>
          <p:nvSpPr>
            <p:cNvPr id="463" name="weighting"/>
            <p:cNvSpPr/>
            <p:nvPr/>
          </p:nvSpPr>
          <p:spPr>
            <a:xfrm>
              <a:off x="1850040" y="1511640"/>
              <a:ext cx="2610000" cy="430920"/>
            </a:xfrm>
            <a:prstGeom prst="roundRect">
              <a:avLst>
                <a:gd name="adj" fmla="val 15000"/>
              </a:avLst>
            </a:prstGeom>
            <a:solidFill>
              <a:srgbClr val="C4E2F2"/>
            </a:solidFill>
            <a:ln w="7620">
              <a:solidFill>
                <a:srgbClr val="508FB0"/>
              </a:solidFill>
            </a:ln>
          </p:spPr>
          <p:style>
            <a:lnRef idx="2">
              <a:schemeClr val="accent1">
                <a:shade val="15000"/>
              </a:schemeClr>
            </a:lnRef>
            <a:fillRef idx="1">
              <a:schemeClr val="accent1"/>
            </a:fillRef>
            <a:effectRef idx="0">
              <a:schemeClr val="accent1"/>
            </a:effectRef>
            <a:fontRef idx="minor"/>
          </p:style>
          <p:txBody>
            <a:bodyPr lIns="100080" tIns="50040" rIns="100080" bIns="50040" anchor="ctr">
              <a:noAutofit/>
            </a:bodyPr>
            <a:lstStyle/>
            <a:p>
              <a:endParaRPr lang="en-US" sz="2000" b="0" u="none" strike="noStrike">
                <a:effectLst/>
                <a:uFillTx/>
                <a:latin typeface="Times New Roman" panose="02020603050405020304" pitchFamily="18" charset="0"/>
                <a:cs typeface="Times New Roman" panose="02020603050405020304" pitchFamily="18" charset="0"/>
              </a:endParaRPr>
            </a:p>
          </p:txBody>
        </p:sp>
        <p:sp>
          <p:nvSpPr>
            <p:cNvPr id="464" name="weighting_title"/>
            <p:cNvSpPr/>
            <p:nvPr/>
          </p:nvSpPr>
          <p:spPr>
            <a:xfrm>
              <a:off x="1710000" y="1541520"/>
              <a:ext cx="2858400" cy="1512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r>
                <a:rPr lang="en-US" sz="900" b="1" u="none" strike="noStrike">
                  <a:effectLst/>
                  <a:uFillTx/>
                  <a:latin typeface="Times New Roman" panose="02020603050405020304" pitchFamily="18" charset="0"/>
                  <a:cs typeface="Times New Roman" panose="02020603050405020304" pitchFamily="18" charset="0"/>
                </a:rPr>
                <a:t>Scale weighting</a:t>
              </a:r>
              <a:endParaRPr lang="en-US" sz="900" b="0" u="none" strike="noStrike">
                <a:effectLst/>
                <a:uFillTx/>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465" name="scale_weight"/>
                <p:cNvSpPr/>
                <p:nvPr/>
              </p:nvSpPr>
              <p:spPr>
                <a:xfrm>
                  <a:off x="1901952" y="1723644"/>
                  <a:ext cx="2496312" cy="201168"/>
                </a:xfrm>
                <a:prstGeom prst="rect">
                  <a:avLst/>
                </a:prstGeom>
                <a:noFill/>
                <a:ln w="0">
                  <a:noFill/>
                </a:ln>
              </p:spPr>
              <p:style>
                <a:lnRef idx="0">
                  <a:scrgbClr r="0" g="0" b="0"/>
                </a:lnRef>
                <a:fillRef idx="0">
                  <a:scrgbClr r="0" g="0" b="0"/>
                </a:fillRef>
                <a:effectRef idx="0">
                  <a:scrgbClr r="0" g="0" b="0"/>
                </a:effectRef>
                <a:fontRef idx="minor"/>
              </p:style>
              <p:txBody>
                <a:bodyPr wrap="none" lIns="0" rIns="0" tIns="0" bIns="0" anchor="ctr">
                  <a:noAutofit/>
                </a:bodyPr>
                <a:lstStyle/>
                <a:p>
                  <a:pPr algn="ctr">
                    <a:defRPr sz="752"/>
                  </a:pPr>
                  <a14:m>
                    <m:oMath xmlns:m="http://schemas.openxmlformats.org/officeDocument/2006/math">
                      <m:sSub>
                        <m:e>
                          <m:r>
                            <a:rPr lang="en-US" sz="752">
                              <a:latin typeface="Latin Modern Math"/>
                            </a:rPr>
                            <m:t>a</m:t>
                          </m:r>
                        </m:e>
                        <m:sub>
                          <m:r>
                            <a:rPr lang="en-US" sz="752">
                              <a:latin typeface="Latin Modern Math"/>
                            </a:rPr>
                            <m:t>q</m:t>
                          </m:r>
                        </m:sub>
                      </m:sSub>
                      <m:r>
                        <m:rPr>
                          <m:sty m:val="p"/>
                        </m:rPr>
                        <a:rPr lang="en-US" sz="752">
                          <a:latin typeface="Latin Modern Math"/>
                        </a:rPr>
                        <m:t>=</m:t>
                      </m:r>
                      <m:r>
                        <m:rPr>
                          <m:sty m:val="p"/>
                        </m:rPr>
                        <a:rPr lang="en-US" sz="752">
                          <a:latin typeface="Latin Modern Math"/>
                        </a:rPr>
                        <m:t>c</m:t>
                      </m:r>
                      <m:r>
                        <m:rPr>
                          <m:sty m:val="p"/>
                        </m:rPr>
                        <a:rPr lang="en-US" sz="752">
                          <a:latin typeface="Latin Modern Math"/>
                        </a:rPr>
                        <m:t>l</m:t>
                      </m:r>
                      <m:r>
                        <m:rPr>
                          <m:sty m:val="p"/>
                        </m:rPr>
                        <a:rPr lang="en-US" sz="752">
                          <a:latin typeface="Latin Modern Math"/>
                        </a:rPr>
                        <m:t>i</m:t>
                      </m:r>
                      <m:r>
                        <m:rPr>
                          <m:sty m:val="p"/>
                        </m:rPr>
                        <a:rPr lang="en-US" sz="752">
                          <a:latin typeface="Latin Modern Math"/>
                        </a:rPr>
                        <m:t>p</m:t>
                      </m:r>
                      <m:r>
                        <a:rPr lang="en-US" sz="752">
                          <a:latin typeface="Latin Modern Math"/>
                        </a:rPr>
                        <m:t>​</m:t>
                      </m:r>
                      <m:d>
                        <m:dPr>
                          <m:begChr m:val="("/>
                          <m:endChr m:val=")"/>
                          <m:sepChr m:val=""/>
                          <m:grow/>
                        </m:dPr>
                        <m:e>
                          <m:f>
                            <m:fPr>
                              <m:type m:val="bar"/>
                            </m:fPr>
                            <m:num>
                              <m:sSubSup>
                                <m:e>
                                  <m:r>
                                    <a:rPr lang="en-US" sz="752">
                                      <a:latin typeface="Latin Modern Math"/>
                                    </a:rPr>
                                    <m:t>A</m:t>
                                  </m:r>
                                </m:e>
                                <m:sub>
                                  <m:r>
                                    <a:rPr lang="en-US" sz="752">
                                      <a:latin typeface="Latin Modern Math"/>
                                    </a:rPr>
                                    <m:t>q</m:t>
                                  </m:r>
                                </m:sub>
                                <m:sup>
                                  <m:r>
                                    <m:rPr>
                                      <m:sty m:val="p"/>
                                    </m:rPr>
                                    <a:rPr lang="en-US" sz="752">
                                      <a:latin typeface="Latin Modern Math"/>
                                    </a:rPr>
                                    <m:t>−</m:t>
                                  </m:r>
                                  <m:r>
                                    <a:rPr lang="en-US" sz="752">
                                      <a:latin typeface="Latin Modern Math"/>
                                    </a:rPr>
                                    <m:t>1</m:t>
                                  </m:r>
                                  <m:r>
                                    <m:rPr>
                                      <m:sty m:val="p"/>
                                    </m:rPr>
                                    <a:rPr lang="en-US" sz="752">
                                      <a:latin typeface="Latin Modern Math"/>
                                    </a:rPr>
                                    <m:t>/</m:t>
                                  </m:r>
                                  <m:r>
                                    <a:rPr lang="en-US" sz="752">
                                      <a:latin typeface="Latin Modern Math"/>
                                    </a:rPr>
                                    <m:t>2</m:t>
                                  </m:r>
                                </m:sup>
                              </m:sSubSup>
                            </m:num>
                            <m:den>
                              <m:r>
                                <m:rPr>
                                  <m:sty m:val="p"/>
                                </m:rPr>
                                <a:rPr lang="en-US" sz="752">
                                  <a:latin typeface="Latin Modern Math"/>
                                </a:rPr>
                                <m:t>m</m:t>
                              </m:r>
                              <m:r>
                                <m:rPr>
                                  <m:sty m:val="p"/>
                                </m:rPr>
                                <a:rPr lang="en-US" sz="752">
                                  <a:latin typeface="Latin Modern Math"/>
                                </a:rPr>
                                <m:t>e</m:t>
                              </m:r>
                              <m:r>
                                <m:rPr>
                                  <m:sty m:val="p"/>
                                </m:rPr>
                                <a:rPr lang="en-US" sz="752">
                                  <a:latin typeface="Latin Modern Math"/>
                                </a:rPr>
                                <m:t>a</m:t>
                              </m:r>
                              <m:r>
                                <m:rPr>
                                  <m:sty m:val="p"/>
                                </m:rPr>
                                <a:rPr lang="en-US" sz="752">
                                  <a:latin typeface="Latin Modern Math"/>
                                </a:rPr>
                                <m:t>n</m:t>
                              </m:r>
                              <m:d>
                                <m:dPr>
                                  <m:begChr m:val="("/>
                                  <m:endChr m:val=")"/>
                                  <m:sepChr m:val=""/>
                                  <m:grow/>
                                </m:dPr>
                                <m:e>
                                  <m:sSubSup>
                                    <m:e>
                                      <m:r>
                                        <a:rPr lang="en-US" sz="752">
                                          <a:latin typeface="Latin Modern Math"/>
                                        </a:rPr>
                                        <m:t>A</m:t>
                                      </m:r>
                                    </m:e>
                                    <m:sub>
                                      <m:r>
                                        <a:rPr lang="en-US" sz="752">
                                          <a:latin typeface="Latin Modern Math"/>
                                        </a:rPr>
                                        <m:t>k</m:t>
                                      </m:r>
                                    </m:sub>
                                    <m:sup>
                                      <m:r>
                                        <m:rPr>
                                          <m:sty m:val="p"/>
                                        </m:rPr>
                                        <a:rPr lang="en-US" sz="752">
                                          <a:latin typeface="Latin Modern Math"/>
                                        </a:rPr>
                                        <m:t>−</m:t>
                                      </m:r>
                                      <m:r>
                                        <a:rPr lang="en-US" sz="752">
                                          <a:latin typeface="Latin Modern Math"/>
                                        </a:rPr>
                                        <m:t>1</m:t>
                                      </m:r>
                                      <m:r>
                                        <m:rPr>
                                          <m:sty m:val="p"/>
                                        </m:rPr>
                                        <a:rPr lang="en-US" sz="752">
                                          <a:latin typeface="Latin Modern Math"/>
                                        </a:rPr>
                                        <m:t>/</m:t>
                                      </m:r>
                                      <m:r>
                                        <a:rPr lang="en-US" sz="752">
                                          <a:latin typeface="Latin Modern Math"/>
                                        </a:rPr>
                                        <m:t>2</m:t>
                                      </m:r>
                                    </m:sup>
                                  </m:sSubSup>
                                </m:e>
                              </m:d>
                            </m:den>
                          </m:f>
                          <m:r>
                            <m:rPr>
                              <m:sty m:val="p"/>
                            </m:rPr>
                            <a:rPr lang="en-US" sz="752">
                              <a:latin typeface="Latin Modern Math"/>
                            </a:rPr>
                            <m:t>,</m:t>
                          </m:r>
                          <m:r>
                            <a:rPr lang="en-US" sz="752">
                              <a:latin typeface="Latin Modern Math"/>
                            </a:rPr>
                            <m:t> </m:t>
                          </m:r>
                          <m:r>
                            <a:rPr lang="en-US" sz="752">
                              <a:latin typeface="Latin Modern Math"/>
                            </a:rPr>
                            <m:t>1</m:t>
                          </m:r>
                          <m:r>
                            <m:rPr>
                              <m:sty m:val="p"/>
                            </m:rPr>
                            <a:rPr lang="en-US" sz="752">
                              <a:latin typeface="Latin Modern Math"/>
                            </a:rPr>
                            <m:t>/</m:t>
                          </m:r>
                          <m:r>
                            <a:rPr lang="en-US" sz="752">
                              <a:latin typeface="Latin Modern Math"/>
                            </a:rPr>
                            <m:t>1.75</m:t>
                          </m:r>
                          <m:r>
                            <m:rPr>
                              <m:sty m:val="p"/>
                            </m:rPr>
                            <a:rPr lang="en-US" sz="752">
                              <a:latin typeface="Latin Modern Math"/>
                            </a:rPr>
                            <m:t>,</m:t>
                          </m:r>
                          <m:r>
                            <a:rPr lang="en-US" sz="752">
                              <a:latin typeface="Latin Modern Math"/>
                            </a:rPr>
                            <m:t> </m:t>
                          </m:r>
                          <m:r>
                            <a:rPr lang="en-US" sz="752">
                              <a:latin typeface="Latin Modern Math"/>
                            </a:rPr>
                            <m:t>1.75</m:t>
                          </m:r>
                        </m:e>
                      </m:d>
                    </m:oMath>
                  </a14:m>
                  <a:endParaRPr sz="752"/>
                </a:p>
              </p:txBody>
            </p:sp>
          </mc:Choice>
          <mc:Fallback xmlns="">
            <p:pic>
              <p:nvPicPr>
                <p:cNvPr id="465" name="Equation 465 line 1" descr="a_q=\mathrm{clip}\!\left(\frac{A_q^{-1/2}}{\mathrm{mean}(A_k^{-1/2})},\,1/1.75,\,1.75\right)"/>
                <p:cNvPicPr/>
                <p:nvPr/>
              </p:nvPicPr>
              <p:blipFill>
                <a:blip r:embed="rIdFormula465_0"/>
                <a:stretch>
                  <a:fillRect/>
                </a:stretch>
              </p:blipFill>
              <p:spPr>
                <a:xfrm>
                  <a:off x="2508408" y="1723644"/>
                  <a:ext cx="1283401" cy="201168"/>
                </a:xfrm>
                <a:prstGeom prst="rect">
                  <a:avLst/>
                </a:prstGeom>
              </p:spPr>
            </p:pic>
          </mc:Fallback>
        </mc:AlternateContent>
        <p:sp>
          <p:nvSpPr>
            <p:cNvPr id="466" name="layer_weighting"/>
            <p:cNvSpPr/>
            <p:nvPr/>
          </p:nvSpPr>
          <p:spPr>
            <a:xfrm>
              <a:off x="5006160" y="1511640"/>
              <a:ext cx="1643760" cy="430920"/>
            </a:xfrm>
            <a:prstGeom prst="roundRect">
              <a:avLst>
                <a:gd name="adj" fmla="val 15000"/>
              </a:avLst>
            </a:prstGeom>
            <a:solidFill>
              <a:srgbClr val="C4E2F2"/>
            </a:solidFill>
            <a:ln w="7620">
              <a:solidFill>
                <a:srgbClr val="508FB0"/>
              </a:solidFill>
            </a:ln>
          </p:spPr>
          <p:style>
            <a:lnRef idx="2">
              <a:schemeClr val="accent1">
                <a:shade val="15000"/>
              </a:schemeClr>
            </a:lnRef>
            <a:fillRef idx="1">
              <a:schemeClr val="accent1"/>
            </a:fillRef>
            <a:effectRef idx="0">
              <a:schemeClr val="accent1"/>
            </a:effectRef>
            <a:fontRef idx="minor"/>
          </p:style>
          <p:txBody>
            <a:bodyPr lIns="100080" tIns="50040" rIns="100080" bIns="50040" anchor="ctr">
              <a:noAutofit/>
            </a:bodyPr>
            <a:lstStyle/>
            <a:p>
              <a:endParaRPr lang="en-US" sz="2000" b="0" u="none" strike="noStrike">
                <a:effectLst/>
                <a:uFillTx/>
                <a:latin typeface="Times New Roman" panose="02020603050405020304" pitchFamily="18" charset="0"/>
                <a:cs typeface="Times New Roman" panose="02020603050405020304" pitchFamily="18" charset="0"/>
              </a:endParaRPr>
            </a:p>
          </p:txBody>
        </p:sp>
        <p:sp>
          <p:nvSpPr>
            <p:cNvPr id="467" name="layer_weighting_title"/>
            <p:cNvSpPr/>
            <p:nvPr/>
          </p:nvSpPr>
          <p:spPr>
            <a:xfrm>
              <a:off x="4932000" y="1541520"/>
              <a:ext cx="1760400" cy="1512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r>
                <a:rPr lang="en-US" sz="900" b="1" u="none" strike="noStrike">
                  <a:effectLst/>
                  <a:uFillTx/>
                  <a:latin typeface="Times New Roman" panose="02020603050405020304" pitchFamily="18" charset="0"/>
                  <a:cs typeface="Times New Roman" panose="02020603050405020304" pitchFamily="18" charset="0"/>
                </a:rPr>
                <a:t>Layer-pair weighting</a:t>
              </a:r>
              <a:endParaRPr lang="en-US" sz="900" b="0" u="none" strike="noStrike">
                <a:effectLst/>
                <a:uFillTx/>
                <a:latin typeface="Times New Roman" panose="02020603050405020304" pitchFamily="18" charset="0"/>
                <a:cs typeface="Times New Roman" panose="02020603050405020304" pitchFamily="18" charset="0"/>
              </a:endParaRPr>
            </a:p>
          </p:txBody>
        </p:sp>
        <p:sp>
          <p:nvSpPr>
            <p:cNvPr id="468" name="pair_weight"/>
            <p:cNvSpPr/>
            <p:nvPr/>
          </p:nvSpPr>
          <p:spPr>
            <a:xfrm>
              <a:off x="4932000" y="1761120"/>
              <a:ext cx="1760400" cy="1512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r>
                <a:rPr lang="el-GR" sz="900" b="0" i="1" u="none" strike="noStrike" dirty="0">
                  <a:effectLst/>
                  <a:uFillTx/>
                  <a:latin typeface="Times New Roman" panose="02020603050405020304" pitchFamily="18" charset="0"/>
                  <a:cs typeface="Times New Roman" panose="02020603050405020304" pitchFamily="18" charset="0"/>
                </a:rPr>
                <a:t>α</a:t>
              </a:r>
              <a:r>
                <a:rPr lang="en-US" sz="850" b="0" i="1" u="none" strike="noStrike" baseline="-25000" dirty="0" err="1">
                  <a:effectLst/>
                  <a:uFillTx/>
                  <a:latin typeface="Times New Roman" panose="02020603050405020304" pitchFamily="18" charset="0"/>
                  <a:cs typeface="Times New Roman" panose="02020603050405020304" pitchFamily="18" charset="0"/>
                </a:rPr>
                <a:t>i</a:t>
              </a:r>
              <a:r>
                <a:rPr lang="en-US" sz="900" b="0" i="1" u="none" strike="noStrike" dirty="0">
                  <a:effectLst/>
                  <a:uFillTx/>
                  <a:latin typeface="Times New Roman" panose="02020603050405020304" pitchFamily="18" charset="0"/>
                  <a:cs typeface="Times New Roman" panose="02020603050405020304" pitchFamily="18" charset="0"/>
                </a:rPr>
                <a:t> = 1 + 0.35(5 − </a:t>
              </a:r>
              <a:r>
                <a:rPr lang="en-US" sz="900" b="0" i="1" u="none" strike="noStrike" dirty="0" err="1">
                  <a:effectLst/>
                  <a:uFillTx/>
                  <a:latin typeface="Times New Roman" panose="02020603050405020304" pitchFamily="18" charset="0"/>
                  <a:cs typeface="Times New Roman" panose="02020603050405020304" pitchFamily="18" charset="0"/>
                </a:rPr>
                <a:t>i</a:t>
              </a:r>
              <a:r>
                <a:rPr lang="en-US" sz="900" b="0" i="1" u="none" strike="noStrike" dirty="0">
                  <a:effectLst/>
                  <a:uFillTx/>
                  <a:latin typeface="Times New Roman" panose="02020603050405020304" pitchFamily="18" charset="0"/>
                  <a:cs typeface="Times New Roman" panose="02020603050405020304" pitchFamily="18" charset="0"/>
                </a:rPr>
                <a:t>)</a:t>
              </a:r>
            </a:p>
          </p:txBody>
        </p:sp>
        <p:sp>
          <p:nvSpPr>
            <p:cNvPr id="469" name="adjacent_panel"/>
            <p:cNvSpPr/>
            <p:nvPr/>
          </p:nvSpPr>
          <p:spPr>
            <a:xfrm>
              <a:off x="486000" y="2168799"/>
              <a:ext cx="6440400" cy="1724400"/>
            </a:xfrm>
            <a:prstGeom prst="roundRect">
              <a:avLst>
                <a:gd name="adj" fmla="val 4500"/>
              </a:avLst>
            </a:prstGeom>
            <a:solidFill>
              <a:srgbClr val="F7FAFC"/>
            </a:solidFill>
            <a:ln w="6350">
              <a:prstDash val="dash"/>
              <a:solidFill>
                <a:srgbClr val="AAB4BD"/>
              </a:solidFill>
            </a:ln>
          </p:spPr>
          <p:style>
            <a:lnRef idx="2">
              <a:schemeClr val="accent1">
                <a:shade val="15000"/>
              </a:schemeClr>
            </a:lnRef>
            <a:fillRef idx="1">
              <a:schemeClr val="accent1"/>
            </a:fillRef>
            <a:effectRef idx="0">
              <a:schemeClr val="accent1"/>
            </a:effectRef>
            <a:fontRef idx="minor"/>
          </p:style>
          <p:txBody>
            <a:bodyPr lIns="100080" tIns="50040" rIns="100080" bIns="50040" anchor="ctr">
              <a:noAutofit/>
            </a:bodyPr>
            <a:lstStyle/>
            <a:p>
              <a:endParaRPr lang="en-US" sz="2000" b="0" u="none" strike="noStrike">
                <a:effectLst/>
                <a:uFillTx/>
                <a:latin typeface="Times New Roman" panose="02020603050405020304" pitchFamily="18" charset="0"/>
                <a:cs typeface="Times New Roman" panose="02020603050405020304" pitchFamily="18" charset="0"/>
              </a:endParaRPr>
            </a:p>
          </p:txBody>
        </p:sp>
        <p:sp>
          <p:nvSpPr>
            <p:cNvPr id="470" name="adjacent_panel_title"/>
            <p:cNvSpPr/>
            <p:nvPr/>
          </p:nvSpPr>
          <p:spPr>
            <a:xfrm>
              <a:off x="576000" y="2236320"/>
              <a:ext cx="4496400" cy="1548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defTabSz="1018080">
                <a:lnSpc>
                  <a:spcPct val="100000"/>
                </a:lnSpc>
              </a:pPr>
              <a:r>
                <a:rPr lang="en-US" sz="900" b="1" u="none" strike="noStrike">
                  <a:effectLst/>
                  <a:uFillTx/>
                  <a:latin typeface="Times New Roman" panose="02020603050405020304" pitchFamily="18" charset="0"/>
                  <a:cs typeface="Times New Roman" panose="02020603050405020304" pitchFamily="18" charset="0"/>
                </a:rPr>
                <a:t>(a) Adjacent-layer consistency (i = 1, …, 5)</a:t>
              </a:r>
              <a:endParaRPr lang="en-US" sz="900" b="0" u="none" strike="noStrike">
                <a:effectLst/>
                <a:uFillTx/>
                <a:latin typeface="Times New Roman" panose="02020603050405020304" pitchFamily="18" charset="0"/>
                <a:cs typeface="Times New Roman" panose="02020603050405020304" pitchFamily="18" charset="0"/>
              </a:endParaRPr>
            </a:p>
          </p:txBody>
        </p:sp>
        <p:sp>
          <p:nvSpPr>
            <p:cNvPr id="471" name="shallow"/>
            <p:cNvSpPr/>
            <p:nvPr/>
          </p:nvSpPr>
          <p:spPr>
            <a:xfrm>
              <a:off x="624960" y="2481480"/>
              <a:ext cx="829800" cy="348480"/>
            </a:xfrm>
            <a:prstGeom prst="roundRect">
              <a:avLst>
                <a:gd name="adj" fmla="val 15000"/>
              </a:avLst>
            </a:prstGeom>
            <a:solidFill>
              <a:srgbClr val="F2F5F7"/>
            </a:solidFill>
            <a:ln w="7620">
              <a:solidFill>
                <a:srgbClr val="94A3AD"/>
              </a:solidFill>
            </a:ln>
          </p:spPr>
          <p:style>
            <a:lnRef idx="2">
              <a:schemeClr val="accent1">
                <a:shade val="15000"/>
              </a:schemeClr>
            </a:lnRef>
            <a:fillRef idx="1">
              <a:schemeClr val="accent1"/>
            </a:fillRef>
            <a:effectRef idx="0">
              <a:schemeClr val="accent1"/>
            </a:effectRef>
            <a:fontRef idx="minor"/>
          </p:style>
          <p:txBody>
            <a:bodyPr lIns="100080" tIns="50040" rIns="100080" bIns="50040" anchor="ctr">
              <a:noAutofit/>
            </a:bodyPr>
            <a:lstStyle/>
            <a:p>
              <a:endParaRPr lang="en-US" sz="2000" b="0" u="none" strike="noStrike">
                <a:effectLst/>
                <a:uFillTx/>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472" name="shallow_text"/>
                <p:cNvSpPr/>
                <p:nvPr/>
              </p:nvSpPr>
              <p:spPr>
                <a:xfrm>
                  <a:off x="658440" y="2491920"/>
                  <a:ext cx="731160" cy="327600"/>
                </a:xfrm>
                <a:prstGeom prst="rect">
                  <a:avLst/>
                </a:prstGeom>
                <a:noFill/>
                <a:ln w="0">
                  <a:noFill/>
                </a:ln>
              </p:spPr>
              <p:style>
                <a:lnRef idx="0">
                  <a:scrgbClr r="0" g="0" b="0"/>
                </a:lnRef>
                <a:fillRef idx="0">
                  <a:scrgbClr r="0" g="0" b="0"/>
                </a:fillRef>
                <a:effectRef idx="0">
                  <a:scrgbClr r="0" g="0" b="0"/>
                </a:effectRef>
                <a:fontRef idx="minor"/>
              </p:style>
              <p:txBody>
                <a:bodyPr wrap="none" lIns="0" rIns="0" tIns="0" bIns="0" anchor="ctr">
                  <a:noAutofit/>
                </a:bodyPr>
                <a:lstStyle/>
                <a:p>
                  <a:pPr algn="ctr">
                    <a:defRPr sz="972"/>
                  </a:pPr>
                  <a14:m>
                    <m:oMath xmlns:m="http://schemas.openxmlformats.org/officeDocument/2006/math">
                      <m:r>
                        <m:rPr>
                          <m:sty m:val="p"/>
                        </m:rPr>
                        <a:rPr lang="en-US" sz="972">
                          <a:latin typeface="Latin Modern Math"/>
                        </a:rPr>
                        <m:t>S</m:t>
                      </m:r>
                      <m:r>
                        <m:rPr>
                          <m:sty m:val="p"/>
                        </m:rPr>
                        <a:rPr lang="en-US" sz="972">
                          <a:latin typeface="Latin Modern Math"/>
                        </a:rPr>
                        <m:t>h</m:t>
                      </m:r>
                      <m:r>
                        <m:rPr>
                          <m:sty m:val="p"/>
                        </m:rPr>
                        <a:rPr lang="en-US" sz="972">
                          <a:latin typeface="Latin Modern Math"/>
                        </a:rPr>
                        <m:t>a</m:t>
                      </m:r>
                      <m:r>
                        <m:rPr>
                          <m:sty m:val="p"/>
                        </m:rPr>
                        <a:rPr lang="en-US" sz="972">
                          <a:latin typeface="Latin Modern Math"/>
                        </a:rPr>
                        <m:t>l</m:t>
                      </m:r>
                      <m:r>
                        <m:rPr>
                          <m:sty m:val="p"/>
                        </m:rPr>
                        <a:rPr lang="en-US" sz="972">
                          <a:latin typeface="Latin Modern Math"/>
                        </a:rPr>
                        <m:t>l</m:t>
                      </m:r>
                      <m:r>
                        <m:rPr>
                          <m:sty m:val="p"/>
                        </m:rPr>
                        <a:rPr lang="en-US" sz="972">
                          <a:latin typeface="Latin Modern Math"/>
                        </a:rPr>
                        <m:t>o</m:t>
                      </m:r>
                      <m:r>
                        <m:rPr>
                          <m:sty m:val="p"/>
                        </m:rPr>
                        <a:rPr lang="en-US" sz="972">
                          <a:latin typeface="Latin Modern Math"/>
                        </a:rPr>
                        <m:t>w</m:t>
                      </m:r>
                      <m:r>
                        <m:rPr>
                          <m:sty m:val="p"/>
                        </m:rPr>
                        <a:rPr lang="en-US" sz="972">
                          <a:latin typeface="Latin Modern Math"/>
                        </a:rPr>
                        <m:t> </m:t>
                      </m:r>
                      <m:r>
                        <m:rPr>
                          <m:sty m:val="p"/>
                        </m:rPr>
                        <a:rPr lang="en-US" sz="972">
                          <a:latin typeface="Latin Modern Math"/>
                        </a:rPr>
                        <m:t>l</m:t>
                      </m:r>
                      <m:r>
                        <m:rPr>
                          <m:sty m:val="p"/>
                        </m:rPr>
                        <a:rPr lang="en-US" sz="972">
                          <a:latin typeface="Latin Modern Math"/>
                        </a:rPr>
                        <m:t>o</m:t>
                      </m:r>
                      <m:r>
                        <m:rPr>
                          <m:sty m:val="p"/>
                        </m:rPr>
                        <a:rPr lang="en-US" sz="972">
                          <a:latin typeface="Latin Modern Math"/>
                        </a:rPr>
                        <m:t>g</m:t>
                      </m:r>
                      <m:r>
                        <m:rPr>
                          <m:sty m:val="p"/>
                        </m:rPr>
                        <a:rPr lang="en-US" sz="972">
                          <a:latin typeface="Latin Modern Math"/>
                        </a:rPr>
                        <m:t>i</m:t>
                      </m:r>
                      <m:r>
                        <m:rPr>
                          <m:sty m:val="p"/>
                        </m:rPr>
                        <a:rPr lang="en-US" sz="972">
                          <a:latin typeface="Latin Modern Math"/>
                        </a:rPr>
                        <m:t>t</m:t>
                      </m:r>
                      <m:r>
                        <m:rPr>
                          <m:sty m:val="p"/>
                        </m:rPr>
                        <a:rPr lang="en-US" sz="972">
                          <a:latin typeface="Latin Modern Math"/>
                        </a:rPr>
                        <m:t>s</m:t>
                      </m:r>
                    </m:oMath>
                  </a14:m>
                  <a:endParaRPr sz="972"/>
                </a:p>
                <a:p>
                  <a:pPr algn="ctr">
                    <a:defRPr sz="972"/>
                  </a:pPr>
                  <a14:m>
                    <m:oMath xmlns:m="http://schemas.openxmlformats.org/officeDocument/2006/math">
                      <m:sSub>
                        <m:e>
                          <m:r>
                            <a:rPr lang="en-US" sz="972">
                              <a:latin typeface="Latin Modern Math"/>
                            </a:rPr>
                            <m:t>z</m:t>
                          </m:r>
                        </m:e>
                        <m:sub>
                          <m:r>
                            <a:rPr lang="en-US" sz="972">
                              <a:latin typeface="Latin Modern Math"/>
                            </a:rPr>
                            <m:t>i</m:t>
                          </m:r>
                        </m:sub>
                      </m:sSub>
                    </m:oMath>
                  </a14:m>
                  <a:endParaRPr sz="972"/>
                </a:p>
              </p:txBody>
            </p:sp>
          </mc:Choice>
          <mc:Fallback xmlns="">
            <p:pic>
              <p:nvPicPr>
                <p:cNvPr id="472" name="Equation 472 line 1" descr="\mathrm{Shallow\ logits}"/>
                <p:cNvPicPr/>
                <p:nvPr/>
              </p:nvPicPr>
              <p:blipFill>
                <a:blip r:embed="rIdFormula472_0"/>
                <a:stretch>
                  <a:fillRect/>
                </a:stretch>
              </p:blipFill>
              <p:spPr>
                <a:xfrm>
                  <a:off x="667678" y="2535568"/>
                  <a:ext cx="712683" cy="123444"/>
                </a:xfrm>
                <a:prstGeom prst="rect">
                  <a:avLst/>
                </a:prstGeom>
              </p:spPr>
            </p:pic>
            <p:pic>
              <p:nvPicPr>
                <p:cNvPr id="10472" name="Equation 472 line 2" descr="z_i"/>
                <p:cNvPicPr/>
                <p:nvPr/>
              </p:nvPicPr>
              <p:blipFill>
                <a:blip r:embed="rIdFormula472_1"/>
                <a:stretch>
                  <a:fillRect/>
                </a:stretch>
              </p:blipFill>
              <p:spPr>
                <a:xfrm>
                  <a:off x="982872" y="2693576"/>
                  <a:ext cx="82296" cy="82296"/>
                </a:xfrm>
                <a:prstGeom prst="rect">
                  <a:avLst/>
                </a:prstGeom>
              </p:spPr>
            </p:pic>
          </mc:Fallback>
        </mc:AlternateContent>
        <p:sp>
          <p:nvSpPr>
            <p:cNvPr id="473" name="deep"/>
            <p:cNvSpPr/>
            <p:nvPr/>
          </p:nvSpPr>
          <p:spPr>
            <a:xfrm>
              <a:off x="688680" y="3381480"/>
              <a:ext cx="702720" cy="348480"/>
            </a:xfrm>
            <a:prstGeom prst="roundRect">
              <a:avLst>
                <a:gd name="adj" fmla="val 15000"/>
              </a:avLst>
            </a:prstGeom>
            <a:solidFill>
              <a:srgbClr val="F2F5F7"/>
            </a:solidFill>
            <a:ln w="7620">
              <a:solidFill>
                <a:srgbClr val="94A3AD"/>
              </a:solidFill>
            </a:ln>
          </p:spPr>
          <p:style>
            <a:lnRef idx="2">
              <a:schemeClr val="accent1">
                <a:shade val="15000"/>
              </a:schemeClr>
            </a:lnRef>
            <a:fillRef idx="1">
              <a:schemeClr val="accent1"/>
            </a:fillRef>
            <a:effectRef idx="0">
              <a:schemeClr val="accent1"/>
            </a:effectRef>
            <a:fontRef idx="minor"/>
          </p:style>
          <p:txBody>
            <a:bodyPr lIns="100080" tIns="50040" rIns="100080" bIns="50040" anchor="ctr">
              <a:noAutofit/>
            </a:bodyPr>
            <a:lstStyle/>
            <a:p>
              <a:endParaRPr lang="en-US" sz="2000" b="0" u="none" strike="noStrike">
                <a:effectLst/>
                <a:uFillTx/>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474" name="deep_text"/>
                <p:cNvSpPr/>
                <p:nvPr/>
              </p:nvSpPr>
              <p:spPr>
                <a:xfrm>
                  <a:off x="673200" y="3391920"/>
                  <a:ext cx="702000" cy="327600"/>
                </a:xfrm>
                <a:prstGeom prst="rect">
                  <a:avLst/>
                </a:prstGeom>
                <a:noFill/>
                <a:ln w="0">
                  <a:noFill/>
                </a:ln>
              </p:spPr>
              <p:style>
                <a:lnRef idx="0">
                  <a:scrgbClr r="0" g="0" b="0"/>
                </a:lnRef>
                <a:fillRef idx="0">
                  <a:scrgbClr r="0" g="0" b="0"/>
                </a:fillRef>
                <a:effectRef idx="0">
                  <a:scrgbClr r="0" g="0" b="0"/>
                </a:effectRef>
                <a:fontRef idx="minor"/>
              </p:style>
              <p:txBody>
                <a:bodyPr wrap="none" lIns="0" rIns="0" tIns="0" bIns="0" anchor="ctr">
                  <a:noAutofit/>
                </a:bodyPr>
                <a:lstStyle/>
                <a:p>
                  <a:pPr algn="ctr">
                    <a:defRPr sz="972"/>
                  </a:pPr>
                  <a14:m>
                    <m:oMath xmlns:m="http://schemas.openxmlformats.org/officeDocument/2006/math">
                      <m:r>
                        <m:rPr>
                          <m:sty m:val="p"/>
                        </m:rPr>
                        <a:rPr lang="en-US" sz="972">
                          <a:latin typeface="Latin Modern Math"/>
                        </a:rPr>
                        <m:t>D</m:t>
                      </m:r>
                      <m:r>
                        <m:rPr>
                          <m:sty m:val="p"/>
                        </m:rPr>
                        <a:rPr lang="en-US" sz="972">
                          <a:latin typeface="Latin Modern Math"/>
                        </a:rPr>
                        <m:t>e</m:t>
                      </m:r>
                      <m:r>
                        <m:rPr>
                          <m:sty m:val="p"/>
                        </m:rPr>
                        <a:rPr lang="en-US" sz="972">
                          <a:latin typeface="Latin Modern Math"/>
                        </a:rPr>
                        <m:t>e</m:t>
                      </m:r>
                      <m:r>
                        <m:rPr>
                          <m:sty m:val="p"/>
                        </m:rPr>
                        <a:rPr lang="en-US" sz="972">
                          <a:latin typeface="Latin Modern Math"/>
                        </a:rPr>
                        <m:t>p</m:t>
                      </m:r>
                      <m:r>
                        <m:rPr>
                          <m:sty m:val="p"/>
                        </m:rPr>
                        <a:rPr lang="en-US" sz="972">
                          <a:latin typeface="Latin Modern Math"/>
                        </a:rPr>
                        <m:t> </m:t>
                      </m:r>
                      <m:r>
                        <m:rPr>
                          <m:sty m:val="p"/>
                        </m:rPr>
                        <a:rPr lang="en-US" sz="972">
                          <a:latin typeface="Latin Modern Math"/>
                        </a:rPr>
                        <m:t>l</m:t>
                      </m:r>
                      <m:r>
                        <m:rPr>
                          <m:sty m:val="p"/>
                        </m:rPr>
                        <a:rPr lang="en-US" sz="972">
                          <a:latin typeface="Latin Modern Math"/>
                        </a:rPr>
                        <m:t>o</m:t>
                      </m:r>
                      <m:r>
                        <m:rPr>
                          <m:sty m:val="p"/>
                        </m:rPr>
                        <a:rPr lang="en-US" sz="972">
                          <a:latin typeface="Latin Modern Math"/>
                        </a:rPr>
                        <m:t>g</m:t>
                      </m:r>
                      <m:r>
                        <m:rPr>
                          <m:sty m:val="p"/>
                        </m:rPr>
                        <a:rPr lang="en-US" sz="972">
                          <a:latin typeface="Latin Modern Math"/>
                        </a:rPr>
                        <m:t>i</m:t>
                      </m:r>
                      <m:r>
                        <m:rPr>
                          <m:sty m:val="p"/>
                        </m:rPr>
                        <a:rPr lang="en-US" sz="972">
                          <a:latin typeface="Latin Modern Math"/>
                        </a:rPr>
                        <m:t>t</m:t>
                      </m:r>
                      <m:r>
                        <m:rPr>
                          <m:sty m:val="p"/>
                        </m:rPr>
                        <a:rPr lang="en-US" sz="972">
                          <a:latin typeface="Latin Modern Math"/>
                        </a:rPr>
                        <m:t>s</m:t>
                      </m:r>
                    </m:oMath>
                  </a14:m>
                  <a:endParaRPr sz="972"/>
                </a:p>
                <a:p>
                  <a:pPr algn="ctr">
                    <a:defRPr sz="972"/>
                  </a:pPr>
                  <a14:m>
                    <m:oMath xmlns:m="http://schemas.openxmlformats.org/officeDocument/2006/math">
                      <m:sSub>
                        <m:e>
                          <m:r>
                            <a:rPr lang="en-US" sz="972">
                              <a:latin typeface="Latin Modern Math"/>
                            </a:rPr>
                            <m:t>z</m:t>
                          </m:r>
                        </m:e>
                        <m:sub>
                          <m:r>
                            <a:rPr lang="en-US" sz="972">
                              <a:latin typeface="Latin Modern Math"/>
                            </a:rPr>
                            <m:t>i</m:t>
                          </m:r>
                          <m:r>
                            <m:rPr>
                              <m:sty m:val="p"/>
                            </m:rPr>
                            <a:rPr lang="en-US" sz="972">
                              <a:latin typeface="Latin Modern Math"/>
                            </a:rPr>
                            <m:t>+</m:t>
                          </m:r>
                          <m:r>
                            <a:rPr lang="en-US" sz="972">
                              <a:latin typeface="Latin Modern Math"/>
                            </a:rPr>
                            <m:t>1</m:t>
                          </m:r>
                        </m:sub>
                      </m:sSub>
                    </m:oMath>
                  </a14:m>
                  <a:endParaRPr sz="972"/>
                </a:p>
              </p:txBody>
            </p:sp>
          </mc:Choice>
          <mc:Fallback xmlns="">
            <p:pic>
              <p:nvPicPr>
                <p:cNvPr id="474" name="Equation 474 line 1" descr="\mathrm{Deep\ logits}"/>
                <p:cNvPicPr/>
                <p:nvPr/>
              </p:nvPicPr>
              <p:blipFill>
                <a:blip r:embed="rIdFormula474_0"/>
                <a:stretch>
                  <a:fillRect/>
                </a:stretch>
              </p:blipFill>
              <p:spPr>
                <a:xfrm>
                  <a:off x="736164" y="3435568"/>
                  <a:ext cx="576072" cy="123444"/>
                </a:xfrm>
                <a:prstGeom prst="rect">
                  <a:avLst/>
                </a:prstGeom>
              </p:spPr>
            </p:pic>
            <p:pic>
              <p:nvPicPr>
                <p:cNvPr id="10474" name="Equation 474 line 2" descr="z_{i+1}"/>
                <p:cNvPicPr/>
                <p:nvPr/>
              </p:nvPicPr>
              <p:blipFill>
                <a:blip r:embed="rIdFormula474_1"/>
                <a:stretch>
                  <a:fillRect/>
                </a:stretch>
              </p:blipFill>
              <p:spPr>
                <a:xfrm>
                  <a:off x="921330" y="3593576"/>
                  <a:ext cx="205740" cy="82296"/>
                </a:xfrm>
                <a:prstGeom prst="rect">
                  <a:avLst/>
                </a:prstGeom>
              </p:spPr>
            </p:pic>
          </mc:Fallback>
        </mc:AlternateContent>
        <p:sp>
          <p:nvSpPr>
            <p:cNvPr id="475" name="pair_softmax"/>
            <p:cNvSpPr/>
            <p:nvPr/>
          </p:nvSpPr>
          <p:spPr>
            <a:xfrm>
              <a:off x="1617840" y="2472840"/>
              <a:ext cx="1148400" cy="1206720"/>
            </a:xfrm>
            <a:prstGeom prst="roundRect">
              <a:avLst>
                <a:gd name="adj" fmla="val 15000"/>
              </a:avLst>
            </a:prstGeom>
            <a:solidFill>
              <a:srgbClr val="C4E2F2"/>
            </a:solidFill>
            <a:ln w="7620">
              <a:solidFill>
                <a:srgbClr val="508FB0"/>
              </a:solidFill>
            </a:ln>
          </p:spPr>
          <p:style>
            <a:lnRef idx="2">
              <a:schemeClr val="accent1">
                <a:shade val="15000"/>
              </a:schemeClr>
            </a:lnRef>
            <a:fillRef idx="1">
              <a:schemeClr val="accent1"/>
            </a:fillRef>
            <a:effectRef idx="0">
              <a:schemeClr val="accent1"/>
            </a:effectRef>
            <a:fontRef idx="minor"/>
          </p:style>
          <p:txBody>
            <a:bodyPr lIns="100080" tIns="50040" rIns="100080" bIns="50040" anchor="ctr">
              <a:noAutofit/>
            </a:bodyPr>
            <a:lstStyle/>
            <a:p>
              <a:endParaRPr lang="en-US" sz="2000" b="0" u="none" strike="noStrike">
                <a:effectLst/>
                <a:uFillTx/>
                <a:latin typeface="Times New Roman" panose="02020603050405020304" pitchFamily="18" charset="0"/>
                <a:cs typeface="Times New Roman" panose="02020603050405020304" pitchFamily="18" charset="0"/>
              </a:endParaRPr>
            </a:p>
          </p:txBody>
        </p:sp>
        <p:sp>
          <p:nvSpPr>
            <p:cNvPr id="476" name="pair_softmax_title"/>
            <p:cNvSpPr/>
            <p:nvPr/>
          </p:nvSpPr>
          <p:spPr>
            <a:xfrm>
              <a:off x="1677600" y="2502720"/>
              <a:ext cx="997200" cy="1512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r>
                <a:rPr lang="en-US" sz="900" b="1" u="none" strike="noStrike">
                  <a:effectLst/>
                  <a:uFillTx/>
                  <a:latin typeface="Times New Roman" panose="02020603050405020304" pitchFamily="18" charset="0"/>
                  <a:cs typeface="Times New Roman" panose="02020603050405020304" pitchFamily="18" charset="0"/>
                </a:rPr>
                <a:t>Matched queries</a:t>
              </a:r>
              <a:endParaRPr lang="en-US" sz="900" b="0" u="none" strike="noStrike">
                <a:effectLst/>
                <a:uFillTx/>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477" name="p_formula"/>
                <p:cNvSpPr/>
                <p:nvPr/>
              </p:nvSpPr>
              <p:spPr>
                <a:xfrm>
                  <a:off x="1655064" y="2926080"/>
                  <a:ext cx="1078992" cy="201168"/>
                </a:xfrm>
                <a:prstGeom prst="rect">
                  <a:avLst/>
                </a:prstGeom>
                <a:noFill/>
                <a:ln w="0">
                  <a:noFill/>
                </a:ln>
              </p:spPr>
              <p:style>
                <a:lnRef idx="0">
                  <a:scrgbClr r="0" g="0" b="0"/>
                </a:lnRef>
                <a:fillRef idx="0">
                  <a:scrgbClr r="0" g="0" b="0"/>
                </a:fillRef>
                <a:effectRef idx="0">
                  <a:scrgbClr r="0" g="0" b="0"/>
                </a:effectRef>
                <a:fontRef idx="minor"/>
              </p:style>
              <p:txBody>
                <a:bodyPr wrap="none" lIns="0" rIns="0" tIns="0" bIns="0" anchor="ctr">
                  <a:noAutofit/>
                </a:bodyPr>
                <a:lstStyle/>
                <a:p>
                  <a:pPr algn="ctr">
                    <a:defRPr sz="972"/>
                  </a:pPr>
                  <a14:m>
                    <m:oMath xmlns:m="http://schemas.openxmlformats.org/officeDocument/2006/math">
                      <m:sSubSup>
                        <m:e>
                          <m:r>
                            <a:rPr lang="en-US" sz="972">
                              <a:latin typeface="Latin Modern Math"/>
                            </a:rPr>
                            <m:t>p</m:t>
                          </m:r>
                        </m:e>
                        <m:sub>
                          <m:r>
                            <a:rPr lang="en-US" sz="972">
                              <a:latin typeface="Latin Modern Math"/>
                            </a:rPr>
                            <m:t>i</m:t>
                          </m:r>
                        </m:sub>
                        <m:sup>
                          <m:d>
                            <m:dPr>
                              <m:begChr m:val="("/>
                              <m:endChr m:val=")"/>
                              <m:sepChr m:val=""/>
                              <m:grow/>
                            </m:dPr>
                            <m:e>
                              <m:r>
                                <a:rPr lang="en-US" sz="972">
                                  <a:latin typeface="Latin Modern Math"/>
                                </a:rPr>
                                <m:t>T</m:t>
                              </m:r>
                            </m:e>
                          </m:d>
                        </m:sup>
                      </m:sSubSup>
                      <m:r>
                        <m:rPr>
                          <m:sty m:val="p"/>
                        </m:rPr>
                        <a:rPr lang="en-US" sz="972">
                          <a:latin typeface="Latin Modern Math"/>
                        </a:rPr>
                        <m:t>=</m:t>
                      </m:r>
                      <m:r>
                        <m:rPr>
                          <m:sty m:val="p"/>
                        </m:rPr>
                        <a:rPr lang="en-US" sz="972">
                          <a:latin typeface="Latin Modern Math"/>
                        </a:rPr>
                        <m:t>s</m:t>
                      </m:r>
                      <m:r>
                        <m:rPr>
                          <m:sty m:val="p"/>
                        </m:rPr>
                        <a:rPr lang="en-US" sz="972">
                          <a:latin typeface="Latin Modern Math"/>
                        </a:rPr>
                        <m:t>o</m:t>
                      </m:r>
                      <m:r>
                        <m:rPr>
                          <m:sty m:val="p"/>
                        </m:rPr>
                        <a:rPr lang="en-US" sz="972">
                          <a:latin typeface="Latin Modern Math"/>
                        </a:rPr>
                        <m:t>f</m:t>
                      </m:r>
                      <m:r>
                        <m:rPr>
                          <m:sty m:val="p"/>
                        </m:rPr>
                        <a:rPr lang="en-US" sz="972">
                          <a:latin typeface="Latin Modern Math"/>
                        </a:rPr>
                        <m:t>t</m:t>
                      </m:r>
                      <m:r>
                        <m:rPr>
                          <m:sty m:val="p"/>
                        </m:rPr>
                        <a:rPr lang="en-US" sz="972">
                          <a:latin typeface="Latin Modern Math"/>
                        </a:rPr>
                        <m:t>m</m:t>
                      </m:r>
                      <m:r>
                        <m:rPr>
                          <m:sty m:val="p"/>
                        </m:rPr>
                        <a:rPr lang="en-US" sz="972">
                          <a:latin typeface="Latin Modern Math"/>
                        </a:rPr>
                        <m:t>a</m:t>
                      </m:r>
                      <m:r>
                        <m:rPr>
                          <m:sty m:val="p"/>
                        </m:rPr>
                        <a:rPr lang="en-US" sz="972">
                          <a:latin typeface="Latin Modern Math"/>
                        </a:rPr>
                        <m:t>x</m:t>
                      </m:r>
                      <m:d>
                        <m:dPr>
                          <m:begChr m:val="("/>
                          <m:endChr m:val=")"/>
                          <m:sepChr m:val=""/>
                          <m:grow/>
                        </m:dPr>
                        <m:e>
                          <m:sSub>
                            <m:e>
                              <m:r>
                                <a:rPr lang="en-US" sz="972">
                                  <a:latin typeface="Latin Modern Math"/>
                                </a:rPr>
                                <m:t>z</m:t>
                              </m:r>
                            </m:e>
                            <m:sub>
                              <m:r>
                                <a:rPr lang="en-US" sz="972">
                                  <a:latin typeface="Latin Modern Math"/>
                                </a:rPr>
                                <m:t>i</m:t>
                              </m:r>
                            </m:sub>
                          </m:sSub>
                          <m:r>
                            <m:rPr>
                              <m:sty m:val="p"/>
                            </m:rPr>
                            <a:rPr lang="en-US" sz="972">
                              <a:latin typeface="Latin Modern Math"/>
                            </a:rPr>
                            <m:t>/</m:t>
                          </m:r>
                          <m:r>
                            <a:rPr lang="en-US" sz="972">
                              <a:latin typeface="Latin Modern Math"/>
                            </a:rPr>
                            <m:t>T</m:t>
                          </m:r>
                        </m:e>
                      </m:d>
                    </m:oMath>
                  </a14:m>
                  <a:endParaRPr sz="972"/>
                </a:p>
              </p:txBody>
            </p:sp>
          </mc:Choice>
          <mc:Fallback xmlns="">
            <p:pic>
              <p:nvPicPr>
                <p:cNvPr id="477" name="Equation 477 line 1" descr="p_i^{(T)}=\mathrm{softmax}(z_i/T)"/>
                <p:cNvPicPr/>
                <p:nvPr/>
              </p:nvPicPr>
              <p:blipFill>
                <a:blip r:embed="rIdFormula477_0"/>
                <a:stretch>
                  <a:fillRect/>
                </a:stretch>
              </p:blipFill>
              <p:spPr>
                <a:xfrm>
                  <a:off x="1708191" y="2944368"/>
                  <a:ext cx="972739" cy="164592"/>
                </a:xfrm>
                <a:prstGeom prst="rect">
                  <a:avLst/>
                </a:prstGeom>
              </p:spPr>
            </p:pic>
          </mc:Fallback>
        </mc:AlternateContent>
        <mc:AlternateContent xmlns:mc="http://schemas.openxmlformats.org/markup-compatibility/2006" xmlns:a14="http://schemas.microsoft.com/office/drawing/2010/main">
          <mc:Choice Requires="a14">
            <p:sp>
              <p:nvSpPr>
                <p:cNvPr id="478" name="q_formula"/>
                <p:cNvSpPr/>
                <p:nvPr/>
              </p:nvSpPr>
              <p:spPr>
                <a:xfrm>
                  <a:off x="1655064" y="3209544"/>
                  <a:ext cx="1078992" cy="201168"/>
                </a:xfrm>
                <a:prstGeom prst="rect">
                  <a:avLst/>
                </a:prstGeom>
                <a:noFill/>
                <a:ln w="0">
                  <a:noFill/>
                </a:ln>
              </p:spPr>
              <p:style>
                <a:lnRef idx="0">
                  <a:scrgbClr r="0" g="0" b="0"/>
                </a:lnRef>
                <a:fillRef idx="0">
                  <a:scrgbClr r="0" g="0" b="0"/>
                </a:fillRef>
                <a:effectRef idx="0">
                  <a:scrgbClr r="0" g="0" b="0"/>
                </a:effectRef>
                <a:fontRef idx="minor"/>
              </p:style>
              <p:txBody>
                <a:bodyPr wrap="none" lIns="0" rIns="0" tIns="0" bIns="0" anchor="ctr">
                  <a:noAutofit/>
                </a:bodyPr>
                <a:lstStyle/>
                <a:p>
                  <a:pPr algn="ctr">
                    <a:defRPr sz="922"/>
                  </a:pPr>
                  <a14:m>
                    <m:oMath xmlns:m="http://schemas.openxmlformats.org/officeDocument/2006/math">
                      <m:sSubSup>
                        <m:e>
                          <m:r>
                            <a:rPr lang="en-US" sz="922">
                              <a:latin typeface="Latin Modern Math"/>
                            </a:rPr>
                            <m:t>p</m:t>
                          </m:r>
                        </m:e>
                        <m:sub>
                          <m:r>
                            <a:rPr lang="en-US" sz="922">
                              <a:latin typeface="Latin Modern Math"/>
                            </a:rPr>
                            <m:t>i</m:t>
                          </m:r>
                          <m:r>
                            <m:rPr>
                              <m:sty m:val="p"/>
                            </m:rPr>
                            <a:rPr lang="en-US" sz="922">
                              <a:latin typeface="Latin Modern Math"/>
                            </a:rPr>
                            <m:t>+</m:t>
                          </m:r>
                          <m:r>
                            <a:rPr lang="en-US" sz="922">
                              <a:latin typeface="Latin Modern Math"/>
                            </a:rPr>
                            <m:t>1</m:t>
                          </m:r>
                        </m:sub>
                        <m:sup>
                          <m:d>
                            <m:dPr>
                              <m:begChr m:val="("/>
                              <m:endChr m:val=")"/>
                              <m:sepChr m:val=""/>
                              <m:grow/>
                            </m:dPr>
                            <m:e>
                              <m:r>
                                <a:rPr lang="en-US" sz="922">
                                  <a:latin typeface="Latin Modern Math"/>
                                </a:rPr>
                                <m:t>T</m:t>
                              </m:r>
                            </m:e>
                          </m:d>
                        </m:sup>
                      </m:sSubSup>
                      <m:r>
                        <m:rPr>
                          <m:sty m:val="p"/>
                        </m:rPr>
                        <a:rPr lang="en-US" sz="922">
                          <a:latin typeface="Latin Modern Math"/>
                        </a:rPr>
                        <m:t>=</m:t>
                      </m:r>
                      <m:r>
                        <m:rPr>
                          <m:sty m:val="p"/>
                        </m:rPr>
                        <a:rPr lang="en-US" sz="922">
                          <a:latin typeface="Latin Modern Math"/>
                        </a:rPr>
                        <m:t>s</m:t>
                      </m:r>
                      <m:r>
                        <m:rPr>
                          <m:sty m:val="p"/>
                        </m:rPr>
                        <a:rPr lang="en-US" sz="922">
                          <a:latin typeface="Latin Modern Math"/>
                        </a:rPr>
                        <m:t>o</m:t>
                      </m:r>
                      <m:r>
                        <m:rPr>
                          <m:sty m:val="p"/>
                        </m:rPr>
                        <a:rPr lang="en-US" sz="922">
                          <a:latin typeface="Latin Modern Math"/>
                        </a:rPr>
                        <m:t>f</m:t>
                      </m:r>
                      <m:r>
                        <m:rPr>
                          <m:sty m:val="p"/>
                        </m:rPr>
                        <a:rPr lang="en-US" sz="922">
                          <a:latin typeface="Latin Modern Math"/>
                        </a:rPr>
                        <m:t>t</m:t>
                      </m:r>
                      <m:r>
                        <m:rPr>
                          <m:sty m:val="p"/>
                        </m:rPr>
                        <a:rPr lang="en-US" sz="922">
                          <a:latin typeface="Latin Modern Math"/>
                        </a:rPr>
                        <m:t>m</m:t>
                      </m:r>
                      <m:r>
                        <m:rPr>
                          <m:sty m:val="p"/>
                        </m:rPr>
                        <a:rPr lang="en-US" sz="922">
                          <a:latin typeface="Latin Modern Math"/>
                        </a:rPr>
                        <m:t>a</m:t>
                      </m:r>
                      <m:r>
                        <m:rPr>
                          <m:sty m:val="p"/>
                        </m:rPr>
                        <a:rPr lang="en-US" sz="922">
                          <a:latin typeface="Latin Modern Math"/>
                        </a:rPr>
                        <m:t>x</m:t>
                      </m:r>
                      <m:d>
                        <m:dPr>
                          <m:begChr m:val="("/>
                          <m:endChr m:val=")"/>
                          <m:sepChr m:val=""/>
                          <m:grow/>
                        </m:dPr>
                        <m:e>
                          <m:sSub>
                            <m:e>
                              <m:r>
                                <a:rPr lang="en-US" sz="922">
                                  <a:latin typeface="Latin Modern Math"/>
                                </a:rPr>
                                <m:t>z</m:t>
                              </m:r>
                            </m:e>
                            <m:sub>
                              <m:r>
                                <a:rPr lang="en-US" sz="922">
                                  <a:latin typeface="Latin Modern Math"/>
                                </a:rPr>
                                <m:t>i</m:t>
                              </m:r>
                              <m:r>
                                <m:rPr>
                                  <m:sty m:val="p"/>
                                </m:rPr>
                                <a:rPr lang="en-US" sz="922">
                                  <a:latin typeface="Latin Modern Math"/>
                                </a:rPr>
                                <m:t>+</m:t>
                              </m:r>
                              <m:r>
                                <a:rPr lang="en-US" sz="922">
                                  <a:latin typeface="Latin Modern Math"/>
                                </a:rPr>
                                <m:t>1</m:t>
                              </m:r>
                            </m:sub>
                          </m:sSub>
                          <m:r>
                            <m:rPr>
                              <m:sty m:val="p"/>
                            </m:rPr>
                            <a:rPr lang="en-US" sz="922">
                              <a:latin typeface="Latin Modern Math"/>
                            </a:rPr>
                            <m:t>/</m:t>
                          </m:r>
                          <m:r>
                            <a:rPr lang="en-US" sz="922">
                              <a:latin typeface="Latin Modern Math"/>
                            </a:rPr>
                            <m:t>T</m:t>
                          </m:r>
                        </m:e>
                      </m:d>
                    </m:oMath>
                  </a14:m>
                  <a:endParaRPr sz="922"/>
                </a:p>
              </p:txBody>
            </p:sp>
          </mc:Choice>
          <mc:Fallback xmlns="">
            <p:pic>
              <p:nvPicPr>
                <p:cNvPr id="478" name="Equation 478 line 1" descr="p_{i+1}^{(T)}=\mathrm{softmax}(z_{i+1}/T)"/>
                <p:cNvPicPr/>
                <p:nvPr/>
              </p:nvPicPr>
              <p:blipFill>
                <a:blip r:embed="rIdFormula478_0"/>
                <a:stretch>
                  <a:fillRect/>
                </a:stretch>
              </p:blipFill>
              <p:spPr>
                <a:xfrm>
                  <a:off x="1655064" y="3232053"/>
                  <a:ext cx="1078992" cy="156149"/>
                </a:xfrm>
                <a:prstGeom prst="rect">
                  <a:avLst/>
                </a:prstGeom>
              </p:spPr>
            </p:pic>
          </mc:Fallback>
        </mc:AlternateContent>
        <p:sp>
          <p:nvSpPr>
            <p:cNvPr id="479" name="temperature"/>
            <p:cNvSpPr/>
            <p:nvPr/>
          </p:nvSpPr>
          <p:spPr>
            <a:xfrm>
              <a:off x="1677600" y="3503520"/>
              <a:ext cx="997200" cy="1404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r>
                <a:rPr lang="en-US" sz="900" b="0" u="none" strike="noStrike">
                  <a:effectLst/>
                  <a:uFillTx/>
                  <a:latin typeface="Times New Roman" panose="02020603050405020304" pitchFamily="18" charset="0"/>
                  <a:cs typeface="Times New Roman" panose="02020603050405020304" pitchFamily="18" charset="0"/>
                </a:rPr>
                <a:t>T = 1.5</a:t>
              </a:r>
            </a:p>
          </p:txBody>
        </p:sp>
        <p:sp>
          <p:nvSpPr>
            <p:cNvPr id="480" name="kl"/>
            <p:cNvSpPr/>
            <p:nvPr/>
          </p:nvSpPr>
          <p:spPr>
            <a:xfrm>
              <a:off x="3195360" y="2451600"/>
              <a:ext cx="1485360" cy="394200"/>
            </a:xfrm>
            <a:prstGeom prst="roundRect">
              <a:avLst>
                <a:gd name="adj" fmla="val 15000"/>
              </a:avLst>
            </a:prstGeom>
            <a:solidFill>
              <a:srgbClr val="C4E2F2"/>
            </a:solidFill>
            <a:ln w="7620">
              <a:solidFill>
                <a:srgbClr val="508FB0"/>
              </a:solidFill>
            </a:ln>
          </p:spPr>
          <p:style>
            <a:lnRef idx="2">
              <a:schemeClr val="accent1">
                <a:shade val="15000"/>
              </a:schemeClr>
            </a:lnRef>
            <a:fillRef idx="1">
              <a:schemeClr val="accent1"/>
            </a:fillRef>
            <a:effectRef idx="0">
              <a:schemeClr val="accent1"/>
            </a:effectRef>
            <a:fontRef idx="minor"/>
          </p:style>
          <p:txBody>
            <a:bodyPr lIns="100080" tIns="50040" rIns="100080" bIns="50040" anchor="ctr">
              <a:noAutofit/>
            </a:bodyPr>
            <a:lstStyle/>
            <a:p>
              <a:endParaRPr lang="en-US" sz="2000" b="0" u="none" strike="noStrike">
                <a:effectLst/>
                <a:uFillTx/>
                <a:latin typeface="Times New Roman" panose="02020603050405020304" pitchFamily="18" charset="0"/>
                <a:cs typeface="Times New Roman" panose="02020603050405020304" pitchFamily="18" charset="0"/>
              </a:endParaRPr>
            </a:p>
          </p:txBody>
        </p:sp>
        <p:sp>
          <p:nvSpPr>
            <p:cNvPr id="481" name="kl_title"/>
            <p:cNvSpPr/>
            <p:nvPr/>
          </p:nvSpPr>
          <p:spPr>
            <a:xfrm>
              <a:off x="3132000" y="2484720"/>
              <a:ext cx="1580400" cy="14508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r>
                <a:rPr lang="en-US" sz="900" b="1" u="none" strike="noStrike">
                  <a:effectLst/>
                  <a:uFillTx/>
                  <a:latin typeface="Times New Roman" panose="02020603050405020304" pitchFamily="18" charset="0"/>
                  <a:cs typeface="Times New Roman" panose="02020603050405020304" pitchFamily="18" charset="0"/>
                </a:rPr>
                <a:t>Adjacent KL</a:t>
              </a:r>
              <a:endParaRPr lang="en-US" sz="900" b="0" u="none" strike="noStrike">
                <a:effectLst/>
                <a:uFillTx/>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482" name="kl_formula"/>
                <p:cNvSpPr/>
                <p:nvPr/>
              </p:nvSpPr>
              <p:spPr>
                <a:xfrm>
                  <a:off x="3218688" y="2642616"/>
                  <a:ext cx="1426464" cy="182880"/>
                </a:xfrm>
                <a:prstGeom prst="rect">
                  <a:avLst/>
                </a:prstGeom>
                <a:noFill/>
                <a:ln w="0">
                  <a:noFill/>
                </a:ln>
              </p:spPr>
              <p:style>
                <a:lnRef idx="0">
                  <a:scrgbClr r="0" g="0" b="0"/>
                </a:lnRef>
                <a:fillRef idx="0">
                  <a:scrgbClr r="0" g="0" b="0"/>
                </a:fillRef>
                <a:effectRef idx="0">
                  <a:scrgbClr r="0" g="0" b="0"/>
                </a:effectRef>
                <a:fontRef idx="minor"/>
              </p:style>
              <p:txBody>
                <a:bodyPr wrap="none" lIns="0" rIns="0" tIns="0" bIns="0" anchor="ctr">
                  <a:noAutofit/>
                </a:bodyPr>
                <a:lstStyle/>
                <a:p>
                  <a:pPr algn="ctr">
                    <a:defRPr sz="972"/>
                  </a:pPr>
                  <a14:m>
                    <m:oMath xmlns:m="http://schemas.openxmlformats.org/officeDocument/2006/math">
                      <m:sSup>
                        <m:e>
                          <m:r>
                            <a:rPr lang="en-US" sz="972">
                              <a:latin typeface="Latin Modern Math"/>
                            </a:rPr>
                            <m:t>T</m:t>
                          </m:r>
                        </m:e>
                        <m:sup>
                          <m:r>
                            <a:rPr lang="en-US" sz="972">
                              <a:latin typeface="Latin Modern Math"/>
                            </a:rPr>
                            <m:t>2</m:t>
                          </m:r>
                        </m:sup>
                      </m:sSup>
                      <m:sSub>
                        <m:e>
                          <m:r>
                            <a:rPr lang="en-US" sz="972">
                              <a:latin typeface="Latin Modern Math"/>
                            </a:rPr>
                            <m:t>D</m:t>
                          </m:r>
                        </m:e>
                        <m:sub>
                          <m:r>
                            <m:rPr>
                              <m:sty m:val="p"/>
                            </m:rPr>
                            <a:rPr lang="en-US" sz="972">
                              <a:latin typeface="Latin Modern Math"/>
                            </a:rPr>
                            <m:t>K</m:t>
                          </m:r>
                          <m:r>
                            <m:rPr>
                              <m:sty m:val="p"/>
                            </m:rPr>
                            <a:rPr lang="en-US" sz="972">
                              <a:latin typeface="Latin Modern Math"/>
                            </a:rPr>
                            <m:t>L</m:t>
                          </m:r>
                        </m:sub>
                      </m:sSub>
                      <m:r>
                        <a:rPr lang="en-US" sz="972">
                          <a:latin typeface="Latin Modern Math"/>
                        </a:rPr>
                        <m:t>​</m:t>
                      </m:r>
                      <m:d>
                        <m:dPr>
                          <m:begChr m:val="("/>
                          <m:endChr m:val=")"/>
                          <m:sepChr m:val=""/>
                          <m:grow/>
                        </m:dPr>
                        <m:e>
                          <m:sSubSup>
                            <m:e>
                              <m:r>
                                <a:rPr lang="en-US" sz="972">
                                  <a:latin typeface="Latin Modern Math"/>
                                </a:rPr>
                                <m:t>p</m:t>
                              </m:r>
                            </m:e>
                            <m:sub>
                              <m:r>
                                <a:rPr lang="en-US" sz="972">
                                  <a:latin typeface="Latin Modern Math"/>
                                </a:rPr>
                                <m:t>i</m:t>
                              </m:r>
                              <m:r>
                                <m:rPr>
                                  <m:sty m:val="p"/>
                                </m:rPr>
                                <a:rPr lang="en-US" sz="972">
                                  <a:latin typeface="Latin Modern Math"/>
                                </a:rPr>
                                <m:t>+</m:t>
                              </m:r>
                              <m:r>
                                <a:rPr lang="en-US" sz="972">
                                  <a:latin typeface="Latin Modern Math"/>
                                </a:rPr>
                                <m:t>1</m:t>
                              </m:r>
                            </m:sub>
                            <m:sup>
                              <m:d>
                                <m:dPr>
                                  <m:begChr m:val="("/>
                                  <m:endChr m:val=")"/>
                                  <m:sepChr m:val=""/>
                                  <m:grow/>
                                </m:dPr>
                                <m:e>
                                  <m:r>
                                    <a:rPr lang="en-US" sz="972">
                                      <a:latin typeface="Latin Modern Math"/>
                                    </a:rPr>
                                    <m:t>T</m:t>
                                  </m:r>
                                </m:e>
                              </m:d>
                            </m:sup>
                          </m:sSubSup>
                          <m:r>
                            <m:rPr>
                              <m:sty m:val="p"/>
                            </m:rPr>
                            <a:rPr lang="en-US" sz="972">
                              <a:latin typeface="Latin Modern Math"/>
                            </a:rPr>
                            <m:t>‖</m:t>
                          </m:r>
                          <m:sSubSup>
                            <m:e>
                              <m:r>
                                <a:rPr lang="en-US" sz="972">
                                  <a:latin typeface="Latin Modern Math"/>
                                </a:rPr>
                                <m:t>p</m:t>
                              </m:r>
                            </m:e>
                            <m:sub>
                              <m:r>
                                <a:rPr lang="en-US" sz="972">
                                  <a:latin typeface="Latin Modern Math"/>
                                </a:rPr>
                                <m:t>i</m:t>
                              </m:r>
                            </m:sub>
                            <m:sup>
                              <m:d>
                                <m:dPr>
                                  <m:begChr m:val="("/>
                                  <m:endChr m:val=")"/>
                                  <m:sepChr m:val=""/>
                                  <m:grow/>
                                </m:dPr>
                                <m:e>
                                  <m:r>
                                    <a:rPr lang="en-US" sz="972">
                                      <a:latin typeface="Latin Modern Math"/>
                                    </a:rPr>
                                    <m:t>T</m:t>
                                  </m:r>
                                </m:e>
                              </m:d>
                            </m:sup>
                          </m:sSubSup>
                        </m:e>
                      </m:d>
                    </m:oMath>
                  </a14:m>
                  <a:endParaRPr sz="972"/>
                </a:p>
              </p:txBody>
            </p:sp>
          </mc:Choice>
          <mc:Fallback xmlns="">
            <p:pic>
              <p:nvPicPr>
                <p:cNvPr id="482" name="Equation 482 line 1" descr="T^2 D_{\mathrm{KL}}\!\left(p_{i+1}^{(T)}\Vert p_i^{(T)}\right)"/>
                <p:cNvPicPr/>
                <p:nvPr/>
              </p:nvPicPr>
              <p:blipFill>
                <a:blip r:embed="rIdFormula482_0"/>
                <a:stretch>
                  <a:fillRect/>
                </a:stretch>
              </p:blipFill>
              <p:spPr>
                <a:xfrm>
                  <a:off x="3472708" y="2651760"/>
                  <a:ext cx="918423" cy="164592"/>
                </a:xfrm>
                <a:prstGeom prst="rect">
                  <a:avLst/>
                </a:prstGeom>
              </p:spPr>
            </p:pic>
          </mc:Fallback>
        </mc:AlternateContent>
        <p:sp>
          <p:nvSpPr>
            <p:cNvPr id="483" name="hellinger"/>
            <p:cNvSpPr/>
            <p:nvPr/>
          </p:nvSpPr>
          <p:spPr>
            <a:xfrm>
              <a:off x="3054096" y="3337560"/>
              <a:ext cx="1764792" cy="502920"/>
            </a:xfrm>
            <a:prstGeom prst="roundRect">
              <a:avLst>
                <a:gd name="adj" fmla="val 15000"/>
              </a:avLst>
            </a:prstGeom>
            <a:solidFill>
              <a:srgbClr val="DDD7ED"/>
            </a:solidFill>
            <a:ln w="7620">
              <a:solidFill>
                <a:srgbClr val="9180B0"/>
              </a:solidFill>
            </a:ln>
          </p:spPr>
          <p:style>
            <a:lnRef idx="2">
              <a:schemeClr val="accent1">
                <a:shade val="15000"/>
              </a:schemeClr>
            </a:lnRef>
            <a:fillRef idx="1">
              <a:schemeClr val="accent1"/>
            </a:fillRef>
            <a:effectRef idx="0">
              <a:schemeClr val="accent1"/>
            </a:effectRef>
            <a:fontRef idx="minor"/>
          </p:style>
          <p:txBody>
            <a:bodyPr lIns="100080" tIns="50040" rIns="100080" bIns="50040" anchor="ctr">
              <a:noAutofit/>
            </a:bodyPr>
            <a:lstStyle/>
            <a:p>
              <a:endParaRPr lang="en-US" sz="2000" b="0" u="none" strike="noStrike">
                <a:effectLst/>
                <a:uFillTx/>
                <a:latin typeface="Times New Roman" panose="02020603050405020304" pitchFamily="18" charset="0"/>
                <a:cs typeface="Times New Roman" panose="02020603050405020304" pitchFamily="18" charset="0"/>
              </a:endParaRPr>
            </a:p>
          </p:txBody>
        </p:sp>
        <p:sp>
          <p:nvSpPr>
            <p:cNvPr id="484" name="hellinger_title"/>
            <p:cNvSpPr/>
            <p:nvPr/>
          </p:nvSpPr>
          <p:spPr>
            <a:xfrm>
              <a:off x="3147666" y="3354834"/>
              <a:ext cx="1580400" cy="14508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r>
                <a:rPr lang="en-US" sz="900" b="1" u="none" strike="noStrike" dirty="0">
                  <a:effectLst/>
                  <a:uFillTx/>
                  <a:latin typeface="Times New Roman" panose="02020603050405020304" pitchFamily="18" charset="0"/>
                  <a:cs typeface="Times New Roman" panose="02020603050405020304" pitchFamily="18" charset="0"/>
                </a:rPr>
                <a:t>Squared Hellinger</a:t>
              </a:r>
              <a:endParaRPr lang="en-US" sz="900" b="0" u="none" strike="noStrike" dirty="0">
                <a:effectLst/>
                <a:uFillTx/>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485" name="hellinger_formula"/>
                <p:cNvSpPr/>
                <p:nvPr/>
              </p:nvSpPr>
              <p:spPr>
                <a:xfrm>
                  <a:off x="3090672" y="3543300"/>
                  <a:ext cx="1673352" cy="256032"/>
                </a:xfrm>
                <a:prstGeom prst="rect">
                  <a:avLst/>
                </a:prstGeom>
                <a:noFill/>
                <a:ln w="0">
                  <a:noFill/>
                </a:ln>
              </p:spPr>
              <p:style>
                <a:lnRef idx="0">
                  <a:scrgbClr r="0" g="0" b="0"/>
                </a:lnRef>
                <a:fillRef idx="0">
                  <a:scrgbClr r="0" g="0" b="0"/>
                </a:fillRef>
                <a:effectRef idx="0">
                  <a:scrgbClr r="0" g="0" b="0"/>
                </a:effectRef>
                <a:fontRef idx="minor"/>
              </p:style>
              <p:txBody>
                <a:bodyPr wrap="none" lIns="0" rIns="0" tIns="0" bIns="0" anchor="ctr">
                  <a:noAutofit/>
                </a:bodyPr>
                <a:lstStyle/>
                <a:p>
                  <a:pPr algn="ctr">
                    <a:defRPr sz="911"/>
                  </a:pPr>
                  <a14:m>
                    <m:oMath xmlns:m="http://schemas.openxmlformats.org/officeDocument/2006/math">
                      <m:sSub>
                        <m:e>
                          <m:r>
                            <a:rPr lang="en-US" sz="911">
                              <a:latin typeface="Latin Modern Math"/>
                            </a:rPr>
                            <m:t>d</m:t>
                          </m:r>
                        </m:e>
                        <m:sub>
                          <m:r>
                            <a:rPr lang="en-US" sz="911">
                              <a:latin typeface="Latin Modern Math"/>
                            </a:rPr>
                            <m:t>i</m:t>
                          </m:r>
                        </m:sub>
                      </m:sSub>
                      <m:r>
                        <m:rPr>
                          <m:sty m:val="p"/>
                        </m:rPr>
                        <a:rPr lang="en-US" sz="911">
                          <a:latin typeface="Latin Modern Math"/>
                        </a:rPr>
                        <m:t>=</m:t>
                      </m:r>
                      <m:nary>
                        <m:naryPr>
                          <m:chr m:val="∑"/>
                          <m:limLoc m:val="undOvr"/>
                          <m:subHide m:val="off"/>
                          <m:supHide m:val="on"/>
                        </m:naryPr>
                        <m:sub>
                          <m:r>
                            <a:rPr lang="en-US" sz="911">
                              <a:latin typeface="Latin Modern Math"/>
                            </a:rPr>
                            <m:t>n</m:t>
                          </m:r>
                        </m:sub>
                        <m:sup>
                          <m:r>
                            <a:rPr lang="en-US" sz="911">
                              <a:latin typeface="Latin Modern Math"/>
                            </a:rPr>
                            <m:t>​</m:t>
                          </m:r>
                        </m:sup>
                        <m:e>
                          <m:sSup>
                            <m:e>
                              <m:d>
                                <m:dPr>
                                  <m:begChr m:val="("/>
                                  <m:endChr m:val=")"/>
                                  <m:sepChr m:val=""/>
                                  <m:grow/>
                                </m:dPr>
                                <m:e>
                                  <m:rad>
                                    <m:radPr>
                                      <m:degHide m:val="on"/>
                                    </m:radPr>
                                    <m:deg/>
                                    <m:e>
                                      <m:sSubSup>
                                        <m:e>
                                          <m:r>
                                            <a:rPr lang="en-US" sz="911">
                                              <a:latin typeface="Latin Modern Math"/>
                                            </a:rPr>
                                            <m:t>p</m:t>
                                          </m:r>
                                        </m:e>
                                        <m:sub>
                                          <m:r>
                                            <a:rPr lang="en-US" sz="911">
                                              <a:latin typeface="Latin Modern Math"/>
                                            </a:rPr>
                                            <m:t>i</m:t>
                                          </m:r>
                                          <m:r>
                                            <m:rPr>
                                              <m:sty m:val="p"/>
                                            </m:rPr>
                                            <a:rPr lang="en-US" sz="911">
                                              <a:latin typeface="Latin Modern Math"/>
                                            </a:rPr>
                                            <m:t>,</m:t>
                                          </m:r>
                                          <m:r>
                                            <a:rPr lang="en-US" sz="911">
                                              <a:latin typeface="Latin Modern Math"/>
                                            </a:rPr>
                                            <m:t>n</m:t>
                                          </m:r>
                                        </m:sub>
                                        <m:sup>
                                          <m:d>
                                            <m:dPr>
                                              <m:begChr m:val="("/>
                                              <m:endChr m:val=")"/>
                                              <m:sepChr m:val=""/>
                                              <m:grow/>
                                            </m:dPr>
                                            <m:e>
                                              <m:r>
                                                <a:rPr lang="en-US" sz="911">
                                                  <a:latin typeface="Latin Modern Math"/>
                                                </a:rPr>
                                                <m:t>T</m:t>
                                              </m:r>
                                            </m:e>
                                          </m:d>
                                        </m:sup>
                                      </m:sSubSup>
                                    </m:e>
                                  </m:rad>
                                  <m:r>
                                    <m:rPr>
                                      <m:sty m:val="p"/>
                                    </m:rPr>
                                    <a:rPr lang="en-US" sz="911">
                                      <a:latin typeface="Latin Modern Math"/>
                                    </a:rPr>
                                    <m:t>−</m:t>
                                  </m:r>
                                  <m:rad>
                                    <m:radPr>
                                      <m:degHide m:val="on"/>
                                    </m:radPr>
                                    <m:deg/>
                                    <m:e>
                                      <m:sSubSup>
                                        <m:e>
                                          <m:r>
                                            <a:rPr lang="en-US" sz="911">
                                              <a:latin typeface="Latin Modern Math"/>
                                            </a:rPr>
                                            <m:t>p</m:t>
                                          </m:r>
                                        </m:e>
                                        <m:sub>
                                          <m:r>
                                            <a:rPr lang="en-US" sz="911">
                                              <a:latin typeface="Latin Modern Math"/>
                                            </a:rPr>
                                            <m:t>i</m:t>
                                          </m:r>
                                          <m:r>
                                            <m:rPr>
                                              <m:sty m:val="p"/>
                                            </m:rPr>
                                            <a:rPr lang="en-US" sz="911">
                                              <a:latin typeface="Latin Modern Math"/>
                                            </a:rPr>
                                            <m:t>+</m:t>
                                          </m:r>
                                          <m:r>
                                            <a:rPr lang="en-US" sz="911">
                                              <a:latin typeface="Latin Modern Math"/>
                                            </a:rPr>
                                            <m:t>1</m:t>
                                          </m:r>
                                          <m:r>
                                            <m:rPr>
                                              <m:sty m:val="p"/>
                                            </m:rPr>
                                            <a:rPr lang="en-US" sz="911">
                                              <a:latin typeface="Latin Modern Math"/>
                                            </a:rPr>
                                            <m:t>,</m:t>
                                          </m:r>
                                          <m:r>
                                            <a:rPr lang="en-US" sz="911">
                                              <a:latin typeface="Latin Modern Math"/>
                                            </a:rPr>
                                            <m:t>n</m:t>
                                          </m:r>
                                        </m:sub>
                                        <m:sup>
                                          <m:d>
                                            <m:dPr>
                                              <m:begChr m:val="("/>
                                              <m:endChr m:val=")"/>
                                              <m:sepChr m:val=""/>
                                              <m:grow/>
                                            </m:dPr>
                                            <m:e>
                                              <m:r>
                                                <a:rPr lang="en-US" sz="911">
                                                  <a:latin typeface="Latin Modern Math"/>
                                                </a:rPr>
                                                <m:t>T</m:t>
                                              </m:r>
                                            </m:e>
                                          </m:d>
                                        </m:sup>
                                      </m:sSubSup>
                                    </m:e>
                                  </m:rad>
                                </m:e>
                              </m:d>
                            </m:e>
                            <m:sup>
                              <m:r>
                                <a:rPr lang="en-US" sz="911">
                                  <a:latin typeface="Latin Modern Math"/>
                                </a:rPr>
                                <m:t>2</m:t>
                              </m:r>
                            </m:sup>
                          </m:sSup>
                        </m:e>
                      </m:nary>
                    </m:oMath>
                  </a14:m>
                  <a:endParaRPr sz="911"/>
                </a:p>
              </p:txBody>
            </p:sp>
          </mc:Choice>
          <mc:Fallback xmlns="">
            <p:pic>
              <p:nvPicPr>
                <p:cNvPr id="485" name="Equation 485 line 1" descr="d_i=\sum_n\left(\sqrt{p_{i,n}^{(T)}}-\sqrt{p_{i+1,n}^{(T)}}\right)^2"/>
                <p:cNvPicPr/>
                <p:nvPr/>
              </p:nvPicPr>
              <p:blipFill>
                <a:blip r:embed="rIdFormula485_0"/>
                <a:stretch>
                  <a:fillRect/>
                </a:stretch>
              </p:blipFill>
              <p:spPr>
                <a:xfrm>
                  <a:off x="3278785" y="3543300"/>
                  <a:ext cx="1297126" cy="256032"/>
                </a:xfrm>
                <a:prstGeom prst="rect">
                  <a:avLst/>
                </a:prstGeom>
              </p:spPr>
            </p:pic>
          </mc:Fallback>
        </mc:AlternateContent>
        <p:sp>
          <p:nvSpPr>
            <p:cNvPr id="486" name="kl_out"/>
            <p:cNvSpPr/>
            <p:nvPr/>
          </p:nvSpPr>
          <p:spPr>
            <a:xfrm>
              <a:off x="5412240" y="2445840"/>
              <a:ext cx="1263600" cy="396720"/>
            </a:xfrm>
            <a:prstGeom prst="roundRect">
              <a:avLst>
                <a:gd name="adj" fmla="val 15000"/>
              </a:avLst>
            </a:prstGeom>
            <a:solidFill>
              <a:srgbClr val="C4E2F2"/>
            </a:solidFill>
            <a:ln w="7620">
              <a:solidFill>
                <a:srgbClr val="508FB0"/>
              </a:solidFill>
            </a:ln>
          </p:spPr>
          <p:style>
            <a:lnRef idx="2">
              <a:schemeClr val="accent1">
                <a:shade val="15000"/>
              </a:schemeClr>
            </a:lnRef>
            <a:fillRef idx="1">
              <a:schemeClr val="accent1"/>
            </a:fillRef>
            <a:effectRef idx="0">
              <a:schemeClr val="accent1"/>
            </a:effectRef>
            <a:fontRef idx="minor"/>
          </p:style>
          <p:txBody>
            <a:bodyPr lIns="100080" tIns="50040" rIns="100080" bIns="50040" anchor="ctr">
              <a:noAutofit/>
            </a:bodyPr>
            <a:lstStyle/>
            <a:p>
              <a:endParaRPr lang="en-US" sz="2000" b="0" u="none" strike="noStrike">
                <a:effectLst/>
                <a:uFillTx/>
                <a:latin typeface="Times New Roman" panose="02020603050405020304" pitchFamily="18" charset="0"/>
                <a:cs typeface="Times New Roman" panose="02020603050405020304" pitchFamily="18" charset="0"/>
              </a:endParaRPr>
            </a:p>
          </p:txBody>
        </p:sp>
        <p:sp>
          <p:nvSpPr>
            <p:cNvPr id="487" name="kl_out_label"/>
            <p:cNvSpPr/>
            <p:nvPr/>
          </p:nvSpPr>
          <p:spPr>
            <a:xfrm>
              <a:off x="5364000" y="2481120"/>
              <a:ext cx="1328400" cy="1404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r>
                <a:rPr lang="en-US" sz="900" b="1" u="none" strike="noStrike">
                  <a:effectLst/>
                  <a:uFillTx/>
                  <a:latin typeface="Times New Roman" panose="02020603050405020304" pitchFamily="18" charset="0"/>
                  <a:cs typeface="Times New Roman" panose="02020603050405020304" pitchFamily="18" charset="0"/>
                </a:rPr>
                <a:t>Weighted pair mean</a:t>
              </a:r>
              <a:endParaRPr lang="en-US" sz="900" b="0" u="none" strike="noStrike">
                <a:effectLst/>
                <a:uFillTx/>
                <a:latin typeface="Times New Roman" panose="02020603050405020304" pitchFamily="18" charset="0"/>
                <a:cs typeface="Times New Roman" panose="02020603050405020304" pitchFamily="18" charset="0"/>
              </a:endParaRPr>
            </a:p>
          </p:txBody>
        </p:sp>
        <p:sp>
          <p:nvSpPr>
            <p:cNvPr id="488" name="kl_out_loss"/>
            <p:cNvSpPr/>
            <p:nvPr/>
          </p:nvSpPr>
          <p:spPr>
            <a:xfrm>
              <a:off x="5364000" y="2657520"/>
              <a:ext cx="1328400" cy="1584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r>
                <a:rPr lang="en-US" sz="900" b="0" i="1" u="none" strike="noStrike" dirty="0">
                  <a:effectLst/>
                  <a:uFillTx/>
                  <a:latin typeface="Times New Roman" panose="02020603050405020304" pitchFamily="18" charset="0"/>
                  <a:cs typeface="Times New Roman" panose="02020603050405020304" pitchFamily="18" charset="0"/>
                </a:rPr>
                <a:t>1.25 L</a:t>
              </a:r>
              <a:r>
                <a:rPr lang="en-US" sz="850" b="0" i="1" u="none" strike="noStrike" baseline="-25000" dirty="0">
                  <a:effectLst/>
                  <a:uFillTx/>
                  <a:latin typeface="Times New Roman" panose="02020603050405020304" pitchFamily="18" charset="0"/>
                  <a:cs typeface="Times New Roman" panose="02020603050405020304" pitchFamily="18" charset="0"/>
                </a:rPr>
                <a:t>KL</a:t>
              </a:r>
              <a:endParaRPr lang="en-US" sz="850" b="0" i="1" u="none" strike="noStrike" dirty="0">
                <a:effectLst/>
                <a:uFillTx/>
                <a:latin typeface="Times New Roman" panose="02020603050405020304" pitchFamily="18" charset="0"/>
                <a:cs typeface="Times New Roman" panose="02020603050405020304" pitchFamily="18" charset="0"/>
              </a:endParaRPr>
            </a:p>
          </p:txBody>
        </p:sp>
        <p:sp>
          <p:nvSpPr>
            <p:cNvPr id="489" name="kl_out_weight"/>
            <p:cNvSpPr/>
            <p:nvPr/>
          </p:nvSpPr>
          <p:spPr>
            <a:xfrm>
              <a:off x="5724000" y="2162571"/>
              <a:ext cx="608400" cy="1404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r>
                <a:rPr lang="en-US" sz="900" b="0" u="none" strike="noStrike" dirty="0" err="1">
                  <a:effectLst/>
                  <a:uFillTx/>
                  <a:latin typeface="Times New Roman" panose="02020603050405020304" pitchFamily="18" charset="0"/>
                  <a:cs typeface="Times New Roman" panose="02020603050405020304" pitchFamily="18" charset="0"/>
                </a:rPr>
                <a:t>a</a:t>
              </a:r>
              <a:r>
                <a:rPr lang="en-US" sz="850" b="0" i="1" u="none" strike="noStrike" baseline="-25000" dirty="0" err="1">
                  <a:effectLst/>
                  <a:uFillTx/>
                  <a:latin typeface="Times New Roman" panose="02020603050405020304" pitchFamily="18" charset="0"/>
                  <a:cs typeface="Times New Roman" panose="02020603050405020304" pitchFamily="18" charset="0"/>
                </a:rPr>
                <a:t>q</a:t>
              </a:r>
              <a:r>
                <a:rPr lang="en-US" sz="900" b="0" u="none" strike="noStrike" dirty="0">
                  <a:effectLst/>
                  <a:uFillTx/>
                  <a:latin typeface="Times New Roman" panose="02020603050405020304" pitchFamily="18" charset="0"/>
                  <a:cs typeface="Times New Roman" panose="02020603050405020304" pitchFamily="18" charset="0"/>
                </a:rPr>
                <a:t> </a:t>
              </a:r>
              <a:r>
                <a:rPr lang="el-GR" sz="900" b="0" u="none" strike="noStrike" dirty="0">
                  <a:effectLst/>
                  <a:uFillTx/>
                  <a:latin typeface="Times New Roman" panose="02020603050405020304" pitchFamily="18" charset="0"/>
                  <a:cs typeface="Times New Roman" panose="02020603050405020304" pitchFamily="18" charset="0"/>
                </a:rPr>
                <a:t>α</a:t>
              </a:r>
              <a:r>
                <a:rPr lang="en-US" sz="850" b="0" i="1" u="none" strike="noStrike" baseline="-25000" dirty="0" err="1">
                  <a:effectLst/>
                  <a:uFillTx/>
                  <a:latin typeface="Times New Roman" panose="02020603050405020304" pitchFamily="18" charset="0"/>
                  <a:cs typeface="Times New Roman" panose="02020603050405020304" pitchFamily="18" charset="0"/>
                </a:rPr>
                <a:t>i</a:t>
              </a:r>
              <a:endParaRPr lang="en-US" sz="850" b="0" u="none" strike="noStrike" dirty="0">
                <a:effectLst/>
                <a:uFillTx/>
                <a:latin typeface="Times New Roman" panose="02020603050405020304" pitchFamily="18" charset="0"/>
                <a:cs typeface="Times New Roman" panose="02020603050405020304" pitchFamily="18" charset="0"/>
              </a:endParaRPr>
            </a:p>
          </p:txBody>
        </p:sp>
        <p:sp>
          <p:nvSpPr>
            <p:cNvPr id="490" name="hellinger_out"/>
            <p:cNvSpPr/>
            <p:nvPr/>
          </p:nvSpPr>
          <p:spPr>
            <a:xfrm>
              <a:off x="5412240" y="3345840"/>
              <a:ext cx="1263600" cy="396720"/>
            </a:xfrm>
            <a:prstGeom prst="roundRect">
              <a:avLst>
                <a:gd name="adj" fmla="val 15000"/>
              </a:avLst>
            </a:prstGeom>
            <a:solidFill>
              <a:srgbClr val="C4E2F2"/>
            </a:solidFill>
            <a:ln w="7620">
              <a:solidFill>
                <a:srgbClr val="508FB0"/>
              </a:solidFill>
            </a:ln>
          </p:spPr>
          <p:style>
            <a:lnRef idx="2">
              <a:schemeClr val="accent1">
                <a:shade val="15000"/>
              </a:schemeClr>
            </a:lnRef>
            <a:fillRef idx="1">
              <a:schemeClr val="accent1"/>
            </a:fillRef>
            <a:effectRef idx="0">
              <a:schemeClr val="accent1"/>
            </a:effectRef>
            <a:fontRef idx="minor"/>
          </p:style>
          <p:txBody>
            <a:bodyPr lIns="100080" tIns="50040" rIns="100080" bIns="50040" anchor="ctr">
              <a:noAutofit/>
            </a:bodyPr>
            <a:lstStyle/>
            <a:p>
              <a:endParaRPr lang="en-US" sz="2000" b="0" u="none" strike="noStrike">
                <a:effectLst/>
                <a:uFillTx/>
                <a:latin typeface="Times New Roman" panose="02020603050405020304" pitchFamily="18" charset="0"/>
                <a:cs typeface="Times New Roman" panose="02020603050405020304" pitchFamily="18" charset="0"/>
              </a:endParaRPr>
            </a:p>
          </p:txBody>
        </p:sp>
        <p:sp>
          <p:nvSpPr>
            <p:cNvPr id="491" name="hellinger_out_label"/>
            <p:cNvSpPr/>
            <p:nvPr/>
          </p:nvSpPr>
          <p:spPr>
            <a:xfrm>
              <a:off x="5364000" y="3381120"/>
              <a:ext cx="1328400" cy="1404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r>
                <a:rPr lang="en-US" sz="900" b="1" u="none" strike="noStrike">
                  <a:effectLst/>
                  <a:uFillTx/>
                  <a:latin typeface="Times New Roman" panose="02020603050405020304" pitchFamily="18" charset="0"/>
                  <a:cs typeface="Times New Roman" panose="02020603050405020304" pitchFamily="18" charset="0"/>
                </a:rPr>
                <a:t>Weighted pair mean</a:t>
              </a:r>
              <a:endParaRPr lang="en-US" sz="900" b="0" u="none" strike="noStrike">
                <a:effectLst/>
                <a:uFillTx/>
                <a:latin typeface="Times New Roman" panose="02020603050405020304" pitchFamily="18" charset="0"/>
                <a:cs typeface="Times New Roman" panose="02020603050405020304" pitchFamily="18" charset="0"/>
              </a:endParaRPr>
            </a:p>
          </p:txBody>
        </p:sp>
        <p:sp>
          <p:nvSpPr>
            <p:cNvPr id="492" name="hellinger_out_loss"/>
            <p:cNvSpPr/>
            <p:nvPr/>
          </p:nvSpPr>
          <p:spPr>
            <a:xfrm>
              <a:off x="5364000" y="3557520"/>
              <a:ext cx="1328400" cy="1584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r>
                <a:rPr lang="en-US" sz="900" b="0" i="1" u="none" strike="noStrike" dirty="0">
                  <a:effectLst/>
                  <a:uFillTx/>
                  <a:latin typeface="Times New Roman" panose="02020603050405020304" pitchFamily="18" charset="0"/>
                  <a:cs typeface="Times New Roman" panose="02020603050405020304" pitchFamily="18" charset="0"/>
                </a:rPr>
                <a:t>0.15 L</a:t>
              </a:r>
              <a:r>
                <a:rPr lang="en-US" sz="850" b="0" i="1" u="none" strike="noStrike" baseline="-25000" dirty="0">
                  <a:effectLst/>
                  <a:uFillTx/>
                  <a:latin typeface="Times New Roman" panose="02020603050405020304" pitchFamily="18" charset="0"/>
                  <a:cs typeface="Times New Roman" panose="02020603050405020304" pitchFamily="18" charset="0"/>
                </a:rPr>
                <a:t>H</a:t>
              </a:r>
              <a:endParaRPr lang="en-US" sz="850" b="0" i="1" u="none" strike="noStrike" dirty="0">
                <a:effectLst/>
                <a:uFillTx/>
                <a:latin typeface="Times New Roman" panose="02020603050405020304" pitchFamily="18" charset="0"/>
                <a:cs typeface="Times New Roman" panose="02020603050405020304" pitchFamily="18" charset="0"/>
              </a:endParaRPr>
            </a:p>
          </p:txBody>
        </p:sp>
        <p:sp>
          <p:nvSpPr>
            <p:cNvPr id="493" name="hellinger_out_weight"/>
            <p:cNvSpPr/>
            <p:nvPr/>
          </p:nvSpPr>
          <p:spPr>
            <a:xfrm>
              <a:off x="5724000" y="3016750"/>
              <a:ext cx="608400" cy="1404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r>
                <a:rPr lang="en-US" sz="900" b="0" u="none" strike="noStrike" dirty="0" err="1">
                  <a:effectLst/>
                  <a:uFillTx/>
                  <a:latin typeface="Times New Roman" panose="02020603050405020304" pitchFamily="18" charset="0"/>
                  <a:cs typeface="Times New Roman" panose="02020603050405020304" pitchFamily="18" charset="0"/>
                </a:rPr>
                <a:t>a</a:t>
              </a:r>
              <a:r>
                <a:rPr lang="en-US" sz="850" b="0" i="1" u="none" strike="noStrike" baseline="-25000" dirty="0" err="1">
                  <a:effectLst/>
                  <a:uFillTx/>
                  <a:latin typeface="Times New Roman" panose="02020603050405020304" pitchFamily="18" charset="0"/>
                  <a:cs typeface="Times New Roman" panose="02020603050405020304" pitchFamily="18" charset="0"/>
                </a:rPr>
                <a:t>q</a:t>
              </a:r>
              <a:r>
                <a:rPr lang="en-US" sz="900" b="0" u="none" strike="noStrike" dirty="0">
                  <a:effectLst/>
                  <a:uFillTx/>
                  <a:latin typeface="Times New Roman" panose="02020603050405020304" pitchFamily="18" charset="0"/>
                  <a:cs typeface="Times New Roman" panose="02020603050405020304" pitchFamily="18" charset="0"/>
                </a:rPr>
                <a:t> </a:t>
              </a:r>
              <a:r>
                <a:rPr lang="el-GR" sz="900" b="0" u="none" strike="noStrike" dirty="0">
                  <a:effectLst/>
                  <a:uFillTx/>
                  <a:latin typeface="Times New Roman" panose="02020603050405020304" pitchFamily="18" charset="0"/>
                  <a:cs typeface="Times New Roman" panose="02020603050405020304" pitchFamily="18" charset="0"/>
                </a:rPr>
                <a:t>α</a:t>
              </a:r>
              <a:r>
                <a:rPr lang="en-US" sz="850" b="0" i="1" u="none" strike="noStrike" baseline="-25000" dirty="0" err="1">
                  <a:effectLst/>
                  <a:uFillTx/>
                  <a:latin typeface="Times New Roman" panose="02020603050405020304" pitchFamily="18" charset="0"/>
                  <a:cs typeface="Times New Roman" panose="02020603050405020304" pitchFamily="18" charset="0"/>
                </a:rPr>
                <a:t>i</a:t>
              </a:r>
              <a:endParaRPr lang="en-US" sz="850" b="0" u="none" strike="noStrike" dirty="0">
                <a:effectLst/>
                <a:uFillTx/>
                <a:latin typeface="Times New Roman" panose="02020603050405020304" pitchFamily="18" charset="0"/>
                <a:cs typeface="Times New Roman" panose="02020603050405020304" pitchFamily="18" charset="0"/>
              </a:endParaRPr>
            </a:p>
          </p:txBody>
        </p:sp>
        <p:sp>
          <p:nvSpPr>
            <p:cNvPr id="494" name="peak_panel"/>
            <p:cNvSpPr/>
            <p:nvPr/>
          </p:nvSpPr>
          <p:spPr>
            <a:xfrm>
              <a:off x="486000" y="4061520"/>
              <a:ext cx="6440400" cy="806400"/>
            </a:xfrm>
            <a:prstGeom prst="roundRect">
              <a:avLst>
                <a:gd name="adj" fmla="val 4500"/>
              </a:avLst>
            </a:prstGeom>
            <a:solidFill>
              <a:srgbClr val="F7FAFC"/>
            </a:solidFill>
            <a:ln w="6350">
              <a:prstDash val="dash"/>
              <a:solidFill>
                <a:srgbClr val="AAB4BD"/>
              </a:solidFill>
            </a:ln>
          </p:spPr>
          <p:style>
            <a:lnRef idx="2">
              <a:schemeClr val="accent1">
                <a:shade val="15000"/>
              </a:schemeClr>
            </a:lnRef>
            <a:fillRef idx="1">
              <a:schemeClr val="accent1"/>
            </a:fillRef>
            <a:effectRef idx="0">
              <a:schemeClr val="accent1"/>
            </a:effectRef>
            <a:fontRef idx="minor"/>
          </p:style>
          <p:txBody>
            <a:bodyPr lIns="100080" tIns="50040" rIns="100080" bIns="50040" anchor="ctr">
              <a:noAutofit/>
            </a:bodyPr>
            <a:lstStyle/>
            <a:p>
              <a:endParaRPr lang="en-US" sz="2000" b="0" u="none" strike="noStrike">
                <a:effectLst/>
                <a:uFillTx/>
                <a:latin typeface="Times New Roman" panose="02020603050405020304" pitchFamily="18" charset="0"/>
                <a:cs typeface="Times New Roman" panose="02020603050405020304" pitchFamily="18" charset="0"/>
              </a:endParaRPr>
            </a:p>
          </p:txBody>
        </p:sp>
        <p:sp>
          <p:nvSpPr>
            <p:cNvPr id="495" name="peak_panel_title"/>
            <p:cNvSpPr/>
            <p:nvPr/>
          </p:nvSpPr>
          <p:spPr>
            <a:xfrm>
              <a:off x="576000" y="4126320"/>
              <a:ext cx="2876400" cy="1548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defTabSz="1018080">
                <a:lnSpc>
                  <a:spcPct val="100000"/>
                </a:lnSpc>
              </a:pPr>
              <a:r>
                <a:rPr lang="en-US" sz="900" b="1" u="none" strike="noStrike">
                  <a:effectLst/>
                  <a:uFillTx/>
                  <a:latin typeface="Times New Roman" panose="02020603050405020304" pitchFamily="18" charset="0"/>
                  <a:cs typeface="Times New Roman" panose="02020603050405020304" pitchFamily="18" charset="0"/>
                </a:rPr>
                <a:t>(b) Final-layer peakiness</a:t>
              </a:r>
              <a:endParaRPr lang="en-US" sz="900" b="0" u="none" strike="noStrike">
                <a:effectLst/>
                <a:uFillTx/>
                <a:latin typeface="Times New Roman" panose="02020603050405020304" pitchFamily="18" charset="0"/>
                <a:cs typeface="Times New Roman" panose="02020603050405020304" pitchFamily="18" charset="0"/>
              </a:endParaRPr>
            </a:p>
          </p:txBody>
        </p:sp>
        <p:sp>
          <p:nvSpPr>
            <p:cNvPr id="496" name="final_logits"/>
            <p:cNvSpPr/>
            <p:nvPr/>
          </p:nvSpPr>
          <p:spPr>
            <a:xfrm>
              <a:off x="634680" y="4425480"/>
              <a:ext cx="810720" cy="348480"/>
            </a:xfrm>
            <a:prstGeom prst="roundRect">
              <a:avLst>
                <a:gd name="adj" fmla="val 15000"/>
              </a:avLst>
            </a:prstGeom>
            <a:solidFill>
              <a:srgbClr val="F2F5F7"/>
            </a:solidFill>
            <a:ln w="7620">
              <a:solidFill>
                <a:srgbClr val="94A3AD"/>
              </a:solidFill>
            </a:ln>
          </p:spPr>
          <p:style>
            <a:lnRef idx="2">
              <a:schemeClr val="accent1">
                <a:shade val="15000"/>
              </a:schemeClr>
            </a:lnRef>
            <a:fillRef idx="1">
              <a:schemeClr val="accent1"/>
            </a:fillRef>
            <a:effectRef idx="0">
              <a:schemeClr val="accent1"/>
            </a:effectRef>
            <a:fontRef idx="minor"/>
          </p:style>
          <p:txBody>
            <a:bodyPr lIns="100080" tIns="50040" rIns="100080" bIns="50040" anchor="ctr">
              <a:noAutofit/>
            </a:bodyPr>
            <a:lstStyle/>
            <a:p>
              <a:endParaRPr lang="en-US" sz="2000" b="0" u="none" strike="noStrike">
                <a:effectLst/>
                <a:uFillTx/>
                <a:latin typeface="Times New Roman" panose="02020603050405020304" pitchFamily="18" charset="0"/>
                <a:cs typeface="Times New Roman" panose="02020603050405020304" pitchFamily="18" charset="0"/>
              </a:endParaRPr>
            </a:p>
          </p:txBody>
        </p:sp>
        <p:sp>
          <p:nvSpPr>
            <p:cNvPr id="497" name="final_logits_text"/>
            <p:cNvSpPr/>
            <p:nvPr/>
          </p:nvSpPr>
          <p:spPr>
            <a:xfrm>
              <a:off x="668160" y="4435920"/>
              <a:ext cx="712080" cy="3276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r>
                <a:rPr lang="en-US" sz="900" b="0" u="none" strike="noStrike" dirty="0">
                  <a:effectLst/>
                  <a:uFillTx/>
                  <a:latin typeface="Times New Roman" panose="02020603050405020304" pitchFamily="18" charset="0"/>
                  <a:cs typeface="Times New Roman" panose="02020603050405020304" pitchFamily="18" charset="0"/>
                </a:rPr>
                <a:t>Matched final</a:t>
              </a:r>
            </a:p>
            <a:p>
              <a:pPr algn="ctr" defTabSz="1018080">
                <a:lnSpc>
                  <a:spcPct val="100000"/>
                </a:lnSpc>
              </a:pPr>
              <a:r>
                <a:rPr lang="en-US" sz="900" b="0" u="none" strike="noStrike" dirty="0">
                  <a:effectLst/>
                  <a:uFillTx/>
                  <a:latin typeface="Times New Roman" panose="02020603050405020304" pitchFamily="18" charset="0"/>
                  <a:cs typeface="Times New Roman" panose="02020603050405020304" pitchFamily="18" charset="0"/>
                </a:rPr>
                <a:t>logits </a:t>
              </a:r>
              <a:r>
                <a:rPr lang="en-US" altLang="zh-CN" sz="900" dirty="0">
                  <a:latin typeface="Times New Roman" panose="02020603050405020304" pitchFamily="18" charset="0"/>
                  <a:cs typeface="Times New Roman" panose="02020603050405020304" pitchFamily="18" charset="0"/>
                </a:rPr>
                <a:t>z</a:t>
              </a:r>
              <a:r>
                <a:rPr lang="en-US" altLang="zh-CN" sz="850" baseline="-25000" dirty="0">
                  <a:latin typeface="Times New Roman" panose="02020603050405020304" pitchFamily="18" charset="0"/>
                  <a:cs typeface="Times New Roman" panose="02020603050405020304" pitchFamily="18" charset="0"/>
                </a:rPr>
                <a:t>6</a:t>
              </a:r>
              <a:endParaRPr lang="en-US" sz="850" b="0" u="none" strike="noStrike" dirty="0">
                <a:effectLst/>
                <a:uFillTx/>
                <a:latin typeface="Times New Roman" panose="02020603050405020304" pitchFamily="18" charset="0"/>
                <a:cs typeface="Times New Roman" panose="02020603050405020304" pitchFamily="18" charset="0"/>
              </a:endParaRPr>
            </a:p>
          </p:txBody>
        </p:sp>
        <p:sp>
          <p:nvSpPr>
            <p:cNvPr id="498" name="final_softmax"/>
            <p:cNvSpPr/>
            <p:nvPr/>
          </p:nvSpPr>
          <p:spPr>
            <a:xfrm>
              <a:off x="1718640" y="4429440"/>
              <a:ext cx="946800" cy="333360"/>
            </a:xfrm>
            <a:prstGeom prst="roundRect">
              <a:avLst>
                <a:gd name="adj" fmla="val 15000"/>
              </a:avLst>
            </a:prstGeom>
            <a:solidFill>
              <a:srgbClr val="F2F5F7"/>
            </a:solidFill>
            <a:ln w="7620">
              <a:solidFill>
                <a:srgbClr val="94A3AD"/>
              </a:solidFill>
            </a:ln>
          </p:spPr>
          <p:style>
            <a:lnRef idx="2">
              <a:schemeClr val="accent1">
                <a:shade val="15000"/>
              </a:schemeClr>
            </a:lnRef>
            <a:fillRef idx="1">
              <a:schemeClr val="accent1"/>
            </a:fillRef>
            <a:effectRef idx="0">
              <a:schemeClr val="accent1"/>
            </a:effectRef>
            <a:fontRef idx="minor"/>
          </p:style>
          <p:txBody>
            <a:bodyPr lIns="100080" tIns="50040" rIns="100080" bIns="50040" anchor="ctr">
              <a:noAutofit/>
            </a:bodyPr>
            <a:lstStyle/>
            <a:p>
              <a:endParaRPr lang="en-US" sz="2000" b="0" u="none" strike="noStrike">
                <a:effectLst/>
                <a:uFillTx/>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499" name="final_probability"/>
                <p:cNvSpPr/>
                <p:nvPr/>
              </p:nvSpPr>
              <p:spPr>
                <a:xfrm>
                  <a:off x="1684800" y="4486320"/>
                  <a:ext cx="982800" cy="219600"/>
                </a:xfrm>
                <a:prstGeom prst="rect">
                  <a:avLst/>
                </a:prstGeom>
                <a:noFill/>
                <a:ln w="0">
                  <a:noFill/>
                </a:ln>
              </p:spPr>
              <p:style>
                <a:lnRef idx="0">
                  <a:scrgbClr r="0" g="0" b="0"/>
                </a:lnRef>
                <a:fillRef idx="0">
                  <a:scrgbClr r="0" g="0" b="0"/>
                </a:fillRef>
                <a:effectRef idx="0">
                  <a:scrgbClr r="0" g="0" b="0"/>
                </a:effectRef>
                <a:fontRef idx="minor"/>
              </p:style>
              <p:txBody>
                <a:bodyPr wrap="none" lIns="0" rIns="0" tIns="0" bIns="0" anchor="ctr">
                  <a:noAutofit/>
                </a:bodyPr>
                <a:lstStyle/>
                <a:p>
                  <a:pPr algn="ctr">
                    <a:defRPr sz="972"/>
                  </a:pPr>
                  <a14:m>
                    <m:oMath xmlns:m="http://schemas.openxmlformats.org/officeDocument/2006/math">
                      <m:sSub>
                        <m:e>
                          <m:r>
                            <a:rPr lang="en-US" sz="972">
                              <a:latin typeface="Latin Modern Math"/>
                            </a:rPr>
                            <m:t>p</m:t>
                          </m:r>
                        </m:e>
                        <m:sub>
                          <m:r>
                            <a:rPr lang="en-US" sz="972">
                              <a:latin typeface="Latin Modern Math"/>
                            </a:rPr>
                            <m:t>6</m:t>
                          </m:r>
                        </m:sub>
                      </m:sSub>
                      <m:r>
                        <m:rPr>
                          <m:sty m:val="p"/>
                        </m:rPr>
                        <a:rPr lang="en-US" sz="972">
                          <a:latin typeface="Latin Modern Math"/>
                        </a:rPr>
                        <m:t>=</m:t>
                      </m:r>
                      <m:r>
                        <m:rPr>
                          <m:sty m:val="p"/>
                        </m:rPr>
                        <a:rPr lang="en-US" sz="972">
                          <a:latin typeface="Latin Modern Math"/>
                        </a:rPr>
                        <m:t>s</m:t>
                      </m:r>
                      <m:r>
                        <m:rPr>
                          <m:sty m:val="p"/>
                        </m:rPr>
                        <a:rPr lang="en-US" sz="972">
                          <a:latin typeface="Latin Modern Math"/>
                        </a:rPr>
                        <m:t>o</m:t>
                      </m:r>
                      <m:r>
                        <m:rPr>
                          <m:sty m:val="p"/>
                        </m:rPr>
                        <a:rPr lang="en-US" sz="972">
                          <a:latin typeface="Latin Modern Math"/>
                        </a:rPr>
                        <m:t>f</m:t>
                      </m:r>
                      <m:r>
                        <m:rPr>
                          <m:sty m:val="p"/>
                        </m:rPr>
                        <a:rPr lang="en-US" sz="972">
                          <a:latin typeface="Latin Modern Math"/>
                        </a:rPr>
                        <m:t>t</m:t>
                      </m:r>
                      <m:r>
                        <m:rPr>
                          <m:sty m:val="p"/>
                        </m:rPr>
                        <a:rPr lang="en-US" sz="972">
                          <a:latin typeface="Latin Modern Math"/>
                        </a:rPr>
                        <m:t>m</m:t>
                      </m:r>
                      <m:r>
                        <m:rPr>
                          <m:sty m:val="p"/>
                        </m:rPr>
                        <a:rPr lang="en-US" sz="972">
                          <a:latin typeface="Latin Modern Math"/>
                        </a:rPr>
                        <m:t>a</m:t>
                      </m:r>
                      <m:r>
                        <m:rPr>
                          <m:sty m:val="p"/>
                        </m:rPr>
                        <a:rPr lang="en-US" sz="972">
                          <a:latin typeface="Latin Modern Math"/>
                        </a:rPr>
                        <m:t>x</m:t>
                      </m:r>
                      <m:d>
                        <m:dPr>
                          <m:begChr m:val="("/>
                          <m:endChr m:val=")"/>
                          <m:sepChr m:val=""/>
                          <m:grow/>
                        </m:dPr>
                        <m:e>
                          <m:sSub>
                            <m:e>
                              <m:r>
                                <a:rPr lang="en-US" sz="972">
                                  <a:latin typeface="Latin Modern Math"/>
                                </a:rPr>
                                <m:t>z</m:t>
                              </m:r>
                            </m:e>
                            <m:sub>
                              <m:r>
                                <a:rPr lang="en-US" sz="972">
                                  <a:latin typeface="Latin Modern Math"/>
                                </a:rPr>
                                <m:t>6</m:t>
                              </m:r>
                            </m:sub>
                          </m:sSub>
                        </m:e>
                      </m:d>
                    </m:oMath>
                  </a14:m>
                  <a:endParaRPr sz="972"/>
                </a:p>
              </p:txBody>
            </p:sp>
          </mc:Choice>
          <mc:Fallback xmlns="">
            <p:pic>
              <p:nvPicPr>
                <p:cNvPr id="499" name="Equation 499 line 1" descr="p_6=\mathrm{softmax}(z_6)"/>
                <p:cNvPicPr/>
                <p:nvPr/>
              </p:nvPicPr>
              <p:blipFill>
                <a:blip r:embed="rIdFormula499_0"/>
                <a:stretch>
                  <a:fillRect/>
                </a:stretch>
              </p:blipFill>
              <p:spPr>
                <a:xfrm>
                  <a:off x="1772127" y="4534398"/>
                  <a:ext cx="808147" cy="123444"/>
                </a:xfrm>
                <a:prstGeom prst="rect">
                  <a:avLst/>
                </a:prstGeom>
              </p:spPr>
            </p:pic>
          </mc:Fallback>
        </mc:AlternateContent>
        <p:sp>
          <p:nvSpPr>
            <p:cNvPr id="500" name="peak"/>
            <p:cNvSpPr/>
            <p:nvPr/>
          </p:nvSpPr>
          <p:spPr>
            <a:xfrm>
              <a:off x="3195360" y="4393440"/>
              <a:ext cx="1485360" cy="396720"/>
            </a:xfrm>
            <a:prstGeom prst="roundRect">
              <a:avLst>
                <a:gd name="adj" fmla="val 15000"/>
              </a:avLst>
            </a:prstGeom>
            <a:solidFill>
              <a:srgbClr val="C4E2F2"/>
            </a:solidFill>
            <a:ln w="7620">
              <a:solidFill>
                <a:srgbClr val="508FB0"/>
              </a:solidFill>
            </a:ln>
          </p:spPr>
          <p:style>
            <a:lnRef idx="2">
              <a:schemeClr val="accent1">
                <a:shade val="15000"/>
              </a:schemeClr>
            </a:lnRef>
            <a:fillRef idx="1">
              <a:schemeClr val="accent1"/>
            </a:fillRef>
            <a:effectRef idx="0">
              <a:schemeClr val="accent1"/>
            </a:effectRef>
            <a:fontRef idx="minor"/>
          </p:style>
          <p:txBody>
            <a:bodyPr lIns="100080" tIns="50040" rIns="100080" bIns="50040" anchor="ctr">
              <a:noAutofit/>
            </a:bodyPr>
            <a:lstStyle/>
            <a:p>
              <a:endParaRPr lang="en-US" sz="2000" b="0" u="none" strike="noStrike">
                <a:effectLst/>
                <a:uFillTx/>
                <a:latin typeface="Times New Roman" panose="02020603050405020304" pitchFamily="18" charset="0"/>
                <a:cs typeface="Times New Roman" panose="02020603050405020304" pitchFamily="18" charset="0"/>
              </a:endParaRPr>
            </a:p>
          </p:txBody>
        </p:sp>
        <p:sp>
          <p:nvSpPr>
            <p:cNvPr id="501" name="peak_title"/>
            <p:cNvSpPr/>
            <p:nvPr/>
          </p:nvSpPr>
          <p:spPr>
            <a:xfrm>
              <a:off x="3124800" y="4428720"/>
              <a:ext cx="1594800" cy="1404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r>
                <a:rPr lang="en-US" sz="900" b="1" u="none" strike="noStrike">
                  <a:effectLst/>
                  <a:uFillTx/>
                  <a:latin typeface="Times New Roman" panose="02020603050405020304" pitchFamily="18" charset="0"/>
                  <a:cs typeface="Times New Roman" panose="02020603050405020304" pitchFamily="18" charset="0"/>
                </a:rPr>
                <a:t>Peakiness penalty</a:t>
              </a:r>
              <a:endParaRPr lang="en-US" sz="900" b="0" u="none" strike="noStrike">
                <a:effectLst/>
                <a:uFillTx/>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502" name="peak_formula"/>
                <p:cNvSpPr/>
                <p:nvPr/>
              </p:nvSpPr>
              <p:spPr>
                <a:xfrm>
                  <a:off x="3227832" y="4585716"/>
                  <a:ext cx="1399032" cy="182880"/>
                </a:xfrm>
                <a:prstGeom prst="rect">
                  <a:avLst/>
                </a:prstGeom>
                <a:noFill/>
                <a:ln w="0">
                  <a:noFill/>
                </a:ln>
              </p:spPr>
              <p:style>
                <a:lnRef idx="0">
                  <a:scrgbClr r="0" g="0" b="0"/>
                </a:lnRef>
                <a:fillRef idx="0">
                  <a:scrgbClr r="0" g="0" b="0"/>
                </a:fillRef>
                <a:effectRef idx="0">
                  <a:scrgbClr r="0" g="0" b="0"/>
                </a:effectRef>
                <a:fontRef idx="minor"/>
              </p:style>
              <p:txBody>
                <a:bodyPr wrap="none" lIns="0" rIns="0" tIns="0" bIns="0" anchor="ctr">
                  <a:noAutofit/>
                </a:bodyPr>
                <a:lstStyle/>
                <a:p>
                  <a:pPr algn="ctr">
                    <a:defRPr sz="864"/>
                  </a:pPr>
                  <a14:m>
                    <m:oMath xmlns:m="http://schemas.openxmlformats.org/officeDocument/2006/math">
                      <m:r>
                        <a:rPr lang="en-US" sz="864">
                          <a:latin typeface="Latin Modern Math"/>
                        </a:rPr>
                        <m:t>1</m:t>
                      </m:r>
                      <m:r>
                        <m:rPr>
                          <m:sty m:val="p"/>
                        </m:rPr>
                        <a:rPr lang="en-US" sz="864">
                          <a:latin typeface="Latin Modern Math"/>
                        </a:rPr>
                        <m:t>−</m:t>
                      </m:r>
                      <m:nary>
                        <m:naryPr>
                          <m:chr m:val="∑"/>
                          <m:limLoc m:val="undOvr"/>
                          <m:subHide m:val="off"/>
                          <m:supHide m:val="on"/>
                        </m:naryPr>
                        <m:sub>
                          <m:r>
                            <a:rPr lang="en-US" sz="864">
                              <a:latin typeface="Latin Modern Math"/>
                            </a:rPr>
                            <m:t>n</m:t>
                          </m:r>
                        </m:sub>
                        <m:sup>
                          <m:r>
                            <a:rPr lang="en-US" sz="864">
                              <a:latin typeface="Latin Modern Math"/>
                            </a:rPr>
                            <m:t>​</m:t>
                          </m:r>
                        </m:sup>
                        <m:e>
                          <m:sSubSup>
                            <m:e>
                              <m:r>
                                <a:rPr lang="en-US" sz="864">
                                  <a:latin typeface="Latin Modern Math"/>
                                </a:rPr>
                                <m:t>p</m:t>
                              </m:r>
                            </m:e>
                            <m:sub>
                              <m:r>
                                <a:rPr lang="en-US" sz="864">
                                  <a:latin typeface="Latin Modern Math"/>
                                </a:rPr>
                                <m:t>6</m:t>
                              </m:r>
                              <m:r>
                                <m:rPr>
                                  <m:sty m:val="p"/>
                                </m:rPr>
                                <a:rPr lang="en-US" sz="864">
                                  <a:latin typeface="Latin Modern Math"/>
                                </a:rPr>
                                <m:t>,</m:t>
                              </m:r>
                              <m:r>
                                <a:rPr lang="en-US" sz="864">
                                  <a:latin typeface="Latin Modern Math"/>
                                </a:rPr>
                                <m:t>n</m:t>
                              </m:r>
                            </m:sub>
                            <m:sup>
                              <m:r>
                                <a:rPr lang="en-US" sz="864">
                                  <a:latin typeface="Latin Modern Math"/>
                                </a:rPr>
                                <m:t>2</m:t>
                              </m:r>
                            </m:sup>
                          </m:sSubSup>
                        </m:e>
                      </m:nary>
                    </m:oMath>
                  </a14:m>
                  <a:endParaRPr sz="864"/>
                </a:p>
              </p:txBody>
            </p:sp>
          </mc:Choice>
          <mc:Fallback xmlns="">
            <p:pic>
              <p:nvPicPr>
                <p:cNvPr id="502" name="Equation 502 line 1" descr="1-\sum_n p_{6,n}^{2}"/>
                <p:cNvPicPr/>
                <p:nvPr/>
              </p:nvPicPr>
              <p:blipFill>
                <a:blip r:embed="rIdFormula502_0"/>
                <a:stretch>
                  <a:fillRect/>
                </a:stretch>
              </p:blipFill>
              <p:spPr>
                <a:xfrm>
                  <a:off x="3714476" y="4585716"/>
                  <a:ext cx="425745" cy="182880"/>
                </a:xfrm>
                <a:prstGeom prst="rect">
                  <a:avLst/>
                </a:prstGeom>
              </p:spPr>
            </p:pic>
          </mc:Fallback>
        </mc:AlternateContent>
        <p:sp>
          <p:nvSpPr>
            <p:cNvPr id="503" name="peak_out"/>
            <p:cNvSpPr/>
            <p:nvPr/>
          </p:nvSpPr>
          <p:spPr>
            <a:xfrm>
              <a:off x="5349960" y="4393440"/>
              <a:ext cx="1388520" cy="394920"/>
            </a:xfrm>
            <a:prstGeom prst="roundRect">
              <a:avLst>
                <a:gd name="adj" fmla="val 15000"/>
              </a:avLst>
            </a:prstGeom>
            <a:solidFill>
              <a:srgbClr val="C4E2F2"/>
            </a:solidFill>
            <a:ln w="7620">
              <a:solidFill>
                <a:srgbClr val="508FB0"/>
              </a:solidFill>
            </a:ln>
          </p:spPr>
          <p:style>
            <a:lnRef idx="2">
              <a:schemeClr val="accent1">
                <a:shade val="15000"/>
              </a:schemeClr>
            </a:lnRef>
            <a:fillRef idx="1">
              <a:schemeClr val="accent1"/>
            </a:fillRef>
            <a:effectRef idx="0">
              <a:schemeClr val="accent1"/>
            </a:effectRef>
            <a:fontRef idx="minor"/>
          </p:style>
          <p:txBody>
            <a:bodyPr lIns="100080" tIns="50040" rIns="100080" bIns="50040" anchor="ctr">
              <a:noAutofit/>
            </a:bodyPr>
            <a:lstStyle/>
            <a:p>
              <a:endParaRPr lang="en-US" sz="2000" b="0" u="none" strike="noStrike">
                <a:effectLst/>
                <a:uFillTx/>
                <a:latin typeface="Times New Roman" panose="02020603050405020304" pitchFamily="18" charset="0"/>
                <a:cs typeface="Times New Roman" panose="02020603050405020304" pitchFamily="18" charset="0"/>
              </a:endParaRPr>
            </a:p>
          </p:txBody>
        </p:sp>
        <p:sp>
          <p:nvSpPr>
            <p:cNvPr id="504" name="peak_out_label"/>
            <p:cNvSpPr/>
            <p:nvPr/>
          </p:nvSpPr>
          <p:spPr>
            <a:xfrm>
              <a:off x="5364000" y="4428720"/>
              <a:ext cx="1328400" cy="1404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r>
                <a:rPr lang="en-US" sz="900" b="1" u="none" strike="noStrike">
                  <a:effectLst/>
                  <a:uFillTx/>
                  <a:latin typeface="Times New Roman" panose="02020603050405020304" pitchFamily="18" charset="0"/>
                  <a:cs typeface="Times New Roman" panose="02020603050405020304" pitchFamily="18" charset="0"/>
                </a:rPr>
                <a:t>Weighted edge sum / N</a:t>
              </a:r>
              <a:endParaRPr lang="en-US" sz="900" b="0" u="none" strike="noStrike">
                <a:effectLst/>
                <a:uFillTx/>
                <a:latin typeface="Times New Roman" panose="02020603050405020304" pitchFamily="18" charset="0"/>
                <a:cs typeface="Times New Roman" panose="02020603050405020304" pitchFamily="18" charset="0"/>
              </a:endParaRPr>
            </a:p>
          </p:txBody>
        </p:sp>
        <p:sp>
          <p:nvSpPr>
            <p:cNvPr id="505" name="peak_out_loss"/>
            <p:cNvSpPr/>
            <p:nvPr/>
          </p:nvSpPr>
          <p:spPr>
            <a:xfrm>
              <a:off x="5364000" y="4605120"/>
              <a:ext cx="1328400" cy="1548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r>
                <a:rPr lang="en-US" sz="900" b="0" i="1" u="none" strike="noStrike" dirty="0">
                  <a:effectLst/>
                  <a:uFillTx/>
                  <a:latin typeface="Times New Roman" panose="02020603050405020304" pitchFamily="18" charset="0"/>
                  <a:cs typeface="Times New Roman" panose="02020603050405020304" pitchFamily="18" charset="0"/>
                </a:rPr>
                <a:t>0.05 </a:t>
              </a:r>
              <a:r>
                <a:rPr lang="en-US" sz="900" b="0" i="1" u="none" strike="noStrike" dirty="0" err="1">
                  <a:effectLst/>
                  <a:uFillTx/>
                  <a:latin typeface="Times New Roman" panose="02020603050405020304" pitchFamily="18" charset="0"/>
                  <a:cs typeface="Times New Roman" panose="02020603050405020304" pitchFamily="18" charset="0"/>
                </a:rPr>
                <a:t>L</a:t>
              </a:r>
              <a:r>
                <a:rPr lang="en-US" sz="850" b="0" i="1" u="none" strike="noStrike" baseline="-25000" dirty="0" err="1">
                  <a:effectLst/>
                  <a:uFillTx/>
                  <a:latin typeface="Times New Roman" panose="02020603050405020304" pitchFamily="18" charset="0"/>
                  <a:cs typeface="Times New Roman" panose="02020603050405020304" pitchFamily="18" charset="0"/>
                </a:rPr>
                <a:t>peak</a:t>
              </a:r>
              <a:endParaRPr lang="en-US" sz="850" b="0" i="1" u="none" strike="noStrike" dirty="0">
                <a:effectLst/>
                <a:uFillTx/>
                <a:latin typeface="Times New Roman" panose="02020603050405020304" pitchFamily="18" charset="0"/>
                <a:cs typeface="Times New Roman" panose="02020603050405020304" pitchFamily="18" charset="0"/>
              </a:endParaRPr>
            </a:p>
          </p:txBody>
        </p:sp>
        <p:sp>
          <p:nvSpPr>
            <p:cNvPr id="506" name="peak_weight_label"/>
            <p:cNvSpPr/>
            <p:nvPr/>
          </p:nvSpPr>
          <p:spPr>
            <a:xfrm>
              <a:off x="5724000" y="4093408"/>
              <a:ext cx="608400" cy="1404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r>
                <a:rPr lang="en-US" sz="900" b="0" u="none" strike="noStrike" dirty="0" err="1">
                  <a:effectLst/>
                  <a:uFillTx/>
                  <a:latin typeface="Times New Roman" panose="02020603050405020304" pitchFamily="18" charset="0"/>
                  <a:cs typeface="Times New Roman" panose="02020603050405020304" pitchFamily="18" charset="0"/>
                </a:rPr>
                <a:t>a</a:t>
              </a:r>
              <a:r>
                <a:rPr lang="en-US" sz="850" b="0" i="1" u="none" strike="noStrike" baseline="-25000" dirty="0" err="1">
                  <a:effectLst/>
                  <a:uFillTx/>
                  <a:latin typeface="Times New Roman" panose="02020603050405020304" pitchFamily="18" charset="0"/>
                  <a:cs typeface="Times New Roman" panose="02020603050405020304" pitchFamily="18" charset="0"/>
                </a:rPr>
                <a:t>q</a:t>
              </a:r>
              <a:endParaRPr lang="en-US" sz="850" b="0" u="none" strike="noStrike" dirty="0">
                <a:effectLst/>
                <a:uFillTx/>
                <a:latin typeface="Times New Roman" panose="02020603050405020304" pitchFamily="18" charset="0"/>
                <a:cs typeface="Times New Roman" panose="02020603050405020304" pitchFamily="18" charset="0"/>
              </a:endParaRPr>
            </a:p>
          </p:txBody>
        </p:sp>
        <p:sp>
          <p:nvSpPr>
            <p:cNvPr id="507" name="ordinary_probability"/>
            <p:cNvSpPr/>
            <p:nvPr/>
          </p:nvSpPr>
          <p:spPr>
            <a:xfrm>
              <a:off x="1674000" y="2703600"/>
              <a:ext cx="1004400" cy="13824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r>
                <a:rPr lang="en-US" sz="900" b="0" i="1" u="none" strike="noStrike" dirty="0">
                  <a:effectLst/>
                  <a:uFillTx/>
                  <a:latin typeface="Times New Roman" panose="02020603050405020304" pitchFamily="18" charset="0"/>
                  <a:cs typeface="Times New Roman" panose="02020603050405020304" pitchFamily="18" charset="0"/>
                </a:rPr>
                <a:t>p</a:t>
              </a:r>
              <a:r>
                <a:rPr lang="en-US" sz="850" b="0" i="1" u="none" strike="noStrike" baseline="-25000" dirty="0">
                  <a:effectLst/>
                  <a:uFillTx/>
                  <a:latin typeface="Times New Roman" panose="02020603050405020304" pitchFamily="18" charset="0"/>
                  <a:cs typeface="Times New Roman" panose="02020603050405020304" pitchFamily="18" charset="0"/>
                </a:rPr>
                <a:t>i</a:t>
              </a:r>
              <a:r>
                <a:rPr lang="en-US" sz="900" b="0" i="1" u="none" strike="noStrike" dirty="0">
                  <a:effectLst/>
                  <a:uFillTx/>
                  <a:latin typeface="Times New Roman" panose="02020603050405020304" pitchFamily="18" charset="0"/>
                  <a:cs typeface="Times New Roman" panose="02020603050405020304" pitchFamily="18" charset="0"/>
                </a:rPr>
                <a:t> </a:t>
              </a:r>
              <a:r>
                <a:rPr lang="en-US" sz="900" b="0" u="none" strike="noStrike" dirty="0">
                  <a:effectLst/>
                  <a:uFillTx/>
                  <a:latin typeface="Times New Roman" panose="02020603050405020304" pitchFamily="18" charset="0"/>
                  <a:cs typeface="Times New Roman" panose="02020603050405020304" pitchFamily="18" charset="0"/>
                </a:rPr>
                <a:t>= </a:t>
              </a:r>
              <a:r>
                <a:rPr lang="en-US" sz="900" b="0" u="none" strike="noStrike" dirty="0" err="1">
                  <a:effectLst/>
                  <a:uFillTx/>
                  <a:latin typeface="Times New Roman" panose="02020603050405020304" pitchFamily="18" charset="0"/>
                  <a:cs typeface="Times New Roman" panose="02020603050405020304" pitchFamily="18" charset="0"/>
                </a:rPr>
                <a:t>softmax</a:t>
              </a:r>
              <a:r>
                <a:rPr lang="en-US" sz="900" b="0" u="none" strike="noStrike" dirty="0">
                  <a:effectLst/>
                  <a:uFillTx/>
                  <a:latin typeface="Times New Roman" panose="02020603050405020304" pitchFamily="18" charset="0"/>
                  <a:cs typeface="Times New Roman" panose="02020603050405020304" pitchFamily="18" charset="0"/>
                </a:rPr>
                <a:t>(z</a:t>
              </a:r>
              <a:r>
                <a:rPr lang="en-US" sz="850" b="0" i="1" u="none" strike="noStrike" baseline="-25000" dirty="0">
                  <a:effectLst/>
                  <a:uFillTx/>
                  <a:latin typeface="Times New Roman" panose="02020603050405020304" pitchFamily="18" charset="0"/>
                  <a:cs typeface="Times New Roman" panose="02020603050405020304" pitchFamily="18" charset="0"/>
                </a:rPr>
                <a:t>i</a:t>
              </a:r>
              <a:r>
                <a:rPr lang="en-US" sz="900" b="0" u="none" strike="noStrike" dirty="0">
                  <a:effectLst/>
                  <a:uFillTx/>
                  <a:latin typeface="Times New Roman" panose="02020603050405020304" pitchFamily="18" charset="0"/>
                  <a:cs typeface="Times New Roman" panose="02020603050405020304" pitchFamily="18" charset="0"/>
                </a:rPr>
                <a:t>)</a:t>
              </a:r>
            </a:p>
          </p:txBody>
        </p:sp>
        <p:cxnSp>
          <p:nvCxnSpPr>
            <p:cNvPr id="508" name="gt_weight__0"/>
            <p:cNvCxnSpPr>
              <a:cxnSpLocks/>
            </p:cNvCxnSpPr>
            <p:nvPr/>
          </p:nvCxnSpPr>
          <p:spPr>
            <a:xfrm>
              <a:off x="1423080" y="1748880"/>
              <a:ext cx="426960" cy="0"/>
            </a:xfrm>
            <a:prstGeom prst="straightConnector1">
              <a:avLst/>
            </a:prstGeom>
            <a:ln w="7200">
              <a:solidFill>
                <a:srgbClr val="508FB0"/>
              </a:solidFill>
              <a:round/>
              <a:tailEnd type="triangle" w="sm" len="sm"/>
            </a:ln>
          </p:spPr>
        </p:cxnSp>
        <p:cxnSp>
          <p:nvCxnSpPr>
            <p:cNvPr id="509" name="shallow_to_softmax__0"/>
            <p:cNvCxnSpPr>
              <a:cxnSpLocks/>
            </p:cNvCxnSpPr>
            <p:nvPr/>
          </p:nvCxnSpPr>
          <p:spPr>
            <a:xfrm>
              <a:off x="1454760" y="2657880"/>
              <a:ext cx="163080" cy="0"/>
            </a:xfrm>
            <a:prstGeom prst="straightConnector1">
              <a:avLst/>
            </a:prstGeom>
            <a:ln w="12700">
              <a:solidFill>
                <a:srgbClr val="508FB0"/>
              </a:solidFill>
              <a:round/>
              <a:tailEnd type="triangle" w="sm" len="sm"/>
            </a:ln>
          </p:spPr>
        </p:cxnSp>
        <p:cxnSp>
          <p:nvCxnSpPr>
            <p:cNvPr id="510" name="deep_to_softmax__0"/>
            <p:cNvCxnSpPr>
              <a:cxnSpLocks/>
            </p:cNvCxnSpPr>
            <p:nvPr/>
          </p:nvCxnSpPr>
          <p:spPr>
            <a:xfrm>
              <a:off x="1391400" y="3557880"/>
              <a:ext cx="226440" cy="0"/>
            </a:xfrm>
            <a:prstGeom prst="straightConnector1">
              <a:avLst/>
            </a:prstGeom>
            <a:ln w="12700">
              <a:solidFill>
                <a:srgbClr val="508FB0"/>
              </a:solidFill>
              <a:round/>
              <a:tailEnd type="triangle" w="sm" len="sm"/>
            </a:ln>
          </p:spPr>
        </p:cxnSp>
        <p:cxnSp>
          <p:nvCxnSpPr>
            <p:cNvPr id="511" name="pair_kl__0"/>
            <p:cNvCxnSpPr>
              <a:cxnSpLocks/>
            </p:cNvCxnSpPr>
            <p:nvPr/>
          </p:nvCxnSpPr>
          <p:spPr>
            <a:xfrm>
              <a:off x="2766240" y="2657880"/>
              <a:ext cx="429120" cy="0"/>
            </a:xfrm>
            <a:prstGeom prst="straightConnector1">
              <a:avLst/>
            </a:prstGeom>
            <a:ln w="12700">
              <a:solidFill>
                <a:srgbClr val="508FB0"/>
              </a:solidFill>
              <a:round/>
              <a:tailEnd type="triangle" w="sm" len="sm"/>
            </a:ln>
          </p:spPr>
        </p:cxnSp>
        <p:cxnSp>
          <p:nvCxnSpPr>
            <p:cNvPr id="512" name="pair_hellinger__0"/>
            <p:cNvCxnSpPr>
              <a:cxnSpLocks/>
            </p:cNvCxnSpPr>
            <p:nvPr/>
          </p:nvCxnSpPr>
          <p:spPr>
            <a:xfrm>
              <a:off x="2766060" y="3557880"/>
              <a:ext cx="288036" cy="0"/>
            </a:xfrm>
            <a:prstGeom prst="straightConnector1">
              <a:avLst/>
            </a:prstGeom>
            <a:ln w="12700">
              <a:solidFill>
                <a:srgbClr val="508FB0"/>
              </a:solidFill>
              <a:round/>
              <a:tailEnd type="triangle" w="sm" len="sm"/>
            </a:ln>
          </p:spPr>
        </p:cxnSp>
        <p:cxnSp>
          <p:nvCxnSpPr>
            <p:cNvPr id="513" name="kl_out_weight_flow__0"/>
            <p:cNvCxnSpPr>
              <a:cxnSpLocks/>
            </p:cNvCxnSpPr>
            <p:nvPr/>
          </p:nvCxnSpPr>
          <p:spPr>
            <a:xfrm>
              <a:off x="6028200" y="2313720"/>
              <a:ext cx="2160" cy="132120"/>
            </a:xfrm>
            <a:prstGeom prst="straightConnector1">
              <a:avLst/>
            </a:prstGeom>
            <a:ln w="7200">
              <a:solidFill>
                <a:srgbClr val="508FB0"/>
              </a:solidFill>
              <a:round/>
              <a:tailEnd type="triangle" w="sm" len="sm"/>
            </a:ln>
          </p:spPr>
        </p:cxnSp>
        <p:cxnSp>
          <p:nvCxnSpPr>
            <p:cNvPr id="514" name="hellinger_out_weight_flow__0"/>
            <p:cNvCxnSpPr>
              <a:cxnSpLocks/>
            </p:cNvCxnSpPr>
            <p:nvPr/>
          </p:nvCxnSpPr>
          <p:spPr>
            <a:xfrm>
              <a:off x="6030360" y="3157150"/>
              <a:ext cx="0" cy="188690"/>
            </a:xfrm>
            <a:prstGeom prst="straightConnector1">
              <a:avLst/>
            </a:prstGeom>
            <a:ln w="7200">
              <a:solidFill>
                <a:srgbClr val="508FB0"/>
              </a:solidFill>
              <a:round/>
              <a:tailEnd type="triangle" w="sm" len="sm"/>
            </a:ln>
          </p:spPr>
        </p:cxnSp>
        <p:cxnSp>
          <p:nvCxnSpPr>
            <p:cNvPr id="515" name="kl_reduction__0"/>
            <p:cNvCxnSpPr>
              <a:cxnSpLocks/>
            </p:cNvCxnSpPr>
            <p:nvPr/>
          </p:nvCxnSpPr>
          <p:spPr>
            <a:xfrm>
              <a:off x="4680720" y="2657880"/>
              <a:ext cx="731520" cy="0"/>
            </a:xfrm>
            <a:prstGeom prst="straightConnector1">
              <a:avLst/>
            </a:prstGeom>
            <a:ln w="7200">
              <a:solidFill>
                <a:srgbClr val="508FB0"/>
              </a:solidFill>
              <a:round/>
              <a:tailEnd type="triangle" w="sm" len="sm"/>
            </a:ln>
          </p:spPr>
        </p:cxnSp>
        <p:cxnSp>
          <p:nvCxnSpPr>
            <p:cNvPr id="516" name="hellinger_reduction__0"/>
            <p:cNvCxnSpPr>
              <a:cxnSpLocks/>
            </p:cNvCxnSpPr>
            <p:nvPr/>
          </p:nvCxnSpPr>
          <p:spPr>
            <a:xfrm>
              <a:off x="4818888" y="3557880"/>
              <a:ext cx="593446" cy="0"/>
            </a:xfrm>
            <a:prstGeom prst="straightConnector1">
              <a:avLst/>
            </a:prstGeom>
            <a:ln w="7200">
              <a:solidFill>
                <a:srgbClr val="508FB0"/>
              </a:solidFill>
              <a:round/>
              <a:tailEnd type="triangle" w="sm" len="sm"/>
            </a:ln>
          </p:spPr>
        </p:cxnSp>
        <p:cxnSp>
          <p:nvCxnSpPr>
            <p:cNvPr id="517" name="peak_weight_flow__0"/>
            <p:cNvCxnSpPr>
              <a:cxnSpLocks/>
            </p:cNvCxnSpPr>
            <p:nvPr/>
          </p:nvCxnSpPr>
          <p:spPr>
            <a:xfrm>
              <a:off x="6030360" y="4233808"/>
              <a:ext cx="0" cy="159632"/>
            </a:xfrm>
            <a:prstGeom prst="straightConnector1">
              <a:avLst/>
            </a:prstGeom>
            <a:ln w="7200">
              <a:solidFill>
                <a:srgbClr val="508FB0"/>
              </a:solidFill>
              <a:round/>
              <a:tailEnd type="triangle" w="sm" len="sm"/>
            </a:ln>
          </p:spPr>
        </p:cxnSp>
        <p:cxnSp>
          <p:nvCxnSpPr>
            <p:cNvPr id="518" name="final_softmax_flow__0"/>
            <p:cNvCxnSpPr>
              <a:cxnSpLocks/>
            </p:cNvCxnSpPr>
            <p:nvPr/>
          </p:nvCxnSpPr>
          <p:spPr>
            <a:xfrm>
              <a:off x="1445400" y="4601880"/>
              <a:ext cx="273240" cy="0"/>
            </a:xfrm>
            <a:prstGeom prst="straightConnector1">
              <a:avLst/>
            </a:prstGeom>
            <a:ln w="7200">
              <a:solidFill>
                <a:srgbClr val="508FB0"/>
              </a:solidFill>
              <a:round/>
              <a:tailEnd type="triangle" w="sm" len="sm"/>
            </a:ln>
          </p:spPr>
        </p:cxnSp>
        <p:cxnSp>
          <p:nvCxnSpPr>
            <p:cNvPr id="519" name="final_peak_flow__0"/>
            <p:cNvCxnSpPr>
              <a:cxnSpLocks/>
            </p:cNvCxnSpPr>
            <p:nvPr/>
          </p:nvCxnSpPr>
          <p:spPr>
            <a:xfrm>
              <a:off x="2665440" y="4601880"/>
              <a:ext cx="529920" cy="0"/>
            </a:xfrm>
            <a:prstGeom prst="straightConnector1">
              <a:avLst/>
            </a:prstGeom>
            <a:ln w="7200">
              <a:solidFill>
                <a:srgbClr val="508FB0"/>
              </a:solidFill>
              <a:round/>
              <a:tailEnd type="triangle" w="sm" len="sm"/>
            </a:ln>
          </p:spPr>
        </p:cxnSp>
        <p:cxnSp>
          <p:nvCxnSpPr>
            <p:cNvPr id="520" name="peak_output__0"/>
            <p:cNvCxnSpPr>
              <a:cxnSpLocks/>
            </p:cNvCxnSpPr>
            <p:nvPr/>
          </p:nvCxnSpPr>
          <p:spPr>
            <a:xfrm>
              <a:off x="4680720" y="4601880"/>
              <a:ext cx="669240" cy="0"/>
            </a:xfrm>
            <a:prstGeom prst="straightConnector1">
              <a:avLst/>
            </a:prstGeom>
            <a:ln w="7200">
              <a:solidFill>
                <a:srgbClr val="508FB0"/>
              </a:solidFill>
              <a:round/>
              <a:tailEnd type="triangle" w="sm" len="sm"/>
            </a:ln>
          </p:spPr>
        </p:cxnSp>
        <p:cxnSp>
          <p:nvCxnSpPr>
            <p:cNvPr id="5" name="gt_weight__0">
              <a:extLst>
                <a:ext uri="{FF2B5EF4-FFF2-40B4-BE49-F238E27FC236}">
                  <a16:creationId xmlns:a16="http://schemas.microsoft.com/office/drawing/2014/main" id="{703B8924-B40A-EF45-59D8-EE7D0FE1D361}"/>
                </a:ext>
              </a:extLst>
            </p:cNvPr>
            <p:cNvCxnSpPr>
              <a:cxnSpLocks/>
            </p:cNvCxnSpPr>
            <p:nvPr/>
          </p:nvCxnSpPr>
          <p:spPr>
            <a:xfrm>
              <a:off x="1423080" y="1752214"/>
              <a:ext cx="426960" cy="0"/>
            </a:xfrm>
            <a:prstGeom prst="straightConnector1">
              <a:avLst/>
            </a:prstGeom>
            <a:ln w="7200">
              <a:solidFill>
                <a:srgbClr val="508FB0"/>
              </a:solidFill>
              <a:round/>
              <a:tailEnd type="triangle" w="sm" len="sm"/>
            </a:ln>
          </p:spPr>
        </p:cxnSp>
        <p:cxnSp>
          <p:nvCxnSpPr>
            <p:cNvPr id="6" name="kl_reduction__0">
              <a:extLst>
                <a:ext uri="{FF2B5EF4-FFF2-40B4-BE49-F238E27FC236}">
                  <a16:creationId xmlns:a16="http://schemas.microsoft.com/office/drawing/2014/main" id="{5F7D0961-1355-C104-7052-6242CF82072D}"/>
                </a:ext>
              </a:extLst>
            </p:cNvPr>
            <p:cNvCxnSpPr>
              <a:cxnSpLocks/>
            </p:cNvCxnSpPr>
            <p:nvPr/>
          </p:nvCxnSpPr>
          <p:spPr>
            <a:xfrm>
              <a:off x="4680720" y="2661214"/>
              <a:ext cx="731520" cy="0"/>
            </a:xfrm>
            <a:prstGeom prst="straightConnector1">
              <a:avLst/>
            </a:prstGeom>
            <a:ln w="7200">
              <a:solidFill>
                <a:srgbClr val="508FB0"/>
              </a:solidFill>
              <a:round/>
              <a:tailEnd type="triangle" w="sm" len="sm"/>
            </a:ln>
          </p:spPr>
        </p:cxnSp>
        <p:cxnSp>
          <p:nvCxnSpPr>
            <p:cNvPr id="7" name="hellinger_reduction__0">
              <a:extLst>
                <a:ext uri="{FF2B5EF4-FFF2-40B4-BE49-F238E27FC236}">
                  <a16:creationId xmlns:a16="http://schemas.microsoft.com/office/drawing/2014/main" id="{FCA0F32C-1FB3-3EB6-03AF-929DB538CDE8}"/>
                </a:ext>
              </a:extLst>
            </p:cNvPr>
            <p:cNvCxnSpPr>
              <a:cxnSpLocks/>
            </p:cNvCxnSpPr>
            <p:nvPr/>
          </p:nvCxnSpPr>
          <p:spPr>
            <a:xfrm>
              <a:off x="4818888" y="3561214"/>
              <a:ext cx="593446" cy="0"/>
            </a:xfrm>
            <a:prstGeom prst="straightConnector1">
              <a:avLst/>
            </a:prstGeom>
            <a:ln w="7200">
              <a:solidFill>
                <a:srgbClr val="508FB0"/>
              </a:solidFill>
              <a:round/>
              <a:tailEnd type="triangle" w="sm" len="sm"/>
            </a:ln>
          </p:spPr>
        </p:cxnSp>
        <p:cxnSp>
          <p:nvCxnSpPr>
            <p:cNvPr id="8" name="kl_out_weight_flow__0">
              <a:extLst>
                <a:ext uri="{FF2B5EF4-FFF2-40B4-BE49-F238E27FC236}">
                  <a16:creationId xmlns:a16="http://schemas.microsoft.com/office/drawing/2014/main" id="{F1B1B2B3-1F09-C34E-FB57-B4061E0A0F67}"/>
                </a:ext>
              </a:extLst>
            </p:cNvPr>
            <p:cNvCxnSpPr>
              <a:cxnSpLocks/>
            </p:cNvCxnSpPr>
            <p:nvPr/>
          </p:nvCxnSpPr>
          <p:spPr>
            <a:xfrm>
              <a:off x="6028200" y="2319107"/>
              <a:ext cx="2160" cy="132120"/>
            </a:xfrm>
            <a:prstGeom prst="straightConnector1">
              <a:avLst/>
            </a:prstGeom>
            <a:ln w="12700">
              <a:solidFill>
                <a:srgbClr val="508FB0"/>
              </a:solidFill>
              <a:round/>
              <a:tailEnd type="triangle" w="sm" len="sm"/>
            </a:ln>
          </p:spPr>
        </p:cxnSp>
        <p:cxnSp>
          <p:nvCxnSpPr>
            <p:cNvPr id="9" name="hellinger_out_weight_flow__0">
              <a:extLst>
                <a:ext uri="{FF2B5EF4-FFF2-40B4-BE49-F238E27FC236}">
                  <a16:creationId xmlns:a16="http://schemas.microsoft.com/office/drawing/2014/main" id="{BAF7A78D-871E-BC15-D3BE-2CA768C18873}"/>
                </a:ext>
              </a:extLst>
            </p:cNvPr>
            <p:cNvCxnSpPr>
              <a:cxnSpLocks/>
            </p:cNvCxnSpPr>
            <p:nvPr/>
          </p:nvCxnSpPr>
          <p:spPr>
            <a:xfrm>
              <a:off x="6030360" y="3162537"/>
              <a:ext cx="0" cy="188690"/>
            </a:xfrm>
            <a:prstGeom prst="straightConnector1">
              <a:avLst/>
            </a:prstGeom>
            <a:ln w="12700">
              <a:solidFill>
                <a:srgbClr val="508FB0"/>
              </a:solidFill>
              <a:round/>
              <a:tailEnd type="triangle" w="sm" len="sm"/>
            </a:ln>
          </p:spPr>
        </p:cxnSp>
        <p:cxnSp>
          <p:nvCxnSpPr>
            <p:cNvPr id="10" name="peak_weight_flow__0">
              <a:extLst>
                <a:ext uri="{FF2B5EF4-FFF2-40B4-BE49-F238E27FC236}">
                  <a16:creationId xmlns:a16="http://schemas.microsoft.com/office/drawing/2014/main" id="{C71FDDE7-D1D8-77FD-D760-F850E4E1F46D}"/>
                </a:ext>
              </a:extLst>
            </p:cNvPr>
            <p:cNvCxnSpPr>
              <a:cxnSpLocks/>
            </p:cNvCxnSpPr>
            <p:nvPr/>
          </p:nvCxnSpPr>
          <p:spPr>
            <a:xfrm>
              <a:off x="6030360" y="4239195"/>
              <a:ext cx="0" cy="159632"/>
            </a:xfrm>
            <a:prstGeom prst="straightConnector1">
              <a:avLst/>
            </a:prstGeom>
            <a:ln w="12700">
              <a:solidFill>
                <a:srgbClr val="508FB0"/>
              </a:solidFill>
              <a:round/>
              <a:tailEnd type="triangle" w="sm" len="sm"/>
            </a:ln>
          </p:spPr>
        </p:cxnSp>
        <p:cxnSp>
          <p:nvCxnSpPr>
            <p:cNvPr id="11" name="final_softmax_flow__0">
              <a:extLst>
                <a:ext uri="{FF2B5EF4-FFF2-40B4-BE49-F238E27FC236}">
                  <a16:creationId xmlns:a16="http://schemas.microsoft.com/office/drawing/2014/main" id="{58E4BAE5-17D0-8EF7-8411-48582416403F}"/>
                </a:ext>
              </a:extLst>
            </p:cNvPr>
            <p:cNvCxnSpPr>
              <a:cxnSpLocks/>
            </p:cNvCxnSpPr>
            <p:nvPr/>
          </p:nvCxnSpPr>
          <p:spPr>
            <a:xfrm>
              <a:off x="1445400" y="4607267"/>
              <a:ext cx="273240" cy="0"/>
            </a:xfrm>
            <a:prstGeom prst="straightConnector1">
              <a:avLst/>
            </a:prstGeom>
            <a:ln w="12700">
              <a:solidFill>
                <a:srgbClr val="508FB0"/>
              </a:solidFill>
              <a:round/>
              <a:tailEnd type="triangle" w="sm" len="sm"/>
            </a:ln>
          </p:spPr>
        </p:cxnSp>
        <p:cxnSp>
          <p:nvCxnSpPr>
            <p:cNvPr id="12" name="final_peak_flow__0">
              <a:extLst>
                <a:ext uri="{FF2B5EF4-FFF2-40B4-BE49-F238E27FC236}">
                  <a16:creationId xmlns:a16="http://schemas.microsoft.com/office/drawing/2014/main" id="{86E413BF-175F-9E1C-F40F-C1CCB96A9C32}"/>
                </a:ext>
              </a:extLst>
            </p:cNvPr>
            <p:cNvCxnSpPr>
              <a:cxnSpLocks/>
            </p:cNvCxnSpPr>
            <p:nvPr/>
          </p:nvCxnSpPr>
          <p:spPr>
            <a:xfrm>
              <a:off x="2665440" y="4607267"/>
              <a:ext cx="529920" cy="0"/>
            </a:xfrm>
            <a:prstGeom prst="straightConnector1">
              <a:avLst/>
            </a:prstGeom>
            <a:ln w="12700">
              <a:solidFill>
                <a:srgbClr val="508FB0"/>
              </a:solidFill>
              <a:round/>
              <a:tailEnd type="triangle" w="sm" len="sm"/>
            </a:ln>
          </p:spPr>
        </p:cxnSp>
        <p:cxnSp>
          <p:nvCxnSpPr>
            <p:cNvPr id="13" name="peak_output__0">
              <a:extLst>
                <a:ext uri="{FF2B5EF4-FFF2-40B4-BE49-F238E27FC236}">
                  <a16:creationId xmlns:a16="http://schemas.microsoft.com/office/drawing/2014/main" id="{B900745C-45B0-7574-2A82-5D861070F86A}"/>
                </a:ext>
              </a:extLst>
            </p:cNvPr>
            <p:cNvCxnSpPr>
              <a:cxnSpLocks/>
            </p:cNvCxnSpPr>
            <p:nvPr/>
          </p:nvCxnSpPr>
          <p:spPr>
            <a:xfrm>
              <a:off x="4680720" y="4607267"/>
              <a:ext cx="669240" cy="0"/>
            </a:xfrm>
            <a:prstGeom prst="straightConnector1">
              <a:avLst/>
            </a:prstGeom>
            <a:ln w="9525">
              <a:solidFill>
                <a:srgbClr val="508FB0"/>
              </a:solidFill>
              <a:round/>
              <a:tailEnd type="triangle" w="sm" len="sm"/>
            </a:ln>
          </p:spPr>
        </p:cxnSp>
        <p:cxnSp>
          <p:nvCxnSpPr>
            <p:cNvPr id="14" name="gt_weight__0">
              <a:extLst>
                <a:ext uri="{FF2B5EF4-FFF2-40B4-BE49-F238E27FC236}">
                  <a16:creationId xmlns:a16="http://schemas.microsoft.com/office/drawing/2014/main" id="{018DF5CE-F787-F419-F0A7-57018730AF11}"/>
                </a:ext>
              </a:extLst>
            </p:cNvPr>
            <p:cNvCxnSpPr>
              <a:cxnSpLocks/>
            </p:cNvCxnSpPr>
            <p:nvPr/>
          </p:nvCxnSpPr>
          <p:spPr>
            <a:xfrm>
              <a:off x="1423080" y="1757601"/>
              <a:ext cx="426960" cy="0"/>
            </a:xfrm>
            <a:prstGeom prst="straightConnector1">
              <a:avLst/>
            </a:prstGeom>
            <a:ln w="12700">
              <a:solidFill>
                <a:srgbClr val="508FB0"/>
              </a:solidFill>
              <a:round/>
              <a:tailEnd type="triangle" w="sm" len="sm"/>
            </a:ln>
          </p:spPr>
        </p:cxnSp>
        <p:cxnSp>
          <p:nvCxnSpPr>
            <p:cNvPr id="15" name="kl_reduction__0">
              <a:extLst>
                <a:ext uri="{FF2B5EF4-FFF2-40B4-BE49-F238E27FC236}">
                  <a16:creationId xmlns:a16="http://schemas.microsoft.com/office/drawing/2014/main" id="{0A477B42-3BCA-24CB-73CA-D1D12580BC88}"/>
                </a:ext>
              </a:extLst>
            </p:cNvPr>
            <p:cNvCxnSpPr>
              <a:cxnSpLocks/>
            </p:cNvCxnSpPr>
            <p:nvPr/>
          </p:nvCxnSpPr>
          <p:spPr>
            <a:xfrm>
              <a:off x="4680720" y="2666601"/>
              <a:ext cx="731520" cy="0"/>
            </a:xfrm>
            <a:prstGeom prst="straightConnector1">
              <a:avLst/>
            </a:prstGeom>
            <a:ln w="9525">
              <a:solidFill>
                <a:srgbClr val="508FB0"/>
              </a:solidFill>
              <a:round/>
              <a:tailEnd type="triangle" w="sm" len="sm"/>
            </a:ln>
          </p:spPr>
        </p:cxnSp>
        <p:cxnSp>
          <p:nvCxnSpPr>
            <p:cNvPr id="16" name="hellinger_reduction__0">
              <a:extLst>
                <a:ext uri="{FF2B5EF4-FFF2-40B4-BE49-F238E27FC236}">
                  <a16:creationId xmlns:a16="http://schemas.microsoft.com/office/drawing/2014/main" id="{A2896D1E-5FD6-AE63-D05C-5E5A9081FD32}"/>
                </a:ext>
              </a:extLst>
            </p:cNvPr>
            <p:cNvCxnSpPr>
              <a:cxnSpLocks/>
            </p:cNvCxnSpPr>
            <p:nvPr/>
          </p:nvCxnSpPr>
          <p:spPr>
            <a:xfrm>
              <a:off x="4818888" y="3566601"/>
              <a:ext cx="593446" cy="0"/>
            </a:xfrm>
            <a:prstGeom prst="straightConnector1">
              <a:avLst/>
            </a:prstGeom>
            <a:ln w="9525">
              <a:solidFill>
                <a:srgbClr val="508FB0"/>
              </a:solidFill>
              <a:round/>
              <a:tailEnd type="triangle" w="sm" len="sm"/>
            </a:ln>
          </p:spPr>
        </p:cxn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组合 7">
            <a:extLst>
              <a:ext uri="{FF2B5EF4-FFF2-40B4-BE49-F238E27FC236}">
                <a16:creationId xmlns:a16="http://schemas.microsoft.com/office/drawing/2014/main" id="{B0969004-6345-A3E7-2A51-8657CFD231E1}"/>
              </a:ext>
            </a:extLst>
          </p:cNvPr>
          <p:cNvGrpSpPr/>
          <p:nvPr/>
        </p:nvGrpSpPr>
        <p:grpSpPr>
          <a:xfrm>
            <a:off x="486000" y="1445146"/>
            <a:ext cx="6563880" cy="2226061"/>
            <a:chOff x="486000" y="1445146"/>
            <a:chExt cx="6563880" cy="2226061"/>
          </a:xfrm>
        </p:grpSpPr>
        <p:sp>
          <p:nvSpPr>
            <p:cNvPr id="576" name="title"/>
            <p:cNvSpPr/>
            <p:nvPr/>
          </p:nvSpPr>
          <p:spPr>
            <a:xfrm>
              <a:off x="525600" y="1445146"/>
              <a:ext cx="4928400" cy="2304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defTabSz="1018080">
                <a:lnSpc>
                  <a:spcPct val="100000"/>
                </a:lnSpc>
              </a:pPr>
              <a:r>
                <a:rPr lang="en-US" sz="900" b="1" u="none" strike="noStrike" dirty="0">
                  <a:effectLst/>
                  <a:uFillTx/>
                  <a:latin typeface="Times New Roman" panose="02020603050405020304" pitchFamily="18" charset="0"/>
                  <a:cs typeface="Times New Roman" panose="02020603050405020304" pitchFamily="18" charset="0"/>
                </a:rPr>
                <a:t>Localization Quality Estimator (LQE)</a:t>
              </a:r>
              <a:endParaRPr lang="en-US" sz="900" b="0" u="none" strike="noStrike" dirty="0">
                <a:effectLst/>
                <a:uFillTx/>
                <a:latin typeface="Times New Roman" panose="02020603050405020304" pitchFamily="18" charset="0"/>
                <a:cs typeface="Times New Roman" panose="02020603050405020304" pitchFamily="18" charset="0"/>
              </a:endParaRPr>
            </a:p>
          </p:txBody>
        </p:sp>
        <p:sp>
          <p:nvSpPr>
            <p:cNvPr id="577" name="lqe_panel"/>
            <p:cNvSpPr/>
            <p:nvPr/>
          </p:nvSpPr>
          <p:spPr>
            <a:xfrm>
              <a:off x="486000" y="1728106"/>
              <a:ext cx="6563880" cy="1943101"/>
            </a:xfrm>
            <a:prstGeom prst="roundRect">
              <a:avLst>
                <a:gd name="adj" fmla="val 4500"/>
              </a:avLst>
            </a:prstGeom>
            <a:solidFill>
              <a:srgbClr val="F6FBF8"/>
            </a:solidFill>
            <a:ln w="6350">
              <a:prstDash val="dash"/>
              <a:solidFill>
                <a:srgbClr val="AAB4BD"/>
              </a:solidFill>
            </a:ln>
          </p:spPr>
          <p:style>
            <a:lnRef idx="2">
              <a:schemeClr val="accent1">
                <a:shade val="15000"/>
              </a:schemeClr>
            </a:lnRef>
            <a:fillRef idx="1">
              <a:schemeClr val="accent1"/>
            </a:fillRef>
            <a:effectRef idx="0">
              <a:schemeClr val="accent1"/>
            </a:effectRef>
            <a:fontRef idx="minor"/>
          </p:style>
          <p:txBody>
            <a:bodyPr lIns="100080" tIns="50040" rIns="100080" bIns="50040" anchor="ctr">
              <a:noAutofit/>
            </a:bodyPr>
            <a:lstStyle/>
            <a:p>
              <a:endParaRPr lang="en-US" sz="2000" b="0" u="none" strike="noStrike">
                <a:effectLst/>
                <a:uFillTx/>
                <a:latin typeface="Times New Roman" panose="02020603050405020304" pitchFamily="18" charset="0"/>
                <a:cs typeface="Times New Roman" panose="02020603050405020304" pitchFamily="18" charset="0"/>
              </a:endParaRPr>
            </a:p>
          </p:txBody>
        </p:sp>
        <p:sp>
          <p:nvSpPr>
            <p:cNvPr id="578" name="lqe_panel_title"/>
            <p:cNvSpPr/>
            <p:nvPr/>
          </p:nvSpPr>
          <p:spPr>
            <a:xfrm>
              <a:off x="577406" y="1756440"/>
              <a:ext cx="2171193" cy="1548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defTabSz="1018080">
                <a:lnSpc>
                  <a:spcPct val="100000"/>
                </a:lnSpc>
              </a:pPr>
              <a:r>
                <a:rPr lang="en-US" sz="900" b="1" u="none" strike="noStrike" dirty="0">
                  <a:effectLst/>
                  <a:uFillTx/>
                  <a:latin typeface="Times New Roman" panose="02020603050405020304" pitchFamily="18" charset="0"/>
                  <a:cs typeface="Times New Roman" panose="02020603050405020304" pitchFamily="18" charset="0"/>
                </a:rPr>
                <a:t>Distribution-based quality correction</a:t>
              </a:r>
              <a:endParaRPr lang="en-US" sz="900" b="0" u="none" strike="noStrike" dirty="0">
                <a:effectLst/>
                <a:uFillTx/>
                <a:latin typeface="Times New Roman" panose="02020603050405020304" pitchFamily="18" charset="0"/>
                <a:cs typeface="Times New Roman" panose="02020603050405020304" pitchFamily="18" charset="0"/>
              </a:endParaRPr>
            </a:p>
          </p:txBody>
        </p:sp>
        <p:sp>
          <p:nvSpPr>
            <p:cNvPr id="579" name="lqe_logits"/>
            <p:cNvSpPr/>
            <p:nvPr/>
          </p:nvSpPr>
          <p:spPr>
            <a:xfrm>
              <a:off x="655920" y="2491920"/>
              <a:ext cx="696240" cy="363960"/>
            </a:xfrm>
            <a:prstGeom prst="roundRect">
              <a:avLst>
                <a:gd name="adj" fmla="val 15000"/>
              </a:avLst>
            </a:prstGeom>
            <a:solidFill>
              <a:srgbClr val="F2F5F7"/>
            </a:solidFill>
            <a:ln w="7620">
              <a:solidFill>
                <a:srgbClr val="94A3AD"/>
              </a:solidFill>
            </a:ln>
          </p:spPr>
          <p:style>
            <a:lnRef idx="2">
              <a:schemeClr val="accent1">
                <a:shade val="15000"/>
              </a:schemeClr>
            </a:lnRef>
            <a:fillRef idx="1">
              <a:schemeClr val="accent1"/>
            </a:fillRef>
            <a:effectRef idx="0">
              <a:schemeClr val="accent1"/>
            </a:effectRef>
            <a:fontRef idx="minor"/>
          </p:style>
          <p:txBody>
            <a:bodyPr lIns="100080" tIns="50040" rIns="100080" bIns="50040" anchor="ctr">
              <a:noAutofit/>
            </a:bodyPr>
            <a:lstStyle/>
            <a:p>
              <a:endParaRPr lang="en-US" sz="2000" b="0" u="none" strike="noStrike" dirty="0">
                <a:effectLst/>
                <a:uFillTx/>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580" name="lqe_logits_text"/>
                <p:cNvSpPr/>
                <p:nvPr/>
              </p:nvSpPr>
              <p:spPr>
                <a:xfrm>
                  <a:off x="673200" y="2491920"/>
                  <a:ext cx="630000" cy="363600"/>
                </a:xfrm>
                <a:prstGeom prst="rect">
                  <a:avLst/>
                </a:prstGeom>
                <a:noFill/>
                <a:ln w="0">
                  <a:noFill/>
                </a:ln>
              </p:spPr>
              <p:style>
                <a:lnRef idx="0">
                  <a:scrgbClr r="0" g="0" b="0"/>
                </a:lnRef>
                <a:fillRef idx="0">
                  <a:scrgbClr r="0" g="0" b="0"/>
                </a:fillRef>
                <a:effectRef idx="0">
                  <a:scrgbClr r="0" g="0" b="0"/>
                </a:effectRef>
                <a:fontRef idx="minor"/>
              </p:style>
              <p:txBody>
                <a:bodyPr wrap="none" lIns="0" rIns="0" tIns="0" bIns="0" anchor="ctr">
                  <a:noAutofit/>
                </a:bodyPr>
                <a:lstStyle/>
                <a:p>
                  <a:pPr algn="ctr">
                    <a:defRPr sz="972"/>
                  </a:pPr>
                  <a14:m>
                    <m:oMath xmlns:m="http://schemas.openxmlformats.org/officeDocument/2006/math">
                      <m:r>
                        <m:rPr>
                          <m:sty m:val="p"/>
                        </m:rPr>
                        <a:rPr lang="en-US" sz="972">
                          <a:latin typeface="Latin Modern Math"/>
                        </a:rPr>
                        <m:t>E</m:t>
                      </m:r>
                      <m:r>
                        <m:rPr>
                          <m:sty m:val="p"/>
                        </m:rPr>
                        <a:rPr lang="en-US" sz="972">
                          <a:latin typeface="Latin Modern Math"/>
                        </a:rPr>
                        <m:t>d</m:t>
                      </m:r>
                      <m:r>
                        <m:rPr>
                          <m:sty m:val="p"/>
                        </m:rPr>
                        <a:rPr lang="en-US" sz="972">
                          <a:latin typeface="Latin Modern Math"/>
                        </a:rPr>
                        <m:t>g</m:t>
                      </m:r>
                      <m:r>
                        <m:rPr>
                          <m:sty m:val="p"/>
                        </m:rPr>
                        <a:rPr lang="en-US" sz="972">
                          <a:latin typeface="Latin Modern Math"/>
                        </a:rPr>
                        <m:t>e</m:t>
                      </m:r>
                      <m:r>
                        <m:rPr>
                          <m:sty m:val="p"/>
                        </m:rPr>
                        <a:rPr lang="en-US" sz="972">
                          <a:latin typeface="Latin Modern Math"/>
                        </a:rPr>
                        <m:t> </m:t>
                      </m:r>
                      <m:r>
                        <m:rPr>
                          <m:sty m:val="p"/>
                        </m:rPr>
                        <a:rPr lang="en-US" sz="972">
                          <a:latin typeface="Latin Modern Math"/>
                        </a:rPr>
                        <m:t>l</m:t>
                      </m:r>
                      <m:r>
                        <m:rPr>
                          <m:sty m:val="p"/>
                        </m:rPr>
                        <a:rPr lang="en-US" sz="972">
                          <a:latin typeface="Latin Modern Math"/>
                        </a:rPr>
                        <m:t>o</m:t>
                      </m:r>
                      <m:r>
                        <m:rPr>
                          <m:sty m:val="p"/>
                        </m:rPr>
                        <a:rPr lang="en-US" sz="972">
                          <a:latin typeface="Latin Modern Math"/>
                        </a:rPr>
                        <m:t>g</m:t>
                      </m:r>
                      <m:r>
                        <m:rPr>
                          <m:sty m:val="p"/>
                        </m:rPr>
                        <a:rPr lang="en-US" sz="972">
                          <a:latin typeface="Latin Modern Math"/>
                        </a:rPr>
                        <m:t>i</m:t>
                      </m:r>
                      <m:r>
                        <m:rPr>
                          <m:sty m:val="p"/>
                        </m:rPr>
                        <a:rPr lang="en-US" sz="972">
                          <a:latin typeface="Latin Modern Math"/>
                        </a:rPr>
                        <m:t>t</m:t>
                      </m:r>
                      <m:r>
                        <m:rPr>
                          <m:sty m:val="p"/>
                        </m:rPr>
                        <a:rPr lang="en-US" sz="972">
                          <a:latin typeface="Latin Modern Math"/>
                        </a:rPr>
                        <m:t>s</m:t>
                      </m:r>
                    </m:oMath>
                  </a14:m>
                  <a:endParaRPr sz="972"/>
                </a:p>
                <a:p>
                  <a:pPr algn="ctr">
                    <a:defRPr sz="972"/>
                  </a:pPr>
                  <a14:m>
                    <m:oMath xmlns:m="http://schemas.openxmlformats.org/officeDocument/2006/math">
                      <m:sSub>
                        <m:e>
                          <m:r>
                            <a:rPr lang="en-US" sz="972">
                              <a:latin typeface="Latin Modern Math"/>
                            </a:rPr>
                            <m:t>z</m:t>
                          </m:r>
                        </m:e>
                        <m:sub>
                          <m:r>
                            <a:rPr lang="en-US" sz="972">
                              <a:latin typeface="Latin Modern Math"/>
                            </a:rPr>
                            <m:t>i</m:t>
                          </m:r>
                        </m:sub>
                      </m:sSub>
                    </m:oMath>
                  </a14:m>
                  <a:endParaRPr sz="972"/>
                </a:p>
              </p:txBody>
            </p:sp>
          </mc:Choice>
          <mc:Fallback xmlns="">
            <p:pic>
              <p:nvPicPr>
                <p:cNvPr id="580" name="Equation 580 line 1" descr="\mathrm{Edge\ logits}"/>
                <p:cNvPicPr/>
                <p:nvPr/>
              </p:nvPicPr>
              <p:blipFill>
                <a:blip r:embed="rIdFormula580_0"/>
                <a:stretch>
                  <a:fillRect/>
                </a:stretch>
              </p:blipFill>
              <p:spPr>
                <a:xfrm>
                  <a:off x="707571" y="2553568"/>
                  <a:ext cx="561259" cy="123444"/>
                </a:xfrm>
                <a:prstGeom prst="rect">
                  <a:avLst/>
                </a:prstGeom>
              </p:spPr>
            </p:pic>
            <p:pic>
              <p:nvPicPr>
                <p:cNvPr id="10580" name="Equation 580 line 2" descr="z_i"/>
                <p:cNvPicPr/>
                <p:nvPr/>
              </p:nvPicPr>
              <p:blipFill>
                <a:blip r:embed="rIdFormula580_1"/>
                <a:stretch>
                  <a:fillRect/>
                </a:stretch>
              </p:blipFill>
              <p:spPr>
                <a:xfrm>
                  <a:off x="947052" y="2711576"/>
                  <a:ext cx="82296" cy="82296"/>
                </a:xfrm>
                <a:prstGeom prst="rect">
                  <a:avLst/>
                </a:prstGeom>
              </p:spPr>
            </p:pic>
          </mc:Fallback>
        </mc:AlternateContent>
        <p:sp>
          <p:nvSpPr>
            <p:cNvPr id="581" name="lqe_softmax"/>
            <p:cNvSpPr/>
            <p:nvPr/>
          </p:nvSpPr>
          <p:spPr>
            <a:xfrm>
              <a:off x="1557360" y="2491920"/>
              <a:ext cx="874080" cy="363960"/>
            </a:xfrm>
            <a:prstGeom prst="roundRect">
              <a:avLst>
                <a:gd name="adj" fmla="val 15000"/>
              </a:avLst>
            </a:prstGeom>
            <a:solidFill>
              <a:srgbClr val="F2F5F7"/>
            </a:solidFill>
            <a:ln w="7620">
              <a:solidFill>
                <a:srgbClr val="94A3AD"/>
              </a:solidFill>
            </a:ln>
          </p:spPr>
          <p:style>
            <a:lnRef idx="2">
              <a:schemeClr val="accent1">
                <a:shade val="15000"/>
              </a:schemeClr>
            </a:lnRef>
            <a:fillRef idx="1">
              <a:schemeClr val="accent1"/>
            </a:fillRef>
            <a:effectRef idx="0">
              <a:schemeClr val="accent1"/>
            </a:effectRef>
            <a:fontRef idx="minor"/>
          </p:style>
          <p:txBody>
            <a:bodyPr lIns="100080" tIns="50040" rIns="100080" bIns="50040" anchor="ctr">
              <a:noAutofit/>
            </a:bodyPr>
            <a:lstStyle/>
            <a:p>
              <a:endParaRPr lang="en-US" sz="2000" b="0" u="none" strike="noStrike">
                <a:effectLst/>
                <a:uFillTx/>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582" name="lqe_softmax_formula"/>
                <p:cNvSpPr/>
                <p:nvPr/>
              </p:nvSpPr>
              <p:spPr>
                <a:xfrm>
                  <a:off x="1591056" y="2546604"/>
                  <a:ext cx="804672" cy="256032"/>
                </a:xfrm>
                <a:prstGeom prst="rect">
                  <a:avLst/>
                </a:prstGeom>
                <a:noFill/>
                <a:ln w="0">
                  <a:noFill/>
                </a:ln>
              </p:spPr>
              <p:style>
                <a:lnRef idx="0">
                  <a:scrgbClr r="0" g="0" b="0"/>
                </a:lnRef>
                <a:fillRef idx="0">
                  <a:scrgbClr r="0" g="0" b="0"/>
                </a:fillRef>
                <a:effectRef idx="0">
                  <a:scrgbClr r="0" g="0" b="0"/>
                </a:effectRef>
                <a:fontRef idx="minor"/>
              </p:style>
              <p:txBody>
                <a:bodyPr wrap="none" lIns="0" rIns="0" tIns="0" bIns="0" anchor="ctr">
                  <a:noAutofit/>
                </a:bodyPr>
                <a:lstStyle/>
                <a:p>
                  <a:pPr algn="ctr">
                    <a:defRPr sz="972"/>
                  </a:pPr>
                  <a14:m>
                    <m:oMath xmlns:m="http://schemas.openxmlformats.org/officeDocument/2006/math">
                      <m:sSub>
                        <m:e>
                          <m:r>
                            <a:rPr lang="en-US" sz="972">
                              <a:latin typeface="Latin Modern Math"/>
                            </a:rPr>
                            <m:t>p</m:t>
                          </m:r>
                        </m:e>
                        <m:sub>
                          <m:r>
                            <a:rPr lang="en-US" sz="972">
                              <a:latin typeface="Latin Modern Math"/>
                            </a:rPr>
                            <m:t>i</m:t>
                          </m:r>
                        </m:sub>
                      </m:sSub>
                      <m:r>
                        <m:rPr>
                          <m:sty m:val="p"/>
                        </m:rPr>
                        <a:rPr lang="en-US" sz="972">
                          <a:latin typeface="Latin Modern Math"/>
                        </a:rPr>
                        <m:t>=</m:t>
                      </m:r>
                      <m:r>
                        <m:rPr>
                          <m:sty m:val="p"/>
                        </m:rPr>
                        <a:rPr lang="en-US" sz="972">
                          <a:latin typeface="Latin Modern Math"/>
                        </a:rPr>
                        <m:t>s</m:t>
                      </m:r>
                      <m:r>
                        <m:rPr>
                          <m:sty m:val="p"/>
                        </m:rPr>
                        <a:rPr lang="en-US" sz="972">
                          <a:latin typeface="Latin Modern Math"/>
                        </a:rPr>
                        <m:t>o</m:t>
                      </m:r>
                      <m:r>
                        <m:rPr>
                          <m:sty m:val="p"/>
                        </m:rPr>
                        <a:rPr lang="en-US" sz="972">
                          <a:latin typeface="Latin Modern Math"/>
                        </a:rPr>
                        <m:t>f</m:t>
                      </m:r>
                      <m:r>
                        <m:rPr>
                          <m:sty m:val="p"/>
                        </m:rPr>
                        <a:rPr lang="en-US" sz="972">
                          <a:latin typeface="Latin Modern Math"/>
                        </a:rPr>
                        <m:t>t</m:t>
                      </m:r>
                      <m:r>
                        <m:rPr>
                          <m:sty m:val="p"/>
                        </m:rPr>
                        <a:rPr lang="en-US" sz="972">
                          <a:latin typeface="Latin Modern Math"/>
                        </a:rPr>
                        <m:t>m</m:t>
                      </m:r>
                      <m:r>
                        <m:rPr>
                          <m:sty m:val="p"/>
                        </m:rPr>
                        <a:rPr lang="en-US" sz="972">
                          <a:latin typeface="Latin Modern Math"/>
                        </a:rPr>
                        <m:t>a</m:t>
                      </m:r>
                      <m:r>
                        <m:rPr>
                          <m:sty m:val="p"/>
                        </m:rPr>
                        <a:rPr lang="en-US" sz="972">
                          <a:latin typeface="Latin Modern Math"/>
                        </a:rPr>
                        <m:t>x</m:t>
                      </m:r>
                      <m:d>
                        <m:dPr>
                          <m:begChr m:val="("/>
                          <m:endChr m:val=")"/>
                          <m:sepChr m:val=""/>
                          <m:grow/>
                        </m:dPr>
                        <m:e>
                          <m:sSub>
                            <m:e>
                              <m:r>
                                <a:rPr lang="en-US" sz="972">
                                  <a:latin typeface="Latin Modern Math"/>
                                </a:rPr>
                                <m:t>z</m:t>
                              </m:r>
                            </m:e>
                            <m:sub>
                              <m:r>
                                <a:rPr lang="en-US" sz="972">
                                  <a:latin typeface="Latin Modern Math"/>
                                </a:rPr>
                                <m:t>i</m:t>
                              </m:r>
                            </m:sub>
                          </m:sSub>
                        </m:e>
                      </m:d>
                    </m:oMath>
                  </a14:m>
                  <a:endParaRPr sz="972"/>
                </a:p>
              </p:txBody>
            </p:sp>
          </mc:Choice>
          <mc:Fallback xmlns="">
            <p:pic>
              <p:nvPicPr>
                <p:cNvPr id="582" name="Equation 582 line 1" descr="p_i=\mathrm{softmax}(z_i)"/>
                <p:cNvPicPr/>
                <p:nvPr/>
              </p:nvPicPr>
              <p:blipFill>
                <a:blip r:embed="rIdFormula582_0"/>
                <a:stretch>
                  <a:fillRect/>
                </a:stretch>
              </p:blipFill>
              <p:spPr>
                <a:xfrm>
                  <a:off x="1602486" y="2612898"/>
                  <a:ext cx="781812" cy="123444"/>
                </a:xfrm>
                <a:prstGeom prst="rect">
                  <a:avLst/>
                </a:prstGeom>
              </p:spPr>
            </p:pic>
          </mc:Fallback>
        </mc:AlternateContent>
        <p:sp>
          <p:nvSpPr>
            <p:cNvPr id="583" name="topk"/>
            <p:cNvSpPr/>
            <p:nvPr/>
          </p:nvSpPr>
          <p:spPr>
            <a:xfrm>
              <a:off x="2748600" y="1800000"/>
              <a:ext cx="1407240" cy="593280"/>
            </a:xfrm>
            <a:prstGeom prst="roundRect">
              <a:avLst>
                <a:gd name="adj" fmla="val 15000"/>
              </a:avLst>
            </a:prstGeom>
            <a:solidFill>
              <a:srgbClr val="C5E7DA"/>
            </a:solidFill>
            <a:ln w="7620">
              <a:solidFill>
                <a:srgbClr val="4F9A83"/>
              </a:solidFill>
            </a:ln>
          </p:spPr>
          <p:style>
            <a:lnRef idx="2">
              <a:schemeClr val="accent1">
                <a:shade val="15000"/>
              </a:schemeClr>
            </a:lnRef>
            <a:fillRef idx="1">
              <a:schemeClr val="accent1"/>
            </a:fillRef>
            <a:effectRef idx="0">
              <a:schemeClr val="accent1"/>
            </a:effectRef>
            <a:fontRef idx="minor"/>
          </p:style>
          <p:txBody>
            <a:bodyPr lIns="100080" tIns="50040" rIns="100080" bIns="50040" anchor="ctr">
              <a:noAutofit/>
            </a:bodyPr>
            <a:lstStyle/>
            <a:p>
              <a:endParaRPr lang="en-US" sz="2000" b="0" u="none" strike="noStrike">
                <a:effectLst/>
                <a:uFillTx/>
                <a:latin typeface="Times New Roman" panose="02020603050405020304" pitchFamily="18" charset="0"/>
                <a:cs typeface="Times New Roman" panose="02020603050405020304" pitchFamily="18" charset="0"/>
              </a:endParaRPr>
            </a:p>
          </p:txBody>
        </p:sp>
        <p:sp>
          <p:nvSpPr>
            <p:cNvPr id="584" name="topk_title"/>
            <p:cNvSpPr/>
            <p:nvPr/>
          </p:nvSpPr>
          <p:spPr>
            <a:xfrm>
              <a:off x="2772000" y="1833120"/>
              <a:ext cx="1328400" cy="14508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r>
                <a:rPr lang="en-US" sz="900" b="1" u="none" strike="noStrike" dirty="0">
                  <a:effectLst/>
                  <a:uFillTx/>
                  <a:latin typeface="Times New Roman" panose="02020603050405020304" pitchFamily="18" charset="0"/>
                  <a:cs typeface="Times New Roman" panose="02020603050405020304" pitchFamily="18" charset="0"/>
                </a:rPr>
                <a:t>Top-k statistics</a:t>
              </a:r>
              <a:endParaRPr lang="en-US" sz="900" b="0" u="none" strike="noStrike" dirty="0">
                <a:effectLst/>
                <a:uFillTx/>
                <a:latin typeface="Times New Roman" panose="02020603050405020304" pitchFamily="18" charset="0"/>
                <a:cs typeface="Times New Roman" panose="02020603050405020304" pitchFamily="18" charset="0"/>
              </a:endParaRPr>
            </a:p>
          </p:txBody>
        </p:sp>
        <p:sp>
          <p:nvSpPr>
            <p:cNvPr id="585" name="topk_stats"/>
            <p:cNvSpPr/>
            <p:nvPr/>
          </p:nvSpPr>
          <p:spPr>
            <a:xfrm>
              <a:off x="2772000" y="2023920"/>
              <a:ext cx="1328400" cy="1404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r>
                <a:rPr lang="en-US" sz="900" b="0" u="none" strike="noStrike" spc="-51" dirty="0">
                  <a:effectLst/>
                  <a:uFillTx/>
                  <a:latin typeface="Times New Roman" panose="02020603050405020304" pitchFamily="18" charset="0"/>
                  <a:cs typeface="Times New Roman" panose="02020603050405020304" pitchFamily="18" charset="0"/>
                </a:rPr>
                <a:t>Top-4 per edge + their mean</a:t>
              </a:r>
              <a:endParaRPr lang="en-US" sz="900" b="0" u="none" strike="noStrike" dirty="0">
                <a:effectLst/>
                <a:uFillTx/>
                <a:latin typeface="Times New Roman" panose="02020603050405020304" pitchFamily="18" charset="0"/>
                <a:cs typeface="Times New Roman" panose="02020603050405020304" pitchFamily="18" charset="0"/>
              </a:endParaRPr>
            </a:p>
          </p:txBody>
        </p:sp>
        <p:sp>
          <p:nvSpPr>
            <p:cNvPr id="586" name="topk_dim"/>
            <p:cNvSpPr/>
            <p:nvPr/>
          </p:nvSpPr>
          <p:spPr>
            <a:xfrm>
              <a:off x="2772000" y="2218680"/>
              <a:ext cx="1328400" cy="13824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r>
                <a:rPr lang="en-US" sz="900" b="0" u="none" strike="noStrike" dirty="0">
                  <a:effectLst/>
                  <a:uFillTx/>
                  <a:latin typeface="Times New Roman" panose="02020603050405020304" pitchFamily="18" charset="0"/>
                  <a:cs typeface="Times New Roman" panose="02020603050405020304" pitchFamily="18" charset="0"/>
                </a:rPr>
                <a:t>4 × 5 = 20 features</a:t>
              </a:r>
            </a:p>
          </p:txBody>
        </p:sp>
        <p:sp>
          <p:nvSpPr>
            <p:cNvPr id="587" name="topk_mlp"/>
            <p:cNvSpPr/>
            <p:nvPr/>
          </p:nvSpPr>
          <p:spPr>
            <a:xfrm>
              <a:off x="4471920" y="1895760"/>
              <a:ext cx="804240" cy="384840"/>
            </a:xfrm>
            <a:prstGeom prst="roundRect">
              <a:avLst>
                <a:gd name="adj" fmla="val 15000"/>
              </a:avLst>
            </a:prstGeom>
            <a:solidFill>
              <a:srgbClr val="C5E7DA"/>
            </a:solidFill>
            <a:ln w="7620">
              <a:solidFill>
                <a:srgbClr val="4F9A83"/>
              </a:solidFill>
            </a:ln>
          </p:spPr>
          <p:style>
            <a:lnRef idx="2">
              <a:schemeClr val="accent1">
                <a:shade val="15000"/>
              </a:schemeClr>
            </a:lnRef>
            <a:fillRef idx="1">
              <a:schemeClr val="accent1"/>
            </a:fillRef>
            <a:effectRef idx="0">
              <a:schemeClr val="accent1"/>
            </a:effectRef>
            <a:fontRef idx="minor"/>
          </p:style>
          <p:txBody>
            <a:bodyPr lIns="100080" tIns="50040" rIns="100080" bIns="50040" anchor="ctr">
              <a:noAutofit/>
            </a:bodyPr>
            <a:lstStyle/>
            <a:p>
              <a:endParaRPr lang="en-US" sz="2000" b="0" u="none" strike="noStrike">
                <a:effectLst/>
                <a:uFillTx/>
                <a:latin typeface="Times New Roman" panose="02020603050405020304" pitchFamily="18" charset="0"/>
                <a:cs typeface="Times New Roman" panose="02020603050405020304" pitchFamily="18" charset="0"/>
              </a:endParaRPr>
            </a:p>
          </p:txBody>
        </p:sp>
        <p:sp>
          <p:nvSpPr>
            <p:cNvPr id="588" name="topk_mlp_title"/>
            <p:cNvSpPr/>
            <p:nvPr/>
          </p:nvSpPr>
          <p:spPr>
            <a:xfrm>
              <a:off x="4453200" y="1932120"/>
              <a:ext cx="810000" cy="13824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r>
                <a:rPr lang="en-US" sz="900" b="1" u="none" strike="noStrike" dirty="0">
                  <a:effectLst/>
                  <a:uFillTx/>
                  <a:latin typeface="Times New Roman" panose="02020603050405020304" pitchFamily="18" charset="0"/>
                  <a:cs typeface="Times New Roman" panose="02020603050405020304" pitchFamily="18" charset="0"/>
                </a:rPr>
                <a:t>Quality MLP</a:t>
              </a:r>
              <a:endParaRPr lang="en-US" sz="900" b="0" u="none" strike="noStrike" dirty="0">
                <a:effectLst/>
                <a:uFillTx/>
                <a:latin typeface="Times New Roman" panose="02020603050405020304" pitchFamily="18" charset="0"/>
                <a:cs typeface="Times New Roman" panose="02020603050405020304" pitchFamily="18" charset="0"/>
              </a:endParaRPr>
            </a:p>
          </p:txBody>
        </p:sp>
        <p:sp>
          <p:nvSpPr>
            <p:cNvPr id="589" name="topk_mlp_dim"/>
            <p:cNvSpPr/>
            <p:nvPr/>
          </p:nvSpPr>
          <p:spPr>
            <a:xfrm>
              <a:off x="4453200" y="2105640"/>
              <a:ext cx="810000" cy="13824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r>
                <a:rPr lang="en-US" sz="900" b="0" u="none" strike="noStrike" dirty="0">
                  <a:effectLst/>
                  <a:uFillTx/>
                  <a:latin typeface="Times New Roman" panose="02020603050405020304" pitchFamily="18" charset="0"/>
                  <a:cs typeface="Times New Roman" panose="02020603050405020304" pitchFamily="18" charset="0"/>
                </a:rPr>
                <a:t>20 → 64 → 1</a:t>
              </a:r>
            </a:p>
          </p:txBody>
        </p:sp>
        <p:sp>
          <p:nvSpPr>
            <p:cNvPr id="590" name="entropy"/>
            <p:cNvSpPr/>
            <p:nvPr/>
          </p:nvSpPr>
          <p:spPr>
            <a:xfrm>
              <a:off x="2819519" y="2918273"/>
              <a:ext cx="1349709" cy="654840"/>
            </a:xfrm>
            <a:prstGeom prst="roundRect">
              <a:avLst>
                <a:gd name="adj" fmla="val 15000"/>
              </a:avLst>
            </a:prstGeom>
            <a:solidFill>
              <a:srgbClr val="C5E7DA"/>
            </a:solidFill>
            <a:ln w="7620">
              <a:solidFill>
                <a:srgbClr val="4F9A83"/>
              </a:solidFill>
            </a:ln>
          </p:spPr>
          <p:style>
            <a:lnRef idx="2">
              <a:schemeClr val="accent1">
                <a:shade val="15000"/>
              </a:schemeClr>
            </a:lnRef>
            <a:fillRef idx="1">
              <a:schemeClr val="accent1"/>
            </a:fillRef>
            <a:effectRef idx="0">
              <a:schemeClr val="accent1"/>
            </a:effectRef>
            <a:fontRef idx="minor"/>
          </p:style>
          <p:txBody>
            <a:bodyPr lIns="100080" tIns="50040" rIns="100080" bIns="50040" anchor="ctr">
              <a:noAutofit/>
            </a:bodyPr>
            <a:lstStyle/>
            <a:p>
              <a:endParaRPr lang="en-US" sz="2000" b="0" u="none" strike="noStrike">
                <a:effectLst/>
                <a:uFillTx/>
                <a:latin typeface="Times New Roman" panose="02020603050405020304" pitchFamily="18" charset="0"/>
                <a:cs typeface="Times New Roman" panose="02020603050405020304" pitchFamily="18" charset="0"/>
              </a:endParaRPr>
            </a:p>
          </p:txBody>
        </p:sp>
        <p:sp>
          <p:nvSpPr>
            <p:cNvPr id="591" name="entropy_title"/>
            <p:cNvSpPr/>
            <p:nvPr/>
          </p:nvSpPr>
          <p:spPr>
            <a:xfrm>
              <a:off x="2772000" y="2934720"/>
              <a:ext cx="1328400" cy="1494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r>
                <a:rPr lang="en-US" sz="900" b="1" u="none" strike="noStrike" dirty="0">
                  <a:effectLst/>
                  <a:uFillTx/>
                  <a:latin typeface="Times New Roman" panose="02020603050405020304" pitchFamily="18" charset="0"/>
                  <a:cs typeface="Times New Roman" panose="02020603050405020304" pitchFamily="18" charset="0"/>
                </a:rPr>
                <a:t>Edge entropy</a:t>
              </a:r>
              <a:endParaRPr lang="en-US" sz="900" b="0" u="none" strike="noStrike" dirty="0">
                <a:effectLst/>
                <a:uFillTx/>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592" name="entropy_formula"/>
                <p:cNvSpPr/>
                <p:nvPr/>
              </p:nvSpPr>
              <p:spPr>
                <a:xfrm>
                  <a:off x="2834640" y="3113532"/>
                  <a:ext cx="1298448" cy="237744"/>
                </a:xfrm>
                <a:prstGeom prst="rect">
                  <a:avLst/>
                </a:prstGeom>
                <a:noFill/>
                <a:ln w="0">
                  <a:noFill/>
                </a:ln>
              </p:spPr>
              <p:style>
                <a:lnRef idx="0">
                  <a:scrgbClr r="0" g="0" b="0"/>
                </a:lnRef>
                <a:fillRef idx="0">
                  <a:scrgbClr r="0" g="0" b="0"/>
                </a:fillRef>
                <a:effectRef idx="0">
                  <a:scrgbClr r="0" g="0" b="0"/>
                </a:effectRef>
                <a:fontRef idx="minor"/>
              </p:style>
              <p:txBody>
                <a:bodyPr wrap="none" lIns="0" rIns="0" tIns="0" bIns="0" anchor="ctr">
                  <a:noAutofit/>
                </a:bodyPr>
                <a:lstStyle/>
                <a:p>
                  <a:pPr algn="ctr">
                    <a:defRPr sz="767"/>
                  </a:pPr>
                  <a14:m>
                    <m:oMath xmlns:m="http://schemas.openxmlformats.org/officeDocument/2006/math">
                      <m:sSub>
                        <m:e>
                          <m:r>
                            <a:rPr lang="en-US" sz="767">
                              <a:latin typeface="Latin Modern Math"/>
                            </a:rPr>
                            <m:t>H</m:t>
                          </m:r>
                        </m:e>
                        <m:sub>
                          <m:r>
                            <a:rPr lang="en-US" sz="767">
                              <a:latin typeface="Latin Modern Math"/>
                            </a:rPr>
                            <m:t>i</m:t>
                          </m:r>
                          <m:r>
                            <m:rPr>
                              <m:sty m:val="p"/>
                            </m:rPr>
                            <a:rPr lang="en-US" sz="767">
                              <a:latin typeface="Latin Modern Math"/>
                            </a:rPr>
                            <m:t>,</m:t>
                          </m:r>
                          <m:r>
                            <a:rPr lang="en-US" sz="767">
                              <a:latin typeface="Latin Modern Math"/>
                            </a:rPr>
                            <m:t>e</m:t>
                          </m:r>
                        </m:sub>
                      </m:sSub>
                      <m:r>
                        <m:rPr>
                          <m:sty m:val="p"/>
                        </m:rPr>
                        <a:rPr lang="en-US" sz="767">
                          <a:latin typeface="Latin Modern Math"/>
                        </a:rPr>
                        <m:t>=</m:t>
                      </m:r>
                      <m:r>
                        <m:rPr>
                          <m:sty m:val="p"/>
                        </m:rPr>
                        <a:rPr lang="en-US" sz="767">
                          <a:latin typeface="Latin Modern Math"/>
                        </a:rPr>
                        <m:t>−</m:t>
                      </m:r>
                      <m:nary>
                        <m:naryPr>
                          <m:chr m:val="∑"/>
                          <m:limLoc m:val="undOvr"/>
                          <m:subHide m:val="off"/>
                          <m:supHide m:val="off"/>
                        </m:naryPr>
                        <m:sub>
                          <m:r>
                            <a:rPr lang="en-US" sz="767">
                              <a:latin typeface="Latin Modern Math"/>
                            </a:rPr>
                            <m:t>n</m:t>
                          </m:r>
                          <m:r>
                            <m:rPr>
                              <m:sty m:val="p"/>
                            </m:rPr>
                            <a:rPr lang="en-US" sz="767">
                              <a:latin typeface="Latin Modern Math"/>
                            </a:rPr>
                            <m:t>=</m:t>
                          </m:r>
                          <m:r>
                            <a:rPr lang="en-US" sz="767">
                              <a:latin typeface="Latin Modern Math"/>
                            </a:rPr>
                            <m:t>0</m:t>
                          </m:r>
                        </m:sub>
                        <m:sup>
                          <m:r>
                            <a:rPr lang="en-US" sz="767">
                              <a:latin typeface="Latin Modern Math"/>
                            </a:rPr>
                            <m:t>32</m:t>
                          </m:r>
                        </m:sup>
                        <m:e>
                          <m:sSub>
                            <m:e>
                              <m:r>
                                <a:rPr lang="en-US" sz="767">
                                  <a:latin typeface="Latin Modern Math"/>
                                </a:rPr>
                                <m:t>p</m:t>
                              </m:r>
                            </m:e>
                            <m:sub>
                              <m:r>
                                <a:rPr lang="en-US" sz="767">
                                  <a:latin typeface="Latin Modern Math"/>
                                </a:rPr>
                                <m:t>i</m:t>
                              </m:r>
                              <m:r>
                                <m:rPr>
                                  <m:sty m:val="p"/>
                                </m:rPr>
                                <a:rPr lang="en-US" sz="767">
                                  <a:latin typeface="Latin Modern Math"/>
                                </a:rPr>
                                <m:t>,</m:t>
                              </m:r>
                              <m:r>
                                <a:rPr lang="en-US" sz="767">
                                  <a:latin typeface="Latin Modern Math"/>
                                </a:rPr>
                                <m:t>e</m:t>
                              </m:r>
                              <m:r>
                                <m:rPr>
                                  <m:sty m:val="p"/>
                                </m:rPr>
                                <a:rPr lang="en-US" sz="767">
                                  <a:latin typeface="Latin Modern Math"/>
                                </a:rPr>
                                <m:t>,</m:t>
                              </m:r>
                              <m:r>
                                <a:rPr lang="en-US" sz="767">
                                  <a:latin typeface="Latin Modern Math"/>
                                </a:rPr>
                                <m:t>n</m:t>
                              </m:r>
                            </m:sub>
                          </m:sSub>
                        </m:e>
                      </m:nary>
                      <m:r>
                        <m:rPr>
                          <m:sty m:val="p"/>
                        </m:rPr>
                        <a:rPr lang="en-US" sz="767">
                          <a:latin typeface="Latin Modern Math"/>
                        </a:rPr>
                        <m:t>log</m:t>
                      </m:r>
                      <m:sSub>
                        <m:e>
                          <m:r>
                            <a:rPr lang="en-US" sz="767">
                              <a:latin typeface="Latin Modern Math"/>
                            </a:rPr>
                            <m:t>p</m:t>
                          </m:r>
                        </m:e>
                        <m:sub>
                          <m:r>
                            <a:rPr lang="en-US" sz="767">
                              <a:latin typeface="Latin Modern Math"/>
                            </a:rPr>
                            <m:t>i</m:t>
                          </m:r>
                          <m:r>
                            <m:rPr>
                              <m:sty m:val="p"/>
                            </m:rPr>
                            <a:rPr lang="en-US" sz="767">
                              <a:latin typeface="Latin Modern Math"/>
                            </a:rPr>
                            <m:t>,</m:t>
                          </m:r>
                          <m:r>
                            <a:rPr lang="en-US" sz="767">
                              <a:latin typeface="Latin Modern Math"/>
                            </a:rPr>
                            <m:t>e</m:t>
                          </m:r>
                          <m:r>
                            <m:rPr>
                              <m:sty m:val="p"/>
                            </m:rPr>
                            <a:rPr lang="en-US" sz="767">
                              <a:latin typeface="Latin Modern Math"/>
                            </a:rPr>
                            <m:t>,</m:t>
                          </m:r>
                          <m:r>
                            <a:rPr lang="en-US" sz="767">
                              <a:latin typeface="Latin Modern Math"/>
                            </a:rPr>
                            <m:t>n</m:t>
                          </m:r>
                        </m:sub>
                      </m:sSub>
                    </m:oMath>
                  </a14:m>
                  <a:endParaRPr sz="767"/>
                </a:p>
              </p:txBody>
            </p:sp>
          </mc:Choice>
          <mc:Fallback xmlns="">
            <p:pic>
              <p:nvPicPr>
                <p:cNvPr id="592" name="Equation 592 line 1" descr="H_{i,e}=-\sum_{n=0}^{32}p_{i,e,n}\log p_{i,e,n}"/>
                <p:cNvPicPr/>
                <p:nvPr/>
              </p:nvPicPr>
              <p:blipFill>
                <a:blip r:embed="rIdFormula592_0"/>
                <a:stretch>
                  <a:fillRect/>
                </a:stretch>
              </p:blipFill>
              <p:spPr>
                <a:xfrm>
                  <a:off x="2996684" y="3113532"/>
                  <a:ext cx="974361" cy="237744"/>
                </a:xfrm>
                <a:prstGeom prst="rect">
                  <a:avLst/>
                </a:prstGeom>
              </p:spPr>
            </p:pic>
          </mc:Fallback>
        </mc:AlternateContent>
        <mc:AlternateContent xmlns:mc="http://schemas.openxmlformats.org/markup-compatibility/2006" xmlns:a14="http://schemas.microsoft.com/office/drawing/2010/main">
          <mc:Choice Requires="a14">
            <p:sp>
              <p:nvSpPr>
                <p:cNvPr id="593" name="entropy_features"/>
                <p:cNvSpPr/>
                <p:nvPr/>
              </p:nvSpPr>
              <p:spPr>
                <a:xfrm>
                  <a:off x="2834640" y="3401568"/>
                  <a:ext cx="1298448" cy="128016"/>
                </a:xfrm>
                <a:prstGeom prst="rect">
                  <a:avLst/>
                </a:prstGeom>
                <a:noFill/>
                <a:ln w="0">
                  <a:noFill/>
                </a:ln>
              </p:spPr>
              <p:style>
                <a:lnRef idx="0">
                  <a:scrgbClr r="0" g="0" b="0"/>
                </a:lnRef>
                <a:fillRef idx="0">
                  <a:scrgbClr r="0" g="0" b="0"/>
                </a:fillRef>
                <a:effectRef idx="0">
                  <a:scrgbClr r="0" g="0" b="0"/>
                </a:effectRef>
                <a:fontRef idx="minor"/>
              </p:style>
              <p:txBody>
                <a:bodyPr wrap="none" lIns="0" rIns="0" tIns="0" bIns="0" anchor="ctr">
                  <a:noAutofit/>
                </a:bodyPr>
                <a:lstStyle/>
                <a:p>
                  <a:pPr algn="ctr">
                    <a:defRPr sz="831"/>
                  </a:pPr>
                  <a14:m>
                    <m:oMath xmlns:m="http://schemas.openxmlformats.org/officeDocument/2006/math">
                      <m:d>
                        <m:dPr>
                          <m:begChr m:val="["/>
                          <m:endChr m:val="]"/>
                          <m:sepChr m:val=""/>
                          <m:grow/>
                        </m:dPr>
                        <m:e>
                          <m:sSub>
                            <m:e>
                              <m:r>
                                <a:rPr lang="en-US" sz="831">
                                  <a:latin typeface="Latin Modern Math"/>
                                </a:rPr>
                                <m:t>H</m:t>
                              </m:r>
                            </m:e>
                            <m:sub>
                              <m:r>
                                <a:rPr lang="en-US" sz="831">
                                  <a:latin typeface="Latin Modern Math"/>
                                </a:rPr>
                                <m:t>i</m:t>
                              </m:r>
                              <m:r>
                                <m:rPr>
                                  <m:sty m:val="p"/>
                                </m:rPr>
                                <a:rPr lang="en-US" sz="831">
                                  <a:latin typeface="Latin Modern Math"/>
                                </a:rPr>
                                <m:t>,</m:t>
                              </m:r>
                              <m:r>
                                <a:rPr lang="en-US" sz="831">
                                  <a:latin typeface="Latin Modern Math"/>
                                </a:rPr>
                                <m:t>1</m:t>
                              </m:r>
                            </m:sub>
                          </m:sSub>
                          <m:r>
                            <m:rPr>
                              <m:sty m:val="p"/>
                            </m:rPr>
                            <a:rPr lang="en-US" sz="831">
                              <a:latin typeface="Latin Modern Math"/>
                            </a:rPr>
                            <m:t>,</m:t>
                          </m:r>
                          <m:sSub>
                            <m:e>
                              <m:r>
                                <a:rPr lang="en-US" sz="831">
                                  <a:latin typeface="Latin Modern Math"/>
                                </a:rPr>
                                <m:t>H</m:t>
                              </m:r>
                            </m:e>
                            <m:sub>
                              <m:r>
                                <a:rPr lang="en-US" sz="831">
                                  <a:latin typeface="Latin Modern Math"/>
                                </a:rPr>
                                <m:t>i</m:t>
                              </m:r>
                              <m:r>
                                <m:rPr>
                                  <m:sty m:val="p"/>
                                </m:rPr>
                                <a:rPr lang="en-US" sz="831">
                                  <a:latin typeface="Latin Modern Math"/>
                                </a:rPr>
                                <m:t>,</m:t>
                              </m:r>
                              <m:r>
                                <a:rPr lang="en-US" sz="831">
                                  <a:latin typeface="Latin Modern Math"/>
                                </a:rPr>
                                <m:t>2</m:t>
                              </m:r>
                            </m:sub>
                          </m:sSub>
                          <m:r>
                            <m:rPr>
                              <m:sty m:val="p"/>
                            </m:rPr>
                            <a:rPr lang="en-US" sz="831">
                              <a:latin typeface="Latin Modern Math"/>
                            </a:rPr>
                            <m:t>,</m:t>
                          </m:r>
                          <m:sSub>
                            <m:e>
                              <m:r>
                                <a:rPr lang="en-US" sz="831">
                                  <a:latin typeface="Latin Modern Math"/>
                                </a:rPr>
                                <m:t>H</m:t>
                              </m:r>
                            </m:e>
                            <m:sub>
                              <m:r>
                                <a:rPr lang="en-US" sz="831">
                                  <a:latin typeface="Latin Modern Math"/>
                                </a:rPr>
                                <m:t>i</m:t>
                              </m:r>
                              <m:r>
                                <m:rPr>
                                  <m:sty m:val="p"/>
                                </m:rPr>
                                <a:rPr lang="en-US" sz="831">
                                  <a:latin typeface="Latin Modern Math"/>
                                </a:rPr>
                                <m:t>,</m:t>
                              </m:r>
                              <m:r>
                                <a:rPr lang="en-US" sz="831">
                                  <a:latin typeface="Latin Modern Math"/>
                                </a:rPr>
                                <m:t>3</m:t>
                              </m:r>
                            </m:sub>
                          </m:sSub>
                          <m:r>
                            <m:rPr>
                              <m:sty m:val="p"/>
                            </m:rPr>
                            <a:rPr lang="en-US" sz="831">
                              <a:latin typeface="Latin Modern Math"/>
                            </a:rPr>
                            <m:t>,</m:t>
                          </m:r>
                          <m:sSub>
                            <m:e>
                              <m:r>
                                <a:rPr lang="en-US" sz="831">
                                  <a:latin typeface="Latin Modern Math"/>
                                </a:rPr>
                                <m:t>H</m:t>
                              </m:r>
                            </m:e>
                            <m:sub>
                              <m:r>
                                <a:rPr lang="en-US" sz="831">
                                  <a:latin typeface="Latin Modern Math"/>
                                </a:rPr>
                                <m:t>i</m:t>
                              </m:r>
                              <m:r>
                                <m:rPr>
                                  <m:sty m:val="p"/>
                                </m:rPr>
                                <a:rPr lang="en-US" sz="831">
                                  <a:latin typeface="Latin Modern Math"/>
                                </a:rPr>
                                <m:t>,</m:t>
                              </m:r>
                              <m:r>
                                <a:rPr lang="en-US" sz="831">
                                  <a:latin typeface="Latin Modern Math"/>
                                </a:rPr>
                                <m:t>4</m:t>
                              </m:r>
                            </m:sub>
                          </m:sSub>
                          <m:r>
                            <m:rPr>
                              <m:sty m:val="p"/>
                            </m:rPr>
                            <a:rPr lang="en-US" sz="831">
                              <a:latin typeface="Latin Modern Math"/>
                            </a:rPr>
                            <m:t>,</m:t>
                          </m:r>
                          <m:sSub>
                            <m:e>
                              <m:acc>
                                <m:accPr>
                                  <m:chr m:val="‾"/>
                                </m:accPr>
                                <m:e>
                                  <m:r>
                                    <a:rPr lang="en-US" sz="831">
                                      <a:latin typeface="Latin Modern Math"/>
                                    </a:rPr>
                                    <m:t>H</m:t>
                                  </m:r>
                                </m:e>
                              </m:acc>
                            </m:e>
                            <m:sub>
                              <m:r>
                                <a:rPr lang="en-US" sz="831">
                                  <a:latin typeface="Latin Modern Math"/>
                                </a:rPr>
                                <m:t>i</m:t>
                              </m:r>
                            </m:sub>
                          </m:sSub>
                        </m:e>
                      </m:d>
                    </m:oMath>
                  </a14:m>
                  <a:endParaRPr sz="831"/>
                </a:p>
              </p:txBody>
            </p:sp>
          </mc:Choice>
          <mc:Fallback xmlns="">
            <p:pic>
              <p:nvPicPr>
                <p:cNvPr id="593" name="Equation 593 line 1" descr="[H_{i,1},H_{i,2},H_{i,3},H_{i,4},\bar H_i]"/>
                <p:cNvPicPr/>
                <p:nvPr/>
              </p:nvPicPr>
              <p:blipFill>
                <a:blip r:embed="rIdFormula593_0"/>
                <a:stretch>
                  <a:fillRect/>
                </a:stretch>
              </p:blipFill>
              <p:spPr>
                <a:xfrm>
                  <a:off x="2973910" y="3401568"/>
                  <a:ext cx="1019908" cy="128016"/>
                </a:xfrm>
                <a:prstGeom prst="rect">
                  <a:avLst/>
                </a:prstGeom>
              </p:spPr>
            </p:pic>
          </mc:Fallback>
        </mc:AlternateContent>
        <p:sp>
          <p:nvSpPr>
            <p:cNvPr id="594" name="entropy_mlp"/>
            <p:cNvSpPr/>
            <p:nvPr/>
          </p:nvSpPr>
          <p:spPr>
            <a:xfrm>
              <a:off x="4456080" y="3047760"/>
              <a:ext cx="835920" cy="384840"/>
            </a:xfrm>
            <a:prstGeom prst="roundRect">
              <a:avLst>
                <a:gd name="adj" fmla="val 15000"/>
              </a:avLst>
            </a:prstGeom>
            <a:solidFill>
              <a:srgbClr val="C5E7DA"/>
            </a:solidFill>
            <a:ln w="7620">
              <a:solidFill>
                <a:srgbClr val="4F9A83"/>
              </a:solidFill>
            </a:ln>
          </p:spPr>
          <p:style>
            <a:lnRef idx="2">
              <a:schemeClr val="accent1">
                <a:shade val="15000"/>
              </a:schemeClr>
            </a:lnRef>
            <a:fillRef idx="1">
              <a:schemeClr val="accent1"/>
            </a:fillRef>
            <a:effectRef idx="0">
              <a:schemeClr val="accent1"/>
            </a:effectRef>
            <a:fontRef idx="minor"/>
          </p:style>
          <p:txBody>
            <a:bodyPr lIns="100080" tIns="50040" rIns="100080" bIns="50040" anchor="ctr">
              <a:noAutofit/>
            </a:bodyPr>
            <a:lstStyle/>
            <a:p>
              <a:endParaRPr lang="en-US" sz="2000" b="0" u="none" strike="noStrike">
                <a:effectLst/>
                <a:uFillTx/>
                <a:latin typeface="Times New Roman" panose="02020603050405020304" pitchFamily="18" charset="0"/>
                <a:cs typeface="Times New Roman" panose="02020603050405020304" pitchFamily="18" charset="0"/>
              </a:endParaRPr>
            </a:p>
          </p:txBody>
        </p:sp>
        <p:sp>
          <p:nvSpPr>
            <p:cNvPr id="595" name="entropy_mlp_title"/>
            <p:cNvSpPr/>
            <p:nvPr/>
          </p:nvSpPr>
          <p:spPr>
            <a:xfrm>
              <a:off x="4453200" y="3084120"/>
              <a:ext cx="810000" cy="13824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r>
                <a:rPr lang="en-US" sz="900" b="1" u="none" strike="noStrike" dirty="0">
                  <a:effectLst/>
                  <a:uFillTx/>
                  <a:latin typeface="Times New Roman" panose="02020603050405020304" pitchFamily="18" charset="0"/>
                  <a:cs typeface="Times New Roman" panose="02020603050405020304" pitchFamily="18" charset="0"/>
                </a:rPr>
                <a:t>Entropy MLP</a:t>
              </a:r>
              <a:endParaRPr lang="en-US" sz="900" b="0" u="none" strike="noStrike" dirty="0">
                <a:effectLst/>
                <a:uFillTx/>
                <a:latin typeface="Times New Roman" panose="02020603050405020304" pitchFamily="18" charset="0"/>
                <a:cs typeface="Times New Roman" panose="02020603050405020304" pitchFamily="18" charset="0"/>
              </a:endParaRPr>
            </a:p>
          </p:txBody>
        </p:sp>
        <p:sp>
          <p:nvSpPr>
            <p:cNvPr id="596" name="entropy_mlp_dim"/>
            <p:cNvSpPr/>
            <p:nvPr/>
          </p:nvSpPr>
          <p:spPr>
            <a:xfrm>
              <a:off x="4453200" y="3257640"/>
              <a:ext cx="810000" cy="13824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r>
                <a:rPr lang="en-US" sz="900" b="0" u="none" strike="noStrike" dirty="0">
                  <a:effectLst/>
                  <a:uFillTx/>
                  <a:latin typeface="Times New Roman" panose="02020603050405020304" pitchFamily="18" charset="0"/>
                  <a:cs typeface="Times New Roman" panose="02020603050405020304" pitchFamily="18" charset="0"/>
                </a:rPr>
                <a:t>5 → 64 → 1</a:t>
              </a:r>
            </a:p>
          </p:txBody>
        </p:sp>
        <p:sp>
          <p:nvSpPr>
            <p:cNvPr id="597" name="quality_sum"/>
            <p:cNvSpPr/>
            <p:nvPr/>
          </p:nvSpPr>
          <p:spPr>
            <a:xfrm>
              <a:off x="5416200" y="2563200"/>
              <a:ext cx="210240" cy="226440"/>
            </a:xfrm>
            <a:prstGeom prst="ellipse">
              <a:avLst/>
            </a:prstGeom>
            <a:solidFill>
              <a:srgbClr val="F2F5F7"/>
            </a:solidFill>
            <a:ln w="7620">
              <a:solidFill>
                <a:srgbClr val="94A3AD"/>
              </a:solidFill>
            </a:ln>
          </p:spPr>
          <p:style>
            <a:lnRef idx="2">
              <a:schemeClr val="accent1">
                <a:shade val="15000"/>
              </a:schemeClr>
            </a:lnRef>
            <a:fillRef idx="1">
              <a:schemeClr val="accent1"/>
            </a:fillRef>
            <a:effectRef idx="0">
              <a:schemeClr val="accent1"/>
            </a:effectRef>
            <a:fontRef idx="minor"/>
          </p:style>
          <p:txBody>
            <a:bodyPr lIns="89280" tIns="50040" rIns="89280" bIns="50040" anchor="ctr">
              <a:noAutofit/>
            </a:bodyPr>
            <a:lstStyle/>
            <a:p>
              <a:endParaRPr lang="en-US" sz="2000" b="0" u="none" strike="noStrike">
                <a:effectLst/>
                <a:uFillTx/>
                <a:latin typeface="Times New Roman" panose="02020603050405020304" pitchFamily="18" charset="0"/>
                <a:cs typeface="Times New Roman" panose="02020603050405020304" pitchFamily="18" charset="0"/>
              </a:endParaRPr>
            </a:p>
          </p:txBody>
        </p:sp>
        <p:sp>
          <p:nvSpPr>
            <p:cNvPr id="598" name="quality_sum_text"/>
            <p:cNvSpPr/>
            <p:nvPr/>
          </p:nvSpPr>
          <p:spPr>
            <a:xfrm>
              <a:off x="5454000" y="2592720"/>
              <a:ext cx="140400" cy="1674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r>
                <a:rPr lang="en-US" sz="900" b="0" u="none" strike="noStrike" dirty="0">
                  <a:effectLst/>
                  <a:uFillTx/>
                  <a:latin typeface="Times New Roman" panose="02020603050405020304" pitchFamily="18" charset="0"/>
                  <a:cs typeface="Times New Roman" panose="02020603050405020304" pitchFamily="18" charset="0"/>
                </a:rPr>
                <a:t>+</a:t>
              </a:r>
            </a:p>
          </p:txBody>
        </p:sp>
        <p:sp>
          <p:nvSpPr>
            <p:cNvPr id="599" name="score_sum"/>
            <p:cNvSpPr/>
            <p:nvPr/>
          </p:nvSpPr>
          <p:spPr>
            <a:xfrm>
              <a:off x="6280200" y="2563560"/>
              <a:ext cx="210240" cy="226440"/>
            </a:xfrm>
            <a:prstGeom prst="ellipse">
              <a:avLst/>
            </a:prstGeom>
            <a:solidFill>
              <a:srgbClr val="F2F5F7"/>
            </a:solidFill>
            <a:ln w="7620">
              <a:solidFill>
                <a:srgbClr val="94A3AD"/>
              </a:solidFill>
            </a:ln>
          </p:spPr>
          <p:style>
            <a:lnRef idx="2">
              <a:schemeClr val="accent1">
                <a:shade val="15000"/>
              </a:schemeClr>
            </a:lnRef>
            <a:fillRef idx="1">
              <a:schemeClr val="accent1"/>
            </a:fillRef>
            <a:effectRef idx="0">
              <a:schemeClr val="accent1"/>
            </a:effectRef>
            <a:fontRef idx="minor"/>
          </p:style>
          <p:txBody>
            <a:bodyPr lIns="89280" tIns="50040" rIns="89280" bIns="50040" anchor="ctr">
              <a:noAutofit/>
            </a:bodyPr>
            <a:lstStyle/>
            <a:p>
              <a:endParaRPr lang="en-US" sz="2000" b="0" u="none" strike="noStrike">
                <a:effectLst/>
                <a:uFillTx/>
                <a:latin typeface="Times New Roman" panose="02020603050405020304" pitchFamily="18" charset="0"/>
                <a:cs typeface="Times New Roman" panose="02020603050405020304" pitchFamily="18" charset="0"/>
              </a:endParaRPr>
            </a:p>
          </p:txBody>
        </p:sp>
        <p:sp>
          <p:nvSpPr>
            <p:cNvPr id="600" name="score_sum_text"/>
            <p:cNvSpPr/>
            <p:nvPr/>
          </p:nvSpPr>
          <p:spPr>
            <a:xfrm>
              <a:off x="6318000" y="2592720"/>
              <a:ext cx="140400" cy="1674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r>
                <a:rPr lang="en-US" sz="900" b="0" u="none" strike="noStrike" dirty="0">
                  <a:effectLst/>
                  <a:uFillTx/>
                  <a:latin typeface="Times New Roman" panose="02020603050405020304" pitchFamily="18" charset="0"/>
                  <a:cs typeface="Times New Roman" panose="02020603050405020304" pitchFamily="18" charset="0"/>
                </a:rPr>
                <a:t>+</a:t>
              </a:r>
            </a:p>
          </p:txBody>
        </p:sp>
        <mc:AlternateContent xmlns:mc="http://schemas.openxmlformats.org/markup-compatibility/2006" xmlns:a14="http://schemas.microsoft.com/office/drawing/2010/main">
          <mc:Choice Requires="a14">
            <p:sp>
              <p:nvSpPr>
                <p:cNvPr id="601" name="quality_residual"/>
                <p:cNvSpPr/>
                <p:nvPr/>
              </p:nvSpPr>
              <p:spPr>
                <a:xfrm>
                  <a:off x="5650992" y="2468880"/>
                  <a:ext cx="594360" cy="146304"/>
                </a:xfrm>
                <a:prstGeom prst="rect">
                  <a:avLst/>
                </a:prstGeom>
                <a:noFill/>
                <a:ln w="0">
                  <a:noFill/>
                </a:ln>
              </p:spPr>
              <p:style>
                <a:lnRef idx="0">
                  <a:scrgbClr r="0" g="0" b="0"/>
                </a:lnRef>
                <a:fillRef idx="0">
                  <a:scrgbClr r="0" g="0" b="0"/>
                </a:fillRef>
                <a:effectRef idx="0">
                  <a:scrgbClr r="0" g="0" b="0"/>
                </a:effectRef>
                <a:fontRef idx="minor"/>
              </p:style>
              <p:txBody>
                <a:bodyPr wrap="none" lIns="0" rIns="0" tIns="0" bIns="0" anchor="ctr">
                  <a:noAutofit/>
                </a:bodyPr>
                <a:lstStyle/>
                <a:p>
                  <a:pPr algn="ctr">
                    <a:defRPr sz="972"/>
                  </a:pPr>
                  <a14:m>
                    <m:oMath xmlns:m="http://schemas.openxmlformats.org/officeDocument/2006/math">
                      <m:r>
                        <m:rPr>
                          <m:sty m:val="p"/>
                        </m:rPr>
                        <a:rPr lang="en-US" sz="972">
                          <a:latin typeface="Latin Modern Math"/>
                        </a:rPr>
                        <m:t>S</m:t>
                      </m:r>
                      <m:r>
                        <m:rPr>
                          <m:sty m:val="p"/>
                        </m:rPr>
                        <a:rPr lang="en-US" sz="972">
                          <a:latin typeface="Latin Modern Math"/>
                        </a:rPr>
                        <m:t>c</m:t>
                      </m:r>
                      <m:r>
                        <m:rPr>
                          <m:sty m:val="p"/>
                        </m:rPr>
                        <a:rPr lang="en-US" sz="972">
                          <a:latin typeface="Latin Modern Math"/>
                        </a:rPr>
                        <m:t>a</m:t>
                      </m:r>
                      <m:r>
                        <m:rPr>
                          <m:sty m:val="p"/>
                        </m:rPr>
                        <a:rPr lang="en-US" sz="972">
                          <a:latin typeface="Latin Modern Math"/>
                        </a:rPr>
                        <m:t>l</m:t>
                      </m:r>
                      <m:r>
                        <m:rPr>
                          <m:sty m:val="p"/>
                        </m:rPr>
                        <a:rPr lang="en-US" sz="972">
                          <a:latin typeface="Latin Modern Math"/>
                        </a:rPr>
                        <m:t>a</m:t>
                      </m:r>
                      <m:r>
                        <m:rPr>
                          <m:sty m:val="p"/>
                        </m:rPr>
                        <a:rPr lang="en-US" sz="972">
                          <a:latin typeface="Latin Modern Math"/>
                        </a:rPr>
                        <m:t>r</m:t>
                      </m:r>
                      <m:r>
                        <a:rPr lang="en-US" sz="972">
                          <a:latin typeface="Latin Modern Math"/>
                        </a:rPr>
                        <m:t> </m:t>
                      </m:r>
                      <m:sSub>
                        <m:e>
                          <m:r>
                            <a:rPr lang="en-US" sz="972">
                              <a:latin typeface="Latin Modern Math"/>
                            </a:rPr>
                            <m:t>q</m:t>
                          </m:r>
                        </m:e>
                        <m:sub>
                          <m:r>
                            <a:rPr lang="en-US" sz="972">
                              <a:latin typeface="Latin Modern Math"/>
                            </a:rPr>
                            <m:t>i</m:t>
                          </m:r>
                        </m:sub>
                      </m:sSub>
                    </m:oMath>
                  </a14:m>
                  <a:endParaRPr sz="972"/>
                </a:p>
              </p:txBody>
            </p:sp>
          </mc:Choice>
          <mc:Fallback xmlns="">
            <p:pic>
              <p:nvPicPr>
                <p:cNvPr id="601" name="Equation 601 line 1" descr="\mathrm{Scalar}\ q_i"/>
                <p:cNvPicPr/>
                <p:nvPr/>
              </p:nvPicPr>
              <p:blipFill>
                <a:blip r:embed="rIdFormula601_0"/>
                <a:stretch>
                  <a:fillRect/>
                </a:stretch>
              </p:blipFill>
              <p:spPr>
                <a:xfrm>
                  <a:off x="5729265" y="2480310"/>
                  <a:ext cx="437815" cy="123444"/>
                </a:xfrm>
                <a:prstGeom prst="rect">
                  <a:avLst/>
                </a:prstGeom>
              </p:spPr>
            </p:pic>
          </mc:Fallback>
        </mc:AlternateContent>
        <p:sp>
          <p:nvSpPr>
            <p:cNvPr id="602" name="quality_broadcast"/>
            <p:cNvSpPr/>
            <p:nvPr/>
          </p:nvSpPr>
          <p:spPr>
            <a:xfrm>
              <a:off x="5634000" y="2705940"/>
              <a:ext cx="673920" cy="2754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r>
                <a:rPr lang="en-US" sz="900" b="0" u="none" strike="noStrike" dirty="0">
                  <a:effectLst/>
                  <a:uFillTx/>
                  <a:latin typeface="Times New Roman" panose="02020603050405020304" pitchFamily="18" charset="0"/>
                  <a:cs typeface="Times New Roman" panose="02020603050405020304" pitchFamily="18" charset="0"/>
                </a:rPr>
                <a:t>Broadcast to</a:t>
              </a:r>
            </a:p>
            <a:p>
              <a:pPr algn="ctr" defTabSz="1018080">
                <a:lnSpc>
                  <a:spcPct val="100000"/>
                </a:lnSpc>
              </a:pPr>
              <a:r>
                <a:rPr lang="en-US" sz="900" b="0" u="none" strike="noStrike" dirty="0">
                  <a:effectLst/>
                  <a:uFillTx/>
                  <a:latin typeface="Times New Roman" panose="02020603050405020304" pitchFamily="18" charset="0"/>
                  <a:cs typeface="Times New Roman" panose="02020603050405020304" pitchFamily="18" charset="0"/>
                </a:rPr>
                <a:t>all classes</a:t>
              </a:r>
            </a:p>
          </p:txBody>
        </p:sp>
        <p:sp>
          <p:nvSpPr>
            <p:cNvPr id="603" name="class_logits"/>
            <p:cNvSpPr/>
            <p:nvPr/>
          </p:nvSpPr>
          <p:spPr>
            <a:xfrm>
              <a:off x="5901840" y="1968322"/>
              <a:ext cx="1004400" cy="364320"/>
            </a:xfrm>
            <a:prstGeom prst="roundRect">
              <a:avLst>
                <a:gd name="adj" fmla="val 15000"/>
              </a:avLst>
            </a:prstGeom>
            <a:solidFill>
              <a:srgbClr val="F2F5F7"/>
            </a:solidFill>
            <a:ln w="7620">
              <a:solidFill>
                <a:srgbClr val="94A3AD"/>
              </a:solidFill>
            </a:ln>
          </p:spPr>
          <p:style>
            <a:lnRef idx="2">
              <a:schemeClr val="accent1">
                <a:shade val="15000"/>
              </a:schemeClr>
            </a:lnRef>
            <a:fillRef idx="1">
              <a:schemeClr val="accent1"/>
            </a:fillRef>
            <a:effectRef idx="0">
              <a:schemeClr val="accent1"/>
            </a:effectRef>
            <a:fontRef idx="minor"/>
          </p:style>
          <p:txBody>
            <a:bodyPr lIns="100080" tIns="50040" rIns="100080" bIns="50040" anchor="ctr">
              <a:noAutofit/>
            </a:bodyPr>
            <a:lstStyle/>
            <a:p>
              <a:endParaRPr lang="en-US" sz="2000" b="0" u="none" strike="noStrike">
                <a:effectLst/>
                <a:uFillTx/>
                <a:latin typeface="Times New Roman" panose="02020603050405020304" pitchFamily="18" charset="0"/>
                <a:cs typeface="Times New Roman" panose="02020603050405020304" pitchFamily="18" charset="0"/>
              </a:endParaRPr>
            </a:p>
          </p:txBody>
        </p:sp>
        <p:sp>
          <p:nvSpPr>
            <p:cNvPr id="604" name="class_logits_text"/>
            <p:cNvSpPr/>
            <p:nvPr/>
          </p:nvSpPr>
          <p:spPr>
            <a:xfrm>
              <a:off x="5929200" y="1991068"/>
              <a:ext cx="918000" cy="13824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r>
                <a:rPr lang="en-US" sz="900" b="0" u="none" strike="noStrike" dirty="0">
                  <a:effectLst/>
                  <a:uFillTx/>
                  <a:latin typeface="Times New Roman" panose="02020603050405020304" pitchFamily="18" charset="0"/>
                  <a:cs typeface="Times New Roman" panose="02020603050405020304" pitchFamily="18" charset="0"/>
                </a:rPr>
                <a:t>Class logits</a:t>
              </a:r>
            </a:p>
          </p:txBody>
        </p:sp>
        <p:sp>
          <p:nvSpPr>
            <p:cNvPr id="605" name="corrected_scores"/>
            <p:cNvSpPr/>
            <p:nvPr/>
          </p:nvSpPr>
          <p:spPr>
            <a:xfrm>
              <a:off x="5882400" y="3115160"/>
              <a:ext cx="1007640" cy="456840"/>
            </a:xfrm>
            <a:prstGeom prst="roundRect">
              <a:avLst>
                <a:gd name="adj" fmla="val 15000"/>
              </a:avLst>
            </a:prstGeom>
            <a:solidFill>
              <a:srgbClr val="C5E7DA"/>
            </a:solidFill>
            <a:ln w="7620">
              <a:solidFill>
                <a:srgbClr val="4F9A83"/>
              </a:solidFill>
            </a:ln>
          </p:spPr>
          <p:style>
            <a:lnRef idx="2">
              <a:schemeClr val="accent1">
                <a:shade val="15000"/>
              </a:schemeClr>
            </a:lnRef>
            <a:fillRef idx="1">
              <a:schemeClr val="accent1"/>
            </a:fillRef>
            <a:effectRef idx="0">
              <a:schemeClr val="accent1"/>
            </a:effectRef>
            <a:fontRef idx="minor"/>
          </p:style>
          <p:txBody>
            <a:bodyPr lIns="100080" tIns="50040" rIns="100080" bIns="50040" anchor="ctr">
              <a:noAutofit/>
            </a:bodyPr>
            <a:lstStyle/>
            <a:p>
              <a:endParaRPr lang="en-US" sz="2000" b="0" u="none" strike="noStrike">
                <a:effectLst/>
                <a:uFillTx/>
                <a:latin typeface="Times New Roman" panose="02020603050405020304" pitchFamily="18" charset="0"/>
                <a:cs typeface="Times New Roman" panose="02020603050405020304" pitchFamily="18" charset="0"/>
              </a:endParaRPr>
            </a:p>
          </p:txBody>
        </p:sp>
        <p:sp>
          <p:nvSpPr>
            <p:cNvPr id="606" name="corrected_title"/>
            <p:cNvSpPr/>
            <p:nvPr/>
          </p:nvSpPr>
          <p:spPr>
            <a:xfrm>
              <a:off x="5893200" y="3174529"/>
              <a:ext cx="954000" cy="1440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r>
                <a:rPr lang="en-US" sz="900" b="1" u="none" strike="noStrike" dirty="0">
                  <a:effectLst/>
                  <a:uFillTx/>
                  <a:latin typeface="Times New Roman" panose="02020603050405020304" pitchFamily="18" charset="0"/>
                  <a:cs typeface="Times New Roman" panose="02020603050405020304" pitchFamily="18" charset="0"/>
                </a:rPr>
                <a:t>Corrected logits</a:t>
              </a:r>
              <a:endParaRPr lang="en-US" sz="900" b="0" u="none" strike="noStrike" dirty="0">
                <a:effectLst/>
                <a:uFillTx/>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607" name="corrected_formula"/>
                <p:cNvSpPr/>
                <p:nvPr/>
              </p:nvSpPr>
              <p:spPr>
                <a:xfrm>
                  <a:off x="5916168" y="3364992"/>
                  <a:ext cx="923544" cy="155448"/>
                </a:xfrm>
                <a:prstGeom prst="rect">
                  <a:avLst/>
                </a:prstGeom>
                <a:noFill/>
                <a:ln w="0">
                  <a:noFill/>
                </a:ln>
              </p:spPr>
              <p:style>
                <a:lnRef idx="0">
                  <a:scrgbClr r="0" g="0" b="0"/>
                </a:lnRef>
                <a:fillRef idx="0">
                  <a:scrgbClr r="0" g="0" b="0"/>
                </a:fillRef>
                <a:effectRef idx="0">
                  <a:scrgbClr r="0" g="0" b="0"/>
                </a:effectRef>
                <a:fontRef idx="minor"/>
              </p:style>
              <p:txBody>
                <a:bodyPr wrap="none" lIns="0" rIns="0" tIns="0" bIns="0" anchor="ctr">
                  <a:noAutofit/>
                </a:bodyPr>
                <a:lstStyle/>
                <a:p>
                  <a:pPr algn="ctr">
                    <a:defRPr sz="972"/>
                  </a:pPr>
                  <a14:m>
                    <m:oMath xmlns:m="http://schemas.openxmlformats.org/officeDocument/2006/math">
                      <m:sSubSup>
                        <m:e>
                          <m:r>
                            <a:rPr lang="en-US" sz="972">
                              <a:latin typeface="Latin Modern Math"/>
                            </a:rPr>
                            <m:t>s</m:t>
                          </m:r>
                        </m:e>
                        <m:sub>
                          <m:r>
                            <a:rPr lang="en-US" sz="972">
                              <a:latin typeface="Latin Modern Math"/>
                            </a:rPr>
                            <m:t>i</m:t>
                          </m:r>
                        </m:sub>
                        <m:sup>
                          <m:r>
                            <m:rPr>
                              <m:sty m:val="p"/>
                            </m:rPr>
                            <a:rPr lang="en-US" sz="972">
                              <a:latin typeface="Latin Modern Math"/>
                            </a:rPr>
                            <m:t>′</m:t>
                          </m:r>
                        </m:sup>
                      </m:sSubSup>
                      <m:r>
                        <m:rPr>
                          <m:sty m:val="p"/>
                        </m:rPr>
                        <a:rPr lang="en-US" sz="972">
                          <a:latin typeface="Latin Modern Math"/>
                        </a:rPr>
                        <m:t>=</m:t>
                      </m:r>
                      <m:sSub>
                        <m:e>
                          <m:r>
                            <a:rPr lang="en-US" sz="972">
                              <a:latin typeface="Latin Modern Math"/>
                            </a:rPr>
                            <m:t>s</m:t>
                          </m:r>
                        </m:e>
                        <m:sub>
                          <m:r>
                            <a:rPr lang="en-US" sz="972">
                              <a:latin typeface="Latin Modern Math"/>
                            </a:rPr>
                            <m:t>i</m:t>
                          </m:r>
                        </m:sub>
                      </m:sSub>
                      <m:r>
                        <m:rPr>
                          <m:sty m:val="p"/>
                        </m:rPr>
                        <a:rPr lang="en-US" sz="972">
                          <a:latin typeface="Latin Modern Math"/>
                        </a:rPr>
                        <m:t>+</m:t>
                      </m:r>
                      <m:sSub>
                        <m:e>
                          <m:r>
                            <a:rPr lang="en-US" sz="972">
                              <a:latin typeface="Latin Modern Math"/>
                            </a:rPr>
                            <m:t>q</m:t>
                          </m:r>
                        </m:e>
                        <m:sub>
                          <m:r>
                            <a:rPr lang="en-US" sz="972">
                              <a:latin typeface="Latin Modern Math"/>
                            </a:rPr>
                            <m:t>i</m:t>
                          </m:r>
                        </m:sub>
                      </m:sSub>
                    </m:oMath>
                  </a14:m>
                  <a:endParaRPr sz="972"/>
                </a:p>
              </p:txBody>
            </p:sp>
          </mc:Choice>
          <mc:Fallback xmlns="">
            <p:pic>
              <p:nvPicPr>
                <p:cNvPr id="607" name="Equation 607 line 1" descr="s_i^{\prime}=s_i+q_i"/>
                <p:cNvPicPr/>
                <p:nvPr/>
              </p:nvPicPr>
              <p:blipFill>
                <a:blip r:embed="rIdFormula607_0"/>
                <a:stretch>
                  <a:fillRect/>
                </a:stretch>
              </p:blipFill>
              <p:spPr>
                <a:xfrm>
                  <a:off x="6124468" y="3367827"/>
                  <a:ext cx="506943" cy="149779"/>
                </a:xfrm>
                <a:prstGeom prst="rect">
                  <a:avLst/>
                </a:prstGeom>
              </p:spPr>
            </p:pic>
          </mc:Fallback>
        </mc:AlternateContent>
        <mc:AlternateContent xmlns:mc="http://schemas.openxmlformats.org/markup-compatibility/2006" xmlns:a14="http://schemas.microsoft.com/office/drawing/2010/main">
          <mc:Choice Requires="a14">
            <p:sp>
              <p:nvSpPr>
                <p:cNvPr id="608" name="class_source_formula"/>
                <p:cNvSpPr/>
                <p:nvPr/>
              </p:nvSpPr>
              <p:spPr>
                <a:xfrm>
                  <a:off x="5925312" y="2162556"/>
                  <a:ext cx="932688" cy="146304"/>
                </a:xfrm>
                <a:prstGeom prst="rect">
                  <a:avLst/>
                </a:prstGeom>
                <a:noFill/>
                <a:ln w="0">
                  <a:noFill/>
                </a:ln>
              </p:spPr>
              <p:style>
                <a:lnRef idx="0">
                  <a:scrgbClr r="0" g="0" b="0"/>
                </a:lnRef>
                <a:fillRef idx="0">
                  <a:scrgbClr r="0" g="0" b="0"/>
                </a:fillRef>
                <a:effectRef idx="0">
                  <a:scrgbClr r="0" g="0" b="0"/>
                </a:effectRef>
                <a:fontRef idx="minor"/>
              </p:style>
              <p:txBody>
                <a:bodyPr wrap="none" lIns="0" rIns="0" tIns="0" bIns="0" anchor="ctr">
                  <a:noAutofit/>
                </a:bodyPr>
                <a:lstStyle/>
                <a:p>
                  <a:pPr algn="ctr">
                    <a:defRPr sz="972"/>
                  </a:pPr>
                  <a14:m>
                    <m:oMath xmlns:m="http://schemas.openxmlformats.org/officeDocument/2006/math">
                      <m:sSub>
                        <m:e>
                          <m:r>
                            <a:rPr lang="en-US" sz="972">
                              <a:latin typeface="Latin Modern Math"/>
                            </a:rPr>
                            <m:t>s</m:t>
                          </m:r>
                        </m:e>
                        <m:sub>
                          <m:r>
                            <a:rPr lang="en-US" sz="972">
                              <a:latin typeface="Latin Modern Math"/>
                            </a:rPr>
                            <m:t>i</m:t>
                          </m:r>
                        </m:sub>
                      </m:sSub>
                      <m:r>
                        <m:rPr>
                          <m:sty m:val="p"/>
                        </m:rPr>
                        <a:rPr lang="en-US" sz="972">
                          <a:latin typeface="Latin Modern Math"/>
                        </a:rPr>
                        <m:t>=</m:t>
                      </m:r>
                      <m:sSub>
                        <m:e>
                          <m:r>
                            <m:rPr>
                              <m:sty m:val="p"/>
                            </m:rPr>
                            <a:rPr lang="en-US" sz="972">
                              <a:latin typeface="Latin Modern Math"/>
                            </a:rPr>
                            <m:t>C</m:t>
                          </m:r>
                          <m:r>
                            <m:rPr>
                              <m:sty m:val="p"/>
                            </m:rPr>
                            <a:rPr lang="en-US" sz="972">
                              <a:latin typeface="Latin Modern Math"/>
                            </a:rPr>
                            <m:t>l</m:t>
                          </m:r>
                          <m:r>
                            <m:rPr>
                              <m:sty m:val="p"/>
                            </m:rPr>
                            <a:rPr lang="en-US" sz="972">
                              <a:latin typeface="Latin Modern Math"/>
                            </a:rPr>
                            <m:t>a</m:t>
                          </m:r>
                          <m:r>
                            <m:rPr>
                              <m:sty m:val="p"/>
                            </m:rPr>
                            <a:rPr lang="en-US" sz="972">
                              <a:latin typeface="Latin Modern Math"/>
                            </a:rPr>
                            <m:t>s</m:t>
                          </m:r>
                          <m:r>
                            <m:rPr>
                              <m:sty m:val="p"/>
                            </m:rPr>
                            <a:rPr lang="en-US" sz="972">
                              <a:latin typeface="Latin Modern Math"/>
                            </a:rPr>
                            <m:t>s</m:t>
                          </m:r>
                          <m:r>
                            <m:rPr>
                              <m:sty m:val="p"/>
                            </m:rPr>
                            <a:rPr lang="en-US" sz="972">
                              <a:latin typeface="Latin Modern Math"/>
                            </a:rPr>
                            <m:t>H</m:t>
                          </m:r>
                          <m:r>
                            <m:rPr>
                              <m:sty m:val="p"/>
                            </m:rPr>
                            <a:rPr lang="en-US" sz="972">
                              <a:latin typeface="Latin Modern Math"/>
                            </a:rPr>
                            <m:t>e</m:t>
                          </m:r>
                          <m:r>
                            <m:rPr>
                              <m:sty m:val="p"/>
                            </m:rPr>
                            <a:rPr lang="en-US" sz="972">
                              <a:latin typeface="Latin Modern Math"/>
                            </a:rPr>
                            <m:t>a</m:t>
                          </m:r>
                          <m:r>
                            <m:rPr>
                              <m:sty m:val="p"/>
                            </m:rPr>
                            <a:rPr lang="en-US" sz="972">
                              <a:latin typeface="Latin Modern Math"/>
                            </a:rPr>
                            <m:t>d</m:t>
                          </m:r>
                        </m:e>
                        <m:sub>
                          <m:r>
                            <a:rPr lang="en-US" sz="972">
                              <a:latin typeface="Latin Modern Math"/>
                            </a:rPr>
                            <m:t>i</m:t>
                          </m:r>
                        </m:sub>
                      </m:sSub>
                      <m:d>
                        <m:dPr>
                          <m:begChr m:val="("/>
                          <m:endChr m:val=")"/>
                          <m:sepChr m:val=""/>
                          <m:grow/>
                        </m:dPr>
                        <m:e>
                          <m:sSub>
                            <m:e>
                              <m:r>
                                <a:rPr lang="en-US" sz="972">
                                  <a:latin typeface="Latin Modern Math"/>
                                </a:rPr>
                                <m:t>h</m:t>
                              </m:r>
                            </m:e>
                            <m:sub>
                              <m:r>
                                <a:rPr lang="en-US" sz="972">
                                  <a:latin typeface="Latin Modern Math"/>
                                </a:rPr>
                                <m:t>i</m:t>
                              </m:r>
                            </m:sub>
                          </m:sSub>
                        </m:e>
                      </m:d>
                    </m:oMath>
                  </a14:m>
                  <a:endParaRPr sz="972"/>
                </a:p>
              </p:txBody>
            </p:sp>
          </mc:Choice>
          <mc:Fallback xmlns="">
            <p:pic>
              <p:nvPicPr>
                <p:cNvPr id="608" name="Equation 608 line 1" descr="s_i=\mathrm{ClassHead}_i(h_i)"/>
                <p:cNvPicPr/>
                <p:nvPr/>
              </p:nvPicPr>
              <p:blipFill>
                <a:blip r:embed="rIdFormula608_0"/>
                <a:stretch>
                  <a:fillRect/>
                </a:stretch>
              </p:blipFill>
              <p:spPr>
                <a:xfrm>
                  <a:off x="5925861" y="2173986"/>
                  <a:ext cx="931591" cy="123444"/>
                </a:xfrm>
                <a:prstGeom prst="rect">
                  <a:avLst/>
                </a:prstGeom>
              </p:spPr>
            </p:pic>
          </mc:Fallback>
        </mc:AlternateContent>
        <p:cxnSp>
          <p:nvCxnSpPr>
            <p:cNvPr id="609" name="lqe_logits_flow__0"/>
            <p:cNvCxnSpPr>
              <a:cxnSpLocks/>
            </p:cNvCxnSpPr>
            <p:nvPr/>
          </p:nvCxnSpPr>
          <p:spPr>
            <a:xfrm>
              <a:off x="1352160" y="2675880"/>
              <a:ext cx="205200" cy="0"/>
            </a:xfrm>
            <a:prstGeom prst="straightConnector1">
              <a:avLst/>
            </a:prstGeom>
            <a:ln w="7200">
              <a:solidFill>
                <a:schemeClr val="tx1"/>
              </a:solidFill>
              <a:round/>
              <a:tailEnd type="triangle" w="sm" len="sm"/>
            </a:ln>
          </p:spPr>
        </p:cxnSp>
        <p:cxnSp>
          <p:nvCxnSpPr>
            <p:cNvPr id="610" name="lqe_prob_bus__0"/>
            <p:cNvCxnSpPr>
              <a:cxnSpLocks/>
            </p:cNvCxnSpPr>
            <p:nvPr/>
          </p:nvCxnSpPr>
          <p:spPr>
            <a:xfrm>
              <a:off x="2431440" y="2675880"/>
              <a:ext cx="106920" cy="0"/>
            </a:xfrm>
            <a:prstGeom prst="straightConnector1">
              <a:avLst/>
            </a:prstGeom>
            <a:ln w="7200">
              <a:solidFill>
                <a:schemeClr val="tx1"/>
              </a:solidFill>
              <a:round/>
            </a:ln>
          </p:spPr>
        </p:cxnSp>
        <p:cxnSp>
          <p:nvCxnSpPr>
            <p:cNvPr id="611" name="prob_to_topk__0"/>
            <p:cNvCxnSpPr>
              <a:cxnSpLocks/>
            </p:cNvCxnSpPr>
            <p:nvPr/>
          </p:nvCxnSpPr>
          <p:spPr>
            <a:xfrm flipV="1">
              <a:off x="2538360" y="2099880"/>
              <a:ext cx="0" cy="576000"/>
            </a:xfrm>
            <a:prstGeom prst="straightConnector1">
              <a:avLst/>
            </a:prstGeom>
            <a:ln w="7200">
              <a:solidFill>
                <a:schemeClr val="tx1"/>
              </a:solidFill>
              <a:round/>
            </a:ln>
          </p:spPr>
        </p:cxnSp>
        <p:cxnSp>
          <p:nvCxnSpPr>
            <p:cNvPr id="612" name="prob_to_topk__1"/>
            <p:cNvCxnSpPr>
              <a:cxnSpLocks/>
            </p:cNvCxnSpPr>
            <p:nvPr/>
          </p:nvCxnSpPr>
          <p:spPr>
            <a:xfrm>
              <a:off x="2538360" y="2099880"/>
              <a:ext cx="210240" cy="0"/>
            </a:xfrm>
            <a:prstGeom prst="straightConnector1">
              <a:avLst/>
            </a:prstGeom>
            <a:ln w="7200">
              <a:solidFill>
                <a:schemeClr val="tx1"/>
              </a:solidFill>
              <a:round/>
              <a:tailEnd type="triangle" w="sm" len="sm"/>
            </a:ln>
          </p:spPr>
        </p:cxnSp>
        <p:cxnSp>
          <p:nvCxnSpPr>
            <p:cNvPr id="613" name="prob_to_entropy__0"/>
            <p:cNvCxnSpPr>
              <a:cxnSpLocks/>
            </p:cNvCxnSpPr>
            <p:nvPr/>
          </p:nvCxnSpPr>
          <p:spPr>
            <a:xfrm>
              <a:off x="2538360" y="2675880"/>
              <a:ext cx="0" cy="576000"/>
            </a:xfrm>
            <a:prstGeom prst="straightConnector1">
              <a:avLst/>
            </a:prstGeom>
            <a:ln w="7200">
              <a:solidFill>
                <a:schemeClr val="tx1"/>
              </a:solidFill>
              <a:round/>
            </a:ln>
          </p:spPr>
        </p:cxnSp>
        <p:cxnSp>
          <p:nvCxnSpPr>
            <p:cNvPr id="614" name="prob_to_entropy__1"/>
            <p:cNvCxnSpPr>
              <a:cxnSpLocks/>
            </p:cNvCxnSpPr>
            <p:nvPr/>
          </p:nvCxnSpPr>
          <p:spPr>
            <a:xfrm>
              <a:off x="2538360" y="3251880"/>
              <a:ext cx="281160" cy="0"/>
            </a:xfrm>
            <a:prstGeom prst="straightConnector1">
              <a:avLst/>
            </a:prstGeom>
            <a:ln w="7200">
              <a:solidFill>
                <a:schemeClr val="tx1"/>
              </a:solidFill>
              <a:round/>
              <a:tailEnd type="triangle" w="sm" len="sm"/>
            </a:ln>
          </p:spPr>
        </p:cxnSp>
        <p:cxnSp>
          <p:nvCxnSpPr>
            <p:cNvPr id="615" name="topk_mlp_flow__0"/>
            <p:cNvCxnSpPr>
              <a:cxnSpLocks/>
            </p:cNvCxnSpPr>
            <p:nvPr/>
          </p:nvCxnSpPr>
          <p:spPr>
            <a:xfrm>
              <a:off x="4155840" y="2099880"/>
              <a:ext cx="316080" cy="0"/>
            </a:xfrm>
            <a:prstGeom prst="straightConnector1">
              <a:avLst/>
            </a:prstGeom>
            <a:ln w="7200">
              <a:solidFill>
                <a:schemeClr val="tx1"/>
              </a:solidFill>
              <a:round/>
              <a:tailEnd type="triangle" w="sm" len="sm"/>
            </a:ln>
          </p:spPr>
        </p:cxnSp>
        <p:cxnSp>
          <p:nvCxnSpPr>
            <p:cNvPr id="616" name="entropy_mlp_flow__0"/>
            <p:cNvCxnSpPr>
              <a:cxnSpLocks/>
              <a:stCxn id="590" idx="3"/>
              <a:endCxn id="594" idx="1"/>
            </p:cNvCxnSpPr>
            <p:nvPr/>
          </p:nvCxnSpPr>
          <p:spPr>
            <a:xfrm flipV="1">
              <a:off x="4169228" y="3240180"/>
              <a:ext cx="286852" cy="5513"/>
            </a:xfrm>
            <a:prstGeom prst="straightConnector1">
              <a:avLst/>
            </a:prstGeom>
            <a:ln w="7200">
              <a:solidFill>
                <a:schemeClr val="tx1"/>
              </a:solidFill>
              <a:round/>
              <a:tailEnd type="triangle" w="sm" len="sm"/>
            </a:ln>
          </p:spPr>
        </p:cxnSp>
        <p:cxnSp>
          <p:nvCxnSpPr>
            <p:cNvPr id="617" name="topk_to_quality__0"/>
            <p:cNvCxnSpPr>
              <a:cxnSpLocks/>
            </p:cNvCxnSpPr>
            <p:nvPr/>
          </p:nvCxnSpPr>
          <p:spPr>
            <a:xfrm>
              <a:off x="5276160" y="2099880"/>
              <a:ext cx="250200" cy="0"/>
            </a:xfrm>
            <a:prstGeom prst="straightConnector1">
              <a:avLst/>
            </a:prstGeom>
            <a:ln w="7200">
              <a:solidFill>
                <a:schemeClr val="tx1"/>
              </a:solidFill>
              <a:round/>
            </a:ln>
          </p:spPr>
        </p:cxnSp>
        <p:cxnSp>
          <p:nvCxnSpPr>
            <p:cNvPr id="618" name="topk_to_quality__1"/>
            <p:cNvCxnSpPr>
              <a:cxnSpLocks/>
            </p:cNvCxnSpPr>
            <p:nvPr/>
          </p:nvCxnSpPr>
          <p:spPr>
            <a:xfrm>
              <a:off x="5526360" y="2099880"/>
              <a:ext cx="0" cy="463320"/>
            </a:xfrm>
            <a:prstGeom prst="straightConnector1">
              <a:avLst/>
            </a:prstGeom>
            <a:ln w="7200">
              <a:solidFill>
                <a:schemeClr val="tx1"/>
              </a:solidFill>
              <a:round/>
              <a:tailEnd type="triangle" w="sm" len="sm"/>
            </a:ln>
          </p:spPr>
        </p:cxnSp>
        <p:cxnSp>
          <p:nvCxnSpPr>
            <p:cNvPr id="619" name="entropy_to_quality__0"/>
            <p:cNvCxnSpPr>
              <a:cxnSpLocks/>
            </p:cNvCxnSpPr>
            <p:nvPr/>
          </p:nvCxnSpPr>
          <p:spPr>
            <a:xfrm>
              <a:off x="5292000" y="3251880"/>
              <a:ext cx="234360" cy="0"/>
            </a:xfrm>
            <a:prstGeom prst="straightConnector1">
              <a:avLst/>
            </a:prstGeom>
            <a:ln w="7200">
              <a:solidFill>
                <a:schemeClr val="tx1"/>
              </a:solidFill>
              <a:round/>
            </a:ln>
          </p:spPr>
        </p:cxnSp>
        <p:cxnSp>
          <p:nvCxnSpPr>
            <p:cNvPr id="620" name="entropy_to_quality__1"/>
            <p:cNvCxnSpPr>
              <a:cxnSpLocks/>
            </p:cNvCxnSpPr>
            <p:nvPr/>
          </p:nvCxnSpPr>
          <p:spPr>
            <a:xfrm flipV="1">
              <a:off x="5526360" y="2789640"/>
              <a:ext cx="0" cy="462240"/>
            </a:xfrm>
            <a:prstGeom prst="straightConnector1">
              <a:avLst/>
            </a:prstGeom>
            <a:ln w="7200">
              <a:solidFill>
                <a:schemeClr val="tx1"/>
              </a:solidFill>
              <a:round/>
              <a:tailEnd type="triangle" w="sm" len="sm"/>
            </a:ln>
          </p:spPr>
        </p:cxnSp>
        <p:cxnSp>
          <p:nvCxnSpPr>
            <p:cNvPr id="621" name="quality_to_score__0"/>
            <p:cNvCxnSpPr>
              <a:cxnSpLocks/>
            </p:cNvCxnSpPr>
            <p:nvPr/>
          </p:nvCxnSpPr>
          <p:spPr>
            <a:xfrm>
              <a:off x="5626440" y="2675880"/>
              <a:ext cx="653760" cy="0"/>
            </a:xfrm>
            <a:prstGeom prst="straightConnector1">
              <a:avLst/>
            </a:prstGeom>
            <a:ln w="7200">
              <a:solidFill>
                <a:schemeClr val="tx1"/>
              </a:solidFill>
              <a:round/>
              <a:tailEnd type="triangle" w="sm" len="sm"/>
            </a:ln>
          </p:spPr>
        </p:cxnSp>
        <p:cxnSp>
          <p:nvCxnSpPr>
            <p:cNvPr id="622" name="class_to_score__0"/>
            <p:cNvCxnSpPr>
              <a:cxnSpLocks/>
            </p:cNvCxnSpPr>
            <p:nvPr/>
          </p:nvCxnSpPr>
          <p:spPr>
            <a:xfrm>
              <a:off x="6390360" y="2332642"/>
              <a:ext cx="0" cy="230918"/>
            </a:xfrm>
            <a:prstGeom prst="straightConnector1">
              <a:avLst/>
            </a:prstGeom>
            <a:ln w="7200">
              <a:solidFill>
                <a:schemeClr val="tx1"/>
              </a:solidFill>
              <a:round/>
              <a:tailEnd type="triangle" w="sm" len="sm"/>
            </a:ln>
          </p:spPr>
        </p:cxnSp>
        <p:cxnSp>
          <p:nvCxnSpPr>
            <p:cNvPr id="623" name="corrected_flow__0"/>
            <p:cNvCxnSpPr>
              <a:cxnSpLocks/>
              <a:endCxn id="605" idx="0"/>
            </p:cNvCxnSpPr>
            <p:nvPr/>
          </p:nvCxnSpPr>
          <p:spPr>
            <a:xfrm flipH="1">
              <a:off x="6386220" y="2790000"/>
              <a:ext cx="4140" cy="325160"/>
            </a:xfrm>
            <a:prstGeom prst="straightConnector1">
              <a:avLst/>
            </a:prstGeom>
            <a:ln w="7200">
              <a:solidFill>
                <a:schemeClr val="tx1"/>
              </a:solidFill>
              <a:round/>
              <a:tailEnd type="triangle" w="sm" len="sm"/>
            </a:ln>
          </p:spPr>
        </p:cxnSp>
      </p:gr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12700" cap="flat" cmpd="sng" algn="ctr">
          <a:prstDash val="solid"/>
          <a:miter lim="800000"/>
        </a:ln>
        <a:ln w="19050" cap="flat" cmpd="sng" algn="ctr">
          <a:prstDash val="solid"/>
          <a:miter lim="800000"/>
        </a:ln>
        <a:ln w="2540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2.xml><?xml version="1.0" encoding="utf-8"?>
<a:theme xmlns:a="http://schemas.openxmlformats.org/drawingml/2006/main"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a:ea typeface="DejaVu Sans"/>
        <a:cs typeface="DejaVu Sans"/>
      </a:majorFont>
      <a:minorFont>
        <a:latin typeface="Arial"/>
        <a:ea typeface="DejaVu Sans"/>
        <a:cs typeface="DejaVu Sans"/>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262</TotalTime>
  <Words>4042</Words>
  <Application>Microsoft Office PowerPoint</Application>
  <PresentationFormat>自定义</PresentationFormat>
  <Paragraphs>267</Paragraphs>
  <Slides>5</Slides>
  <Notes>5</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5</vt:i4>
      </vt:variant>
    </vt:vector>
  </HeadingPairs>
  <TitlesOfParts>
    <vt:vector size="13" baseType="lpstr">
      <vt:lpstr>等线</vt:lpstr>
      <vt:lpstr>等线 Light</vt:lpstr>
      <vt:lpstr>Arial</vt:lpstr>
      <vt:lpstr>Cambria Math</vt:lpstr>
      <vt:lpstr>Symbol</vt:lpstr>
      <vt:lpstr>Times New Roman</vt:lpstr>
      <vt:lpstr>Wingdings</vt:lpstr>
      <vt:lpstr>Office Theme</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admin</dc:creator>
  <dc:description/>
  <cp:lastModifiedBy>bidong chen</cp:lastModifiedBy>
  <cp:revision>113</cp:revision>
  <dcterms:created xsi:type="dcterms:W3CDTF">2026-09-20T01:48:32Z</dcterms:created>
  <dcterms:modified xsi:type="dcterms:W3CDTF">2026-10-02T13:04:47Z</dcterms:modified>
  <dc:language>zh-CN</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i4>5</vt:i4>
  </property>
  <property fmtid="{D5CDD505-2E9C-101B-9397-08002B2CF9AE}" pid="3" name="PresentationFormat">
    <vt:lpwstr>Custom</vt:lpwstr>
  </property>
  <property fmtid="{D5CDD505-2E9C-101B-9397-08002B2CF9AE}" pid="4" name="Slides">
    <vt:i4>5</vt:i4>
  </property>
</Properties>
</file>